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Grandstander"/>
      <p:regular r:id="rId24"/>
      <p:bold r:id="rId25"/>
      <p:italic r:id="rId26"/>
      <p:boldItalic r:id="rId27"/>
    </p:embeddedFont>
    <p:embeddedFont>
      <p:font typeface="Grandstander SemiBold"/>
      <p:regular r:id="rId28"/>
      <p:bold r:id="rId29"/>
      <p:italic r:id="rId30"/>
      <p:boldItalic r:id="rId31"/>
    </p:embeddedFont>
    <p:embeddedFont>
      <p:font typeface="Fira Sans"/>
      <p:regular r:id="rId32"/>
      <p:bold r:id="rId33"/>
      <p:italic r:id="rId34"/>
      <p:boldItalic r:id="rId35"/>
    </p:embeddedFont>
    <p:embeddedFont>
      <p:font typeface="Francois One"/>
      <p:regular r:id="rId36"/>
    </p:embeddedFont>
    <p:embeddedFont>
      <p:font typeface="Roboto Mono"/>
      <p:regular r:id="rId37"/>
      <p:bold r:id="rId38"/>
      <p:italic r:id="rId39"/>
      <p:boldItalic r:id="rId40"/>
    </p:embeddedFont>
    <p:embeddedFont>
      <p:font typeface="Barlow"/>
      <p:regular r:id="rId41"/>
      <p:bold r:id="rId42"/>
      <p:italic r:id="rId43"/>
      <p:boldItalic r:id="rId44"/>
    </p:embeddedFont>
    <p:embeddedFont>
      <p:font typeface="Archivo Narrow"/>
      <p:regular r:id="rId45"/>
      <p:bold r:id="rId46"/>
      <p:italic r:id="rId47"/>
      <p:boldItalic r:id="rId48"/>
    </p:embeddedFont>
    <p:embeddedFont>
      <p:font typeface="Murecho Black"/>
      <p:bold r:id="rId49"/>
    </p:embeddedFont>
    <p:embeddedFont>
      <p:font typeface="Roboto"/>
      <p:regular r:id="rId50"/>
      <p:bold r:id="rId51"/>
      <p:italic r:id="rId52"/>
      <p:boldItalic r:id="rId53"/>
    </p:embeddedFont>
    <p:embeddedFont>
      <p:font typeface="Assistant SemiBold"/>
      <p:regular r:id="rId54"/>
      <p:bold r:id="rId55"/>
    </p:embeddedFont>
    <p:embeddedFont>
      <p:font typeface="Grandstander Black"/>
      <p:bold r:id="rId56"/>
      <p:boldItalic r:id="rId57"/>
    </p:embeddedFont>
    <p:embeddedFont>
      <p:font typeface="Assistant"/>
      <p:regular r:id="rId58"/>
      <p:bold r:id="rId59"/>
    </p:embeddedFont>
    <p:embeddedFont>
      <p:font typeface="Livvic"/>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42" Type="http://schemas.openxmlformats.org/officeDocument/2006/relationships/font" Target="fonts/Barlow-bold.fntdata"/><Relationship Id="rId41" Type="http://schemas.openxmlformats.org/officeDocument/2006/relationships/font" Target="fonts/Barlow-regular.fntdata"/><Relationship Id="rId44" Type="http://schemas.openxmlformats.org/officeDocument/2006/relationships/font" Target="fonts/Barlow-boldItalic.fntdata"/><Relationship Id="rId43" Type="http://schemas.openxmlformats.org/officeDocument/2006/relationships/font" Target="fonts/Barlow-italic.fntdata"/><Relationship Id="rId46" Type="http://schemas.openxmlformats.org/officeDocument/2006/relationships/font" Target="fonts/ArchivoNarrow-bold.fntdata"/><Relationship Id="rId45" Type="http://schemas.openxmlformats.org/officeDocument/2006/relationships/font" Target="fonts/ArchivoNarrow-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ArchivoNarrow-boldItalic.fntdata"/><Relationship Id="rId47" Type="http://schemas.openxmlformats.org/officeDocument/2006/relationships/font" Target="fonts/ArchivoNarrow-italic.fntdata"/><Relationship Id="rId49" Type="http://schemas.openxmlformats.org/officeDocument/2006/relationships/font" Target="fonts/MurechoBlack-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randstanderSemiBold-boldItalic.fntdata"/><Relationship Id="rId30" Type="http://schemas.openxmlformats.org/officeDocument/2006/relationships/font" Target="fonts/GrandstanderSemiBold-italic.fntdata"/><Relationship Id="rId33" Type="http://schemas.openxmlformats.org/officeDocument/2006/relationships/font" Target="fonts/FiraSans-bold.fntdata"/><Relationship Id="rId32" Type="http://schemas.openxmlformats.org/officeDocument/2006/relationships/font" Target="fonts/FiraSans-regular.fntdata"/><Relationship Id="rId35" Type="http://schemas.openxmlformats.org/officeDocument/2006/relationships/font" Target="fonts/FiraSans-boldItalic.fntdata"/><Relationship Id="rId34" Type="http://schemas.openxmlformats.org/officeDocument/2006/relationships/font" Target="fonts/FiraSans-italic.fntdata"/><Relationship Id="rId37" Type="http://schemas.openxmlformats.org/officeDocument/2006/relationships/font" Target="fonts/RobotoMono-regular.fntdata"/><Relationship Id="rId36" Type="http://schemas.openxmlformats.org/officeDocument/2006/relationships/font" Target="fonts/FrancoisOne-regular.fntdata"/><Relationship Id="rId39" Type="http://schemas.openxmlformats.org/officeDocument/2006/relationships/font" Target="fonts/RobotoMono-italic.fntdata"/><Relationship Id="rId38" Type="http://schemas.openxmlformats.org/officeDocument/2006/relationships/font" Target="fonts/RobotoMono-bold.fntdata"/><Relationship Id="rId62" Type="http://schemas.openxmlformats.org/officeDocument/2006/relationships/font" Target="fonts/Livvic-italic.fntdata"/><Relationship Id="rId61" Type="http://schemas.openxmlformats.org/officeDocument/2006/relationships/font" Target="fonts/Livvic-bold.fntdata"/><Relationship Id="rId20" Type="http://schemas.openxmlformats.org/officeDocument/2006/relationships/slide" Target="slides/slide15.xml"/><Relationship Id="rId63" Type="http://schemas.openxmlformats.org/officeDocument/2006/relationships/font" Target="fonts/Livvic-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Grandstander-regular.fntdata"/><Relationship Id="rId23" Type="http://schemas.openxmlformats.org/officeDocument/2006/relationships/slide" Target="slides/slide18.xml"/><Relationship Id="rId60" Type="http://schemas.openxmlformats.org/officeDocument/2006/relationships/font" Target="fonts/Livvic-regular.fntdata"/><Relationship Id="rId26" Type="http://schemas.openxmlformats.org/officeDocument/2006/relationships/font" Target="fonts/Grandstander-italic.fntdata"/><Relationship Id="rId25" Type="http://schemas.openxmlformats.org/officeDocument/2006/relationships/font" Target="fonts/Grandstander-bold.fntdata"/><Relationship Id="rId28" Type="http://schemas.openxmlformats.org/officeDocument/2006/relationships/font" Target="fonts/GrandstanderSemiBold-regular.fntdata"/><Relationship Id="rId27" Type="http://schemas.openxmlformats.org/officeDocument/2006/relationships/font" Target="fonts/Grandstander-boldItalic.fntdata"/><Relationship Id="rId29" Type="http://schemas.openxmlformats.org/officeDocument/2006/relationships/font" Target="fonts/GrandstanderSemiBold-bold.fntdata"/><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55" Type="http://schemas.openxmlformats.org/officeDocument/2006/relationships/font" Target="fonts/AssistantSemiBold-bold.fntdata"/><Relationship Id="rId10" Type="http://schemas.openxmlformats.org/officeDocument/2006/relationships/slide" Target="slides/slide5.xml"/><Relationship Id="rId54" Type="http://schemas.openxmlformats.org/officeDocument/2006/relationships/font" Target="fonts/AssistantSemiBold-regular.fntdata"/><Relationship Id="rId13" Type="http://schemas.openxmlformats.org/officeDocument/2006/relationships/slide" Target="slides/slide8.xml"/><Relationship Id="rId57" Type="http://schemas.openxmlformats.org/officeDocument/2006/relationships/font" Target="fonts/GrandstanderBlack-boldItalic.fntdata"/><Relationship Id="rId12" Type="http://schemas.openxmlformats.org/officeDocument/2006/relationships/slide" Target="slides/slide7.xml"/><Relationship Id="rId56" Type="http://schemas.openxmlformats.org/officeDocument/2006/relationships/font" Target="fonts/GrandstanderBlack-bold.fntdata"/><Relationship Id="rId15" Type="http://schemas.openxmlformats.org/officeDocument/2006/relationships/slide" Target="slides/slide10.xml"/><Relationship Id="rId59" Type="http://schemas.openxmlformats.org/officeDocument/2006/relationships/font" Target="fonts/Assistant-bold.fntdata"/><Relationship Id="rId14" Type="http://schemas.openxmlformats.org/officeDocument/2006/relationships/slide" Target="slides/slide9.xml"/><Relationship Id="rId58" Type="http://schemas.openxmlformats.org/officeDocument/2006/relationships/font" Target="fonts/Assistant-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f449d0303e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f449d0303e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ce028f96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3ce028f96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f449d0303e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f449d0303e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f449d0303e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f449d0303e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395e232ff84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g395e232ff84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g1349c35e8e6_1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8" name="Google Shape;1418;g1349c35e8e6_1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f449d0303e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f449d0303e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9" name="Shape 1859"/>
        <p:cNvGrpSpPr/>
        <p:nvPr/>
      </p:nvGrpSpPr>
      <p:grpSpPr>
        <a:xfrm>
          <a:off x="0" y="0"/>
          <a:ext cx="0" cy="0"/>
          <a:chOff x="0" y="0"/>
          <a:chExt cx="0" cy="0"/>
        </a:xfrm>
      </p:grpSpPr>
      <p:sp>
        <p:nvSpPr>
          <p:cNvPr id="1860" name="Google Shape;1860;g3ce028f960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1" name="Google Shape;1861;g3ce028f960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2" name="Shape 2082"/>
        <p:cNvGrpSpPr/>
        <p:nvPr/>
      </p:nvGrpSpPr>
      <p:grpSpPr>
        <a:xfrm>
          <a:off x="0" y="0"/>
          <a:ext cx="0" cy="0"/>
          <a:chOff x="0" y="0"/>
          <a:chExt cx="0" cy="0"/>
        </a:xfrm>
      </p:grpSpPr>
      <p:sp>
        <p:nvSpPr>
          <p:cNvPr id="2083" name="Google Shape;2083;g3ce028f960e_1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4" name="Google Shape;2084;g3ce028f960e_1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5" name="Shape 2305"/>
        <p:cNvGrpSpPr/>
        <p:nvPr/>
      </p:nvGrpSpPr>
      <p:grpSpPr>
        <a:xfrm>
          <a:off x="0" y="0"/>
          <a:ext cx="0" cy="0"/>
          <a:chOff x="0" y="0"/>
          <a:chExt cx="0" cy="0"/>
        </a:xfrm>
      </p:grpSpPr>
      <p:sp>
        <p:nvSpPr>
          <p:cNvPr id="2306" name="Google Shape;2306;g395e232ff8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7" name="Google Shape;2307;g395e232ff8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8" name="Shape 2528"/>
        <p:cNvGrpSpPr/>
        <p:nvPr/>
      </p:nvGrpSpPr>
      <p:grpSpPr>
        <a:xfrm>
          <a:off x="0" y="0"/>
          <a:ext cx="0" cy="0"/>
          <a:chOff x="0" y="0"/>
          <a:chExt cx="0" cy="0"/>
        </a:xfrm>
      </p:grpSpPr>
      <p:sp>
        <p:nvSpPr>
          <p:cNvPr id="2529" name="Google Shape;2529;g395e232ff84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0" name="Google Shape;2530;g395e232ff84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1" name="Shape 2751"/>
        <p:cNvGrpSpPr/>
        <p:nvPr/>
      </p:nvGrpSpPr>
      <p:grpSpPr>
        <a:xfrm>
          <a:off x="0" y="0"/>
          <a:ext cx="0" cy="0"/>
          <a:chOff x="0" y="0"/>
          <a:chExt cx="0" cy="0"/>
        </a:xfrm>
      </p:grpSpPr>
      <p:sp>
        <p:nvSpPr>
          <p:cNvPr id="2752" name="Google Shape;2752;g395d0f2b653_3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3" name="Google Shape;2753;g395d0f2b653_3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4" name="Shape 2974"/>
        <p:cNvGrpSpPr/>
        <p:nvPr/>
      </p:nvGrpSpPr>
      <p:grpSpPr>
        <a:xfrm>
          <a:off x="0" y="0"/>
          <a:ext cx="0" cy="0"/>
          <a:chOff x="0" y="0"/>
          <a:chExt cx="0" cy="0"/>
        </a:xfrm>
      </p:grpSpPr>
      <p:sp>
        <p:nvSpPr>
          <p:cNvPr id="2975" name="Google Shape;2975;g395d0f2b653_3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6" name="Google Shape;2976;g395d0f2b653_3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7" name="Shape 3197"/>
        <p:cNvGrpSpPr/>
        <p:nvPr/>
      </p:nvGrpSpPr>
      <p:grpSpPr>
        <a:xfrm>
          <a:off x="0" y="0"/>
          <a:ext cx="0" cy="0"/>
          <a:chOff x="0" y="0"/>
          <a:chExt cx="0" cy="0"/>
        </a:xfrm>
      </p:grpSpPr>
      <p:sp>
        <p:nvSpPr>
          <p:cNvPr id="3198" name="Google Shape;3198;g3ce525afd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9" name="Google Shape;3199;g3ce525afd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1200"/>
              </a:spcBef>
              <a:spcAft>
                <a:spcPts val="0"/>
              </a:spcAft>
              <a:buClr>
                <a:schemeClr val="dk1"/>
              </a:buClr>
              <a:buSzPts val="1100"/>
              <a:buFont typeface="Arial"/>
              <a:buNone/>
            </a:pPr>
            <a:r>
              <a:rPr lang="en" sz="1600">
                <a:solidFill>
                  <a:schemeClr val="dk1"/>
                </a:solidFill>
                <a:latin typeface="Archivo Narrow"/>
                <a:ea typeface="Archivo Narrow"/>
                <a:cs typeface="Archivo Narrow"/>
                <a:sym typeface="Archivo Narrow"/>
              </a:rPr>
              <a:t>-</a:t>
            </a:r>
            <a:r>
              <a:rPr lang="en" sz="1600">
                <a:solidFill>
                  <a:schemeClr val="dk1"/>
                </a:solidFill>
                <a:latin typeface="Assistant"/>
                <a:ea typeface="Assistant"/>
                <a:cs typeface="Assistant"/>
                <a:sym typeface="Assistant"/>
              </a:rPr>
              <a:t>The results of the previous slide are only so when a person is checking someone who does owe them money</a:t>
            </a:r>
            <a:endParaRPr sz="1600">
              <a:solidFill>
                <a:schemeClr val="dk1"/>
              </a:solidFill>
              <a:latin typeface="Assistant"/>
              <a:ea typeface="Assistant"/>
              <a:cs typeface="Assistant"/>
              <a:sym typeface="Assistant"/>
            </a:endParaRPr>
          </a:p>
          <a:p>
            <a:pPr indent="0" lvl="0" marL="12700" rtl="0" algn="l">
              <a:lnSpc>
                <a:spcPct val="115000"/>
              </a:lnSpc>
              <a:spcBef>
                <a:spcPts val="0"/>
              </a:spcBef>
              <a:spcAft>
                <a:spcPts val="0"/>
              </a:spcAft>
              <a:buClr>
                <a:schemeClr val="dk1"/>
              </a:buClr>
              <a:buSzPts val="1100"/>
              <a:buFont typeface="Arial"/>
              <a:buNone/>
            </a:pPr>
            <a:r>
              <a:rPr lang="en" sz="1600">
                <a:solidFill>
                  <a:schemeClr val="dk1"/>
                </a:solidFill>
                <a:latin typeface="Archivo Narrow"/>
                <a:ea typeface="Archivo Narrow"/>
                <a:cs typeface="Archivo Narrow"/>
                <a:sym typeface="Archivo Narrow"/>
              </a:rPr>
              <a:t>-</a:t>
            </a:r>
            <a:r>
              <a:rPr lang="en" sz="1600">
                <a:solidFill>
                  <a:schemeClr val="dk1"/>
                </a:solidFill>
                <a:latin typeface="Assistant"/>
                <a:ea typeface="Assistant"/>
                <a:cs typeface="Assistant"/>
                <a:sym typeface="Assistant"/>
              </a:rPr>
              <a:t>For example: If the Artichoke gets bills for Green they would be able to see bill as Green owes artichoke money but if Chad were to get bills for green, they would not see anything as green does not owe Chad anything.</a:t>
            </a:r>
            <a:endParaRPr sz="1600">
              <a:solidFill>
                <a:schemeClr val="dk1"/>
              </a:solidFill>
              <a:latin typeface="Assistant"/>
              <a:ea typeface="Assistant"/>
              <a:cs typeface="Assistant"/>
              <a:sym typeface="Assistant"/>
            </a:endParaRPr>
          </a:p>
          <a:p>
            <a:pPr indent="0" lvl="0" marL="12700" rtl="0" algn="l">
              <a:lnSpc>
                <a:spcPct val="115000"/>
              </a:lnSpc>
              <a:spcBef>
                <a:spcPts val="0"/>
              </a:spcBef>
              <a:spcAft>
                <a:spcPts val="0"/>
              </a:spcAft>
              <a:buClr>
                <a:schemeClr val="dk1"/>
              </a:buClr>
              <a:buSzPts val="1100"/>
              <a:buFont typeface="Arial"/>
              <a:buNone/>
            </a:pPr>
            <a:r>
              <a:rPr lang="en" sz="1600">
                <a:solidFill>
                  <a:schemeClr val="dk1"/>
                </a:solidFill>
                <a:latin typeface="Archivo Narrow"/>
                <a:ea typeface="Archivo Narrow"/>
                <a:cs typeface="Archivo Narrow"/>
                <a:sym typeface="Archivo Narrow"/>
              </a:rPr>
              <a:t>-</a:t>
            </a:r>
            <a:r>
              <a:rPr lang="en" sz="1600">
                <a:solidFill>
                  <a:schemeClr val="dk1"/>
                </a:solidFill>
                <a:latin typeface="Assistant"/>
                <a:ea typeface="Assistant"/>
                <a:cs typeface="Assistant"/>
                <a:sym typeface="Assistant"/>
              </a:rPr>
              <a:t>So </a:t>
            </a:r>
            <a:r>
              <a:rPr b="1" lang="en" sz="1600">
                <a:solidFill>
                  <a:schemeClr val="dk1"/>
                </a:solidFill>
                <a:latin typeface="Assistant"/>
                <a:ea typeface="Assistant"/>
                <a:cs typeface="Assistant"/>
                <a:sym typeface="Assistant"/>
              </a:rPr>
              <a:t>Household.getBillsByPerson(): [{Person:{bills:[],debts:[]}}] </a:t>
            </a:r>
            <a:r>
              <a:rPr lang="en" sz="1600">
                <a:solidFill>
                  <a:schemeClr val="dk1"/>
                </a:solidFill>
                <a:latin typeface="Assistant"/>
                <a:ea typeface="Assistant"/>
                <a:cs typeface="Assistant"/>
                <a:sym typeface="Assistant"/>
              </a:rPr>
              <a:t>for anyone who does not owe anything to the person calling this function</a:t>
            </a:r>
            <a:endParaRPr sz="16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0" name="Shape 3420"/>
        <p:cNvGrpSpPr/>
        <p:nvPr/>
      </p:nvGrpSpPr>
      <p:grpSpPr>
        <a:xfrm>
          <a:off x="0" y="0"/>
          <a:ext cx="0" cy="0"/>
          <a:chOff x="0" y="0"/>
          <a:chExt cx="0" cy="0"/>
        </a:xfrm>
      </p:grpSpPr>
      <p:sp>
        <p:nvSpPr>
          <p:cNvPr id="3421" name="Google Shape;3421;g3cdffca31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2" name="Google Shape;3422;g3cdffca31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3" name="Shape 3643"/>
        <p:cNvGrpSpPr/>
        <p:nvPr/>
      </p:nvGrpSpPr>
      <p:grpSpPr>
        <a:xfrm>
          <a:off x="0" y="0"/>
          <a:ext cx="0" cy="0"/>
          <a:chOff x="0" y="0"/>
          <a:chExt cx="0" cy="0"/>
        </a:xfrm>
      </p:grpSpPr>
      <p:sp>
        <p:nvSpPr>
          <p:cNvPr id="3644" name="Google Shape;3644;g3cdffca31ee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5" name="Google Shape;3645;g3cdffca31ee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6" name="Shape 3866"/>
        <p:cNvGrpSpPr/>
        <p:nvPr/>
      </p:nvGrpSpPr>
      <p:grpSpPr>
        <a:xfrm>
          <a:off x="0" y="0"/>
          <a:ext cx="0" cy="0"/>
          <a:chOff x="0" y="0"/>
          <a:chExt cx="0" cy="0"/>
        </a:xfrm>
      </p:grpSpPr>
      <p:sp>
        <p:nvSpPr>
          <p:cNvPr id="3867" name="Google Shape;3867;g134d7b3ea8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8" name="Google Shape;3868;g134d7b3ea8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 name="Shape 8"/>
        <p:cNvGrpSpPr/>
        <p:nvPr/>
      </p:nvGrpSpPr>
      <p:grpSpPr>
        <a:xfrm>
          <a:off x="0" y="0"/>
          <a:ext cx="0" cy="0"/>
          <a:chOff x="0" y="0"/>
          <a:chExt cx="0" cy="0"/>
        </a:xfrm>
      </p:grpSpPr>
      <p:grpSp>
        <p:nvGrpSpPr>
          <p:cNvPr id="9" name="Google Shape;9;p2"/>
          <p:cNvGrpSpPr/>
          <p:nvPr/>
        </p:nvGrpSpPr>
        <p:grpSpPr>
          <a:xfrm>
            <a:off x="8466795" y="2815800"/>
            <a:ext cx="437317" cy="1921984"/>
            <a:chOff x="8466795" y="2815800"/>
            <a:chExt cx="437317" cy="1921984"/>
          </a:xfrm>
        </p:grpSpPr>
        <p:grpSp>
          <p:nvGrpSpPr>
            <p:cNvPr id="10" name="Google Shape;10;p2"/>
            <p:cNvGrpSpPr/>
            <p:nvPr/>
          </p:nvGrpSpPr>
          <p:grpSpPr>
            <a:xfrm>
              <a:off x="8466795" y="4606284"/>
              <a:ext cx="128153" cy="131499"/>
              <a:chOff x="8037720" y="3987834"/>
              <a:chExt cx="128153" cy="131499"/>
            </a:xfrm>
          </p:grpSpPr>
          <p:sp>
            <p:nvSpPr>
              <p:cNvPr id="11" name="Google Shape;11;p2"/>
              <p:cNvSpPr/>
              <p:nvPr/>
            </p:nvSpPr>
            <p:spPr>
              <a:xfrm>
                <a:off x="8037720" y="3987834"/>
                <a:ext cx="128153" cy="131499"/>
              </a:xfrm>
              <a:custGeom>
                <a:rect b="b" l="l" r="r" t="t"/>
                <a:pathLst>
                  <a:path extrusionOk="0" h="2240" w="2183">
                    <a:moveTo>
                      <a:pt x="1168" y="1"/>
                    </a:moveTo>
                    <a:cubicBezTo>
                      <a:pt x="1110" y="1"/>
                      <a:pt x="1053" y="39"/>
                      <a:pt x="1053" y="115"/>
                    </a:cubicBezTo>
                    <a:lnTo>
                      <a:pt x="1053" y="785"/>
                    </a:lnTo>
                    <a:lnTo>
                      <a:pt x="632" y="326"/>
                    </a:lnTo>
                    <a:cubicBezTo>
                      <a:pt x="603" y="297"/>
                      <a:pt x="570" y="283"/>
                      <a:pt x="538" y="283"/>
                    </a:cubicBezTo>
                    <a:cubicBezTo>
                      <a:pt x="507" y="283"/>
                      <a:pt x="479" y="297"/>
                      <a:pt x="460" y="326"/>
                    </a:cubicBezTo>
                    <a:cubicBezTo>
                      <a:pt x="402" y="383"/>
                      <a:pt x="402" y="441"/>
                      <a:pt x="460" y="498"/>
                    </a:cubicBezTo>
                    <a:lnTo>
                      <a:pt x="919" y="977"/>
                    </a:lnTo>
                    <a:lnTo>
                      <a:pt x="115" y="977"/>
                    </a:lnTo>
                    <a:cubicBezTo>
                      <a:pt x="58" y="977"/>
                      <a:pt x="0" y="1015"/>
                      <a:pt x="0" y="1092"/>
                    </a:cubicBezTo>
                    <a:cubicBezTo>
                      <a:pt x="0" y="1168"/>
                      <a:pt x="58" y="1206"/>
                      <a:pt x="115" y="1206"/>
                    </a:cubicBezTo>
                    <a:lnTo>
                      <a:pt x="861" y="1206"/>
                    </a:lnTo>
                    <a:lnTo>
                      <a:pt x="287" y="1589"/>
                    </a:lnTo>
                    <a:cubicBezTo>
                      <a:pt x="249" y="1647"/>
                      <a:pt x="211" y="1723"/>
                      <a:pt x="268" y="1761"/>
                    </a:cubicBezTo>
                    <a:cubicBezTo>
                      <a:pt x="287" y="1781"/>
                      <a:pt x="306" y="1819"/>
                      <a:pt x="364" y="1819"/>
                    </a:cubicBezTo>
                    <a:cubicBezTo>
                      <a:pt x="383" y="1819"/>
                      <a:pt x="402" y="1819"/>
                      <a:pt x="440" y="1781"/>
                    </a:cubicBezTo>
                    <a:lnTo>
                      <a:pt x="1053" y="1360"/>
                    </a:lnTo>
                    <a:lnTo>
                      <a:pt x="1053" y="2125"/>
                    </a:lnTo>
                    <a:cubicBezTo>
                      <a:pt x="1053" y="2202"/>
                      <a:pt x="1110" y="2240"/>
                      <a:pt x="1168" y="2240"/>
                    </a:cubicBezTo>
                    <a:cubicBezTo>
                      <a:pt x="1225" y="2240"/>
                      <a:pt x="1302" y="2202"/>
                      <a:pt x="1302" y="2125"/>
                    </a:cubicBezTo>
                    <a:lnTo>
                      <a:pt x="1302" y="1379"/>
                    </a:lnTo>
                    <a:lnTo>
                      <a:pt x="1723" y="1838"/>
                    </a:lnTo>
                    <a:cubicBezTo>
                      <a:pt x="1742" y="1857"/>
                      <a:pt x="1799" y="1876"/>
                      <a:pt x="1818" y="1876"/>
                    </a:cubicBezTo>
                    <a:cubicBezTo>
                      <a:pt x="1838" y="1876"/>
                      <a:pt x="1876" y="1876"/>
                      <a:pt x="1895" y="1838"/>
                    </a:cubicBezTo>
                    <a:cubicBezTo>
                      <a:pt x="1933" y="1781"/>
                      <a:pt x="1933" y="1723"/>
                      <a:pt x="1895" y="1666"/>
                    </a:cubicBezTo>
                    <a:lnTo>
                      <a:pt x="1436" y="1187"/>
                    </a:lnTo>
                    <a:lnTo>
                      <a:pt x="2067" y="1187"/>
                    </a:lnTo>
                    <a:cubicBezTo>
                      <a:pt x="2125" y="1187"/>
                      <a:pt x="2182" y="1149"/>
                      <a:pt x="2182" y="1072"/>
                    </a:cubicBezTo>
                    <a:cubicBezTo>
                      <a:pt x="2182" y="996"/>
                      <a:pt x="2125" y="958"/>
                      <a:pt x="2067" y="958"/>
                    </a:cubicBezTo>
                    <a:lnTo>
                      <a:pt x="1627" y="958"/>
                    </a:lnTo>
                    <a:lnTo>
                      <a:pt x="2086" y="632"/>
                    </a:lnTo>
                    <a:cubicBezTo>
                      <a:pt x="2125" y="594"/>
                      <a:pt x="2163" y="517"/>
                      <a:pt x="2106" y="479"/>
                    </a:cubicBezTo>
                    <a:cubicBezTo>
                      <a:pt x="2081" y="442"/>
                      <a:pt x="2040" y="421"/>
                      <a:pt x="1999" y="421"/>
                    </a:cubicBezTo>
                    <a:cubicBezTo>
                      <a:pt x="1976" y="421"/>
                      <a:pt x="1954" y="427"/>
                      <a:pt x="1933" y="441"/>
                    </a:cubicBezTo>
                    <a:lnTo>
                      <a:pt x="1302" y="900"/>
                    </a:lnTo>
                    <a:lnTo>
                      <a:pt x="1302" y="115"/>
                    </a:lnTo>
                    <a:cubicBezTo>
                      <a:pt x="1302" y="39"/>
                      <a:pt x="1244" y="1"/>
                      <a:pt x="1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8050049" y="4012490"/>
                <a:ext cx="114710" cy="82128"/>
              </a:xfrm>
              <a:custGeom>
                <a:rect b="b" l="l" r="r" t="t"/>
                <a:pathLst>
                  <a:path extrusionOk="0" h="1399" w="1954">
                    <a:moveTo>
                      <a:pt x="1789" y="1"/>
                    </a:moveTo>
                    <a:cubicBezTo>
                      <a:pt x="1766" y="1"/>
                      <a:pt x="1744" y="7"/>
                      <a:pt x="1723" y="21"/>
                    </a:cubicBezTo>
                    <a:lnTo>
                      <a:pt x="77" y="1169"/>
                    </a:lnTo>
                    <a:cubicBezTo>
                      <a:pt x="39" y="1227"/>
                      <a:pt x="1" y="1284"/>
                      <a:pt x="58" y="1341"/>
                    </a:cubicBezTo>
                    <a:cubicBezTo>
                      <a:pt x="77" y="1361"/>
                      <a:pt x="96" y="1399"/>
                      <a:pt x="154" y="1399"/>
                    </a:cubicBezTo>
                    <a:cubicBezTo>
                      <a:pt x="173" y="1399"/>
                      <a:pt x="192" y="1399"/>
                      <a:pt x="230" y="1361"/>
                    </a:cubicBezTo>
                    <a:lnTo>
                      <a:pt x="1876" y="212"/>
                    </a:lnTo>
                    <a:cubicBezTo>
                      <a:pt x="1915" y="174"/>
                      <a:pt x="1953" y="97"/>
                      <a:pt x="1896" y="59"/>
                    </a:cubicBezTo>
                    <a:cubicBezTo>
                      <a:pt x="1871" y="22"/>
                      <a:pt x="1830" y="1"/>
                      <a:pt x="1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8061320" y="4004389"/>
                <a:ext cx="89936" cy="93634"/>
              </a:xfrm>
              <a:custGeom>
                <a:rect b="b" l="l" r="r" t="t"/>
                <a:pathLst>
                  <a:path extrusionOk="0" h="1595" w="1532">
                    <a:moveTo>
                      <a:pt x="136" y="1"/>
                    </a:moveTo>
                    <a:cubicBezTo>
                      <a:pt x="105" y="1"/>
                      <a:pt x="77" y="15"/>
                      <a:pt x="58" y="44"/>
                    </a:cubicBezTo>
                    <a:cubicBezTo>
                      <a:pt x="0" y="82"/>
                      <a:pt x="0" y="159"/>
                      <a:pt x="58" y="216"/>
                    </a:cubicBezTo>
                    <a:lnTo>
                      <a:pt x="1321" y="1556"/>
                    </a:lnTo>
                    <a:cubicBezTo>
                      <a:pt x="1340" y="1575"/>
                      <a:pt x="1397" y="1594"/>
                      <a:pt x="1416" y="1594"/>
                    </a:cubicBezTo>
                    <a:cubicBezTo>
                      <a:pt x="1436" y="1594"/>
                      <a:pt x="1474" y="1594"/>
                      <a:pt x="1493" y="1556"/>
                    </a:cubicBezTo>
                    <a:cubicBezTo>
                      <a:pt x="1531" y="1499"/>
                      <a:pt x="1531" y="1422"/>
                      <a:pt x="1493" y="1384"/>
                    </a:cubicBezTo>
                    <a:lnTo>
                      <a:pt x="230" y="44"/>
                    </a:lnTo>
                    <a:cubicBezTo>
                      <a:pt x="201" y="15"/>
                      <a:pt x="168" y="1"/>
                      <a:pt x="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8037720" y="4044015"/>
                <a:ext cx="128153" cy="14676"/>
              </a:xfrm>
              <a:custGeom>
                <a:rect b="b" l="l" r="r" t="t"/>
                <a:pathLst>
                  <a:path extrusionOk="0" h="250" w="2183">
                    <a:moveTo>
                      <a:pt x="2067" y="1"/>
                    </a:moveTo>
                    <a:lnTo>
                      <a:pt x="115" y="20"/>
                    </a:lnTo>
                    <a:cubicBezTo>
                      <a:pt x="58" y="20"/>
                      <a:pt x="0" y="58"/>
                      <a:pt x="0" y="135"/>
                    </a:cubicBezTo>
                    <a:cubicBezTo>
                      <a:pt x="0" y="211"/>
                      <a:pt x="58" y="249"/>
                      <a:pt x="115" y="249"/>
                    </a:cubicBezTo>
                    <a:lnTo>
                      <a:pt x="2067" y="230"/>
                    </a:lnTo>
                    <a:cubicBezTo>
                      <a:pt x="2125" y="230"/>
                      <a:pt x="2182" y="173"/>
                      <a:pt x="2182" y="115"/>
                    </a:cubicBezTo>
                    <a:cubicBezTo>
                      <a:pt x="2182" y="39"/>
                      <a:pt x="2125"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a:off x="8515199" y="3270235"/>
              <a:ext cx="98918" cy="96687"/>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688313" y="2815800"/>
              <a:ext cx="215800" cy="213627"/>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8744658" y="4029962"/>
              <a:ext cx="156214" cy="157388"/>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139699" y="3659267"/>
            <a:ext cx="751817" cy="1220960"/>
            <a:chOff x="139699" y="3659267"/>
            <a:chExt cx="751817" cy="1220960"/>
          </a:xfrm>
        </p:grpSpPr>
        <p:grpSp>
          <p:nvGrpSpPr>
            <p:cNvPr id="19" name="Google Shape;19;p2"/>
            <p:cNvGrpSpPr/>
            <p:nvPr/>
          </p:nvGrpSpPr>
          <p:grpSpPr>
            <a:xfrm>
              <a:off x="471564" y="4135093"/>
              <a:ext cx="128153" cy="131499"/>
              <a:chOff x="4915051" y="3921555"/>
              <a:chExt cx="128153" cy="131499"/>
            </a:xfrm>
          </p:grpSpPr>
          <p:sp>
            <p:nvSpPr>
              <p:cNvPr id="20" name="Google Shape;20;p2"/>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2"/>
            <p:cNvSpPr/>
            <p:nvPr/>
          </p:nvSpPr>
          <p:spPr>
            <a:xfrm>
              <a:off x="305085" y="4479239"/>
              <a:ext cx="97803" cy="97803"/>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39699" y="3659267"/>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669621" y="4655133"/>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 name="Google Shape;28;p2"/>
          <p:cNvGrpSpPr/>
          <p:nvPr/>
        </p:nvGrpSpPr>
        <p:grpSpPr>
          <a:xfrm>
            <a:off x="6846642" y="4551936"/>
            <a:ext cx="1233810" cy="412272"/>
            <a:chOff x="6846642" y="4551936"/>
            <a:chExt cx="1233810" cy="412272"/>
          </a:xfrm>
        </p:grpSpPr>
        <p:sp>
          <p:nvSpPr>
            <p:cNvPr id="29" name="Google Shape;29;p2"/>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 name="Google Shape;41;p2"/>
          <p:cNvSpPr/>
          <p:nvPr/>
        </p:nvSpPr>
        <p:spPr>
          <a:xfrm rot="3452380">
            <a:off x="339089" y="1498354"/>
            <a:ext cx="156212" cy="157386"/>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21836" y="1100342"/>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 name="Google Shape;43;p2"/>
          <p:cNvGrpSpPr/>
          <p:nvPr/>
        </p:nvGrpSpPr>
        <p:grpSpPr>
          <a:xfrm>
            <a:off x="6746543" y="114659"/>
            <a:ext cx="2285724" cy="820018"/>
            <a:chOff x="6746543" y="114659"/>
            <a:chExt cx="2285724" cy="820018"/>
          </a:xfrm>
        </p:grpSpPr>
        <p:sp>
          <p:nvSpPr>
            <p:cNvPr id="44" name="Google Shape;44;p2"/>
            <p:cNvSpPr/>
            <p:nvPr/>
          </p:nvSpPr>
          <p:spPr>
            <a:xfrm>
              <a:off x="8716862" y="836875"/>
              <a:ext cx="97861" cy="97803"/>
            </a:xfrm>
            <a:custGeom>
              <a:rect b="b" l="l" r="r" t="t"/>
              <a:pathLst>
                <a:path extrusionOk="0" h="1666" w="1667">
                  <a:moveTo>
                    <a:pt x="843" y="249"/>
                  </a:moveTo>
                  <a:cubicBezTo>
                    <a:pt x="996" y="249"/>
                    <a:pt x="1149" y="288"/>
                    <a:pt x="1245" y="441"/>
                  </a:cubicBezTo>
                  <a:cubicBezTo>
                    <a:pt x="1360" y="537"/>
                    <a:pt x="1417" y="671"/>
                    <a:pt x="1417" y="843"/>
                  </a:cubicBezTo>
                  <a:cubicBezTo>
                    <a:pt x="1417" y="1149"/>
                    <a:pt x="1130" y="1417"/>
                    <a:pt x="805" y="1417"/>
                  </a:cubicBezTo>
                  <a:cubicBezTo>
                    <a:pt x="499" y="1417"/>
                    <a:pt x="231" y="1149"/>
                    <a:pt x="231" y="824"/>
                  </a:cubicBezTo>
                  <a:cubicBezTo>
                    <a:pt x="231" y="517"/>
                    <a:pt x="499" y="249"/>
                    <a:pt x="843" y="249"/>
                  </a:cubicBezTo>
                  <a:close/>
                  <a:moveTo>
                    <a:pt x="843" y="1"/>
                  </a:moveTo>
                  <a:cubicBezTo>
                    <a:pt x="384" y="1"/>
                    <a:pt x="1" y="364"/>
                    <a:pt x="1" y="824"/>
                  </a:cubicBezTo>
                  <a:cubicBezTo>
                    <a:pt x="1" y="1283"/>
                    <a:pt x="384" y="1666"/>
                    <a:pt x="843" y="1666"/>
                  </a:cubicBezTo>
                  <a:cubicBezTo>
                    <a:pt x="1283" y="1666"/>
                    <a:pt x="1647" y="1283"/>
                    <a:pt x="1666" y="824"/>
                  </a:cubicBezTo>
                  <a:cubicBezTo>
                    <a:pt x="1666" y="613"/>
                    <a:pt x="1571" y="422"/>
                    <a:pt x="1437" y="249"/>
                  </a:cubicBezTo>
                  <a:cubicBezTo>
                    <a:pt x="1264" y="96"/>
                    <a:pt x="1054"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3452380">
              <a:off x="8515211" y="268924"/>
              <a:ext cx="98917" cy="96686"/>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rot="3452380">
              <a:off x="7658478" y="156216"/>
              <a:ext cx="215797" cy="213625"/>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 name="Google Shape;47;p2"/>
            <p:cNvGrpSpPr/>
            <p:nvPr/>
          </p:nvGrpSpPr>
          <p:grpSpPr>
            <a:xfrm>
              <a:off x="8904114" y="197268"/>
              <a:ext cx="128153" cy="131499"/>
              <a:chOff x="4915051" y="3921555"/>
              <a:chExt cx="128153" cy="131499"/>
            </a:xfrm>
          </p:grpSpPr>
          <p:sp>
            <p:nvSpPr>
              <p:cNvPr id="48" name="Google Shape;48;p2"/>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2"/>
            <p:cNvSpPr/>
            <p:nvPr/>
          </p:nvSpPr>
          <p:spPr>
            <a:xfrm>
              <a:off x="6746543" y="143515"/>
              <a:ext cx="155157" cy="157388"/>
            </a:xfrm>
            <a:custGeom>
              <a:rect b="b" l="l" r="r" t="t"/>
              <a:pathLst>
                <a:path extrusionOk="0" h="2681" w="2643">
                  <a:moveTo>
                    <a:pt x="1398" y="307"/>
                  </a:moveTo>
                  <a:cubicBezTo>
                    <a:pt x="1436" y="403"/>
                    <a:pt x="1475" y="575"/>
                    <a:pt x="1494" y="671"/>
                  </a:cubicBezTo>
                  <a:cubicBezTo>
                    <a:pt x="1570" y="958"/>
                    <a:pt x="1589" y="1015"/>
                    <a:pt x="1628" y="1053"/>
                  </a:cubicBezTo>
                  <a:cubicBezTo>
                    <a:pt x="1666" y="1111"/>
                    <a:pt x="1723" y="1130"/>
                    <a:pt x="1972" y="1226"/>
                  </a:cubicBezTo>
                  <a:cubicBezTo>
                    <a:pt x="2068" y="1245"/>
                    <a:pt x="2221" y="1302"/>
                    <a:pt x="2317" y="1341"/>
                  </a:cubicBezTo>
                  <a:cubicBezTo>
                    <a:pt x="2164" y="1417"/>
                    <a:pt x="1934" y="1513"/>
                    <a:pt x="1723" y="1589"/>
                  </a:cubicBezTo>
                  <a:lnTo>
                    <a:pt x="1647" y="1647"/>
                  </a:lnTo>
                  <a:cubicBezTo>
                    <a:pt x="1551" y="1915"/>
                    <a:pt x="1436" y="2183"/>
                    <a:pt x="1341" y="2355"/>
                  </a:cubicBezTo>
                  <a:cubicBezTo>
                    <a:pt x="1264" y="2183"/>
                    <a:pt x="1188" y="1896"/>
                    <a:pt x="1130" y="1628"/>
                  </a:cubicBezTo>
                  <a:cubicBezTo>
                    <a:pt x="1092" y="1589"/>
                    <a:pt x="1073" y="1532"/>
                    <a:pt x="1034" y="1532"/>
                  </a:cubicBezTo>
                  <a:cubicBezTo>
                    <a:pt x="786" y="1513"/>
                    <a:pt x="498" y="1436"/>
                    <a:pt x="326" y="1398"/>
                  </a:cubicBezTo>
                  <a:cubicBezTo>
                    <a:pt x="498" y="1302"/>
                    <a:pt x="805" y="1149"/>
                    <a:pt x="1073" y="1015"/>
                  </a:cubicBezTo>
                  <a:cubicBezTo>
                    <a:pt x="1092" y="977"/>
                    <a:pt x="1149" y="958"/>
                    <a:pt x="1149" y="939"/>
                  </a:cubicBezTo>
                  <a:cubicBezTo>
                    <a:pt x="1226" y="728"/>
                    <a:pt x="1341" y="460"/>
                    <a:pt x="1398" y="307"/>
                  </a:cubicBezTo>
                  <a:close/>
                  <a:moveTo>
                    <a:pt x="1436" y="1"/>
                  </a:moveTo>
                  <a:cubicBezTo>
                    <a:pt x="1360" y="1"/>
                    <a:pt x="1245" y="1"/>
                    <a:pt x="920" y="843"/>
                  </a:cubicBezTo>
                  <a:cubicBezTo>
                    <a:pt x="39" y="1187"/>
                    <a:pt x="20" y="1321"/>
                    <a:pt x="1" y="1360"/>
                  </a:cubicBezTo>
                  <a:cubicBezTo>
                    <a:pt x="1" y="1398"/>
                    <a:pt x="1" y="1455"/>
                    <a:pt x="20" y="1494"/>
                  </a:cubicBezTo>
                  <a:cubicBezTo>
                    <a:pt x="39" y="1513"/>
                    <a:pt x="116" y="1609"/>
                    <a:pt x="900" y="1743"/>
                  </a:cubicBezTo>
                  <a:cubicBezTo>
                    <a:pt x="1149" y="2680"/>
                    <a:pt x="1226" y="2680"/>
                    <a:pt x="1302" y="2680"/>
                  </a:cubicBezTo>
                  <a:cubicBezTo>
                    <a:pt x="1417" y="2680"/>
                    <a:pt x="1475" y="2680"/>
                    <a:pt x="1838" y="1819"/>
                  </a:cubicBezTo>
                  <a:cubicBezTo>
                    <a:pt x="2049" y="1743"/>
                    <a:pt x="2508" y="1570"/>
                    <a:pt x="2604" y="1494"/>
                  </a:cubicBezTo>
                  <a:cubicBezTo>
                    <a:pt x="2623" y="1455"/>
                    <a:pt x="2642" y="1417"/>
                    <a:pt x="2642" y="1360"/>
                  </a:cubicBezTo>
                  <a:cubicBezTo>
                    <a:pt x="2623" y="1245"/>
                    <a:pt x="2508" y="1207"/>
                    <a:pt x="2049" y="1034"/>
                  </a:cubicBezTo>
                  <a:cubicBezTo>
                    <a:pt x="1953" y="977"/>
                    <a:pt x="1857" y="958"/>
                    <a:pt x="1819" y="939"/>
                  </a:cubicBezTo>
                  <a:cubicBezTo>
                    <a:pt x="1781" y="862"/>
                    <a:pt x="1762" y="747"/>
                    <a:pt x="1743" y="651"/>
                  </a:cubicBezTo>
                  <a:cubicBezTo>
                    <a:pt x="1666" y="345"/>
                    <a:pt x="1589" y="116"/>
                    <a:pt x="1551" y="58"/>
                  </a:cubicBezTo>
                  <a:cubicBezTo>
                    <a:pt x="1532" y="20"/>
                    <a:pt x="1475"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2"/>
          <p:cNvGrpSpPr/>
          <p:nvPr/>
        </p:nvGrpSpPr>
        <p:grpSpPr>
          <a:xfrm>
            <a:off x="5589564" y="4663805"/>
            <a:ext cx="773154" cy="349422"/>
            <a:chOff x="6892614" y="3632855"/>
            <a:chExt cx="773154" cy="349422"/>
          </a:xfrm>
        </p:grpSpPr>
        <p:sp>
          <p:nvSpPr>
            <p:cNvPr id="55" name="Google Shape;55;p2"/>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 name="Google Shape;57;p2"/>
          <p:cNvGrpSpPr/>
          <p:nvPr/>
        </p:nvGrpSpPr>
        <p:grpSpPr>
          <a:xfrm>
            <a:off x="4693714" y="4464630"/>
            <a:ext cx="773154" cy="349422"/>
            <a:chOff x="6892614" y="3632855"/>
            <a:chExt cx="773154" cy="349422"/>
          </a:xfrm>
        </p:grpSpPr>
        <p:sp>
          <p:nvSpPr>
            <p:cNvPr id="58" name="Google Shape;58;p2"/>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2"/>
          <p:cNvSpPr txBox="1"/>
          <p:nvPr>
            <p:ph type="ctrTitle"/>
          </p:nvPr>
        </p:nvSpPr>
        <p:spPr>
          <a:xfrm>
            <a:off x="958300" y="934675"/>
            <a:ext cx="6528600" cy="23295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4500"/>
              <a:buFont typeface="Murecho Black"/>
              <a:buNone/>
              <a:defRPr b="0" sz="4500">
                <a:latin typeface="Murecho Black"/>
                <a:ea typeface="Murecho Black"/>
                <a:cs typeface="Murecho Black"/>
                <a:sym typeface="Murecho Black"/>
              </a:defRPr>
            </a:lvl1pPr>
            <a:lvl2pPr lvl="1" algn="ctr">
              <a:spcBef>
                <a:spcPts val="0"/>
              </a:spcBef>
              <a:spcAft>
                <a:spcPts val="0"/>
              </a:spcAft>
              <a:buSzPts val="4500"/>
              <a:buFont typeface="Murecho Black"/>
              <a:buNone/>
              <a:defRPr sz="4500">
                <a:latin typeface="Murecho Black"/>
                <a:ea typeface="Murecho Black"/>
                <a:cs typeface="Murecho Black"/>
                <a:sym typeface="Murecho Black"/>
              </a:defRPr>
            </a:lvl2pPr>
            <a:lvl3pPr lvl="2" algn="ctr">
              <a:spcBef>
                <a:spcPts val="0"/>
              </a:spcBef>
              <a:spcAft>
                <a:spcPts val="0"/>
              </a:spcAft>
              <a:buSzPts val="4500"/>
              <a:buFont typeface="Murecho Black"/>
              <a:buNone/>
              <a:defRPr sz="4500">
                <a:latin typeface="Murecho Black"/>
                <a:ea typeface="Murecho Black"/>
                <a:cs typeface="Murecho Black"/>
                <a:sym typeface="Murecho Black"/>
              </a:defRPr>
            </a:lvl3pPr>
            <a:lvl4pPr lvl="3" algn="ctr">
              <a:spcBef>
                <a:spcPts val="0"/>
              </a:spcBef>
              <a:spcAft>
                <a:spcPts val="0"/>
              </a:spcAft>
              <a:buSzPts val="4500"/>
              <a:buFont typeface="Murecho Black"/>
              <a:buNone/>
              <a:defRPr sz="4500">
                <a:latin typeface="Murecho Black"/>
                <a:ea typeface="Murecho Black"/>
                <a:cs typeface="Murecho Black"/>
                <a:sym typeface="Murecho Black"/>
              </a:defRPr>
            </a:lvl4pPr>
            <a:lvl5pPr lvl="4" algn="ctr">
              <a:spcBef>
                <a:spcPts val="0"/>
              </a:spcBef>
              <a:spcAft>
                <a:spcPts val="0"/>
              </a:spcAft>
              <a:buSzPts val="4500"/>
              <a:buFont typeface="Murecho Black"/>
              <a:buNone/>
              <a:defRPr sz="4500">
                <a:latin typeface="Murecho Black"/>
                <a:ea typeface="Murecho Black"/>
                <a:cs typeface="Murecho Black"/>
                <a:sym typeface="Murecho Black"/>
              </a:defRPr>
            </a:lvl5pPr>
            <a:lvl6pPr lvl="5" algn="ctr">
              <a:spcBef>
                <a:spcPts val="0"/>
              </a:spcBef>
              <a:spcAft>
                <a:spcPts val="0"/>
              </a:spcAft>
              <a:buSzPts val="4500"/>
              <a:buFont typeface="Murecho Black"/>
              <a:buNone/>
              <a:defRPr sz="4500">
                <a:latin typeface="Murecho Black"/>
                <a:ea typeface="Murecho Black"/>
                <a:cs typeface="Murecho Black"/>
                <a:sym typeface="Murecho Black"/>
              </a:defRPr>
            </a:lvl6pPr>
            <a:lvl7pPr lvl="6" algn="ctr">
              <a:spcBef>
                <a:spcPts val="0"/>
              </a:spcBef>
              <a:spcAft>
                <a:spcPts val="0"/>
              </a:spcAft>
              <a:buSzPts val="4500"/>
              <a:buFont typeface="Murecho Black"/>
              <a:buNone/>
              <a:defRPr sz="4500">
                <a:latin typeface="Murecho Black"/>
                <a:ea typeface="Murecho Black"/>
                <a:cs typeface="Murecho Black"/>
                <a:sym typeface="Murecho Black"/>
              </a:defRPr>
            </a:lvl7pPr>
            <a:lvl8pPr lvl="7" algn="ctr">
              <a:spcBef>
                <a:spcPts val="0"/>
              </a:spcBef>
              <a:spcAft>
                <a:spcPts val="0"/>
              </a:spcAft>
              <a:buSzPts val="4500"/>
              <a:buFont typeface="Murecho Black"/>
              <a:buNone/>
              <a:defRPr sz="4500">
                <a:latin typeface="Murecho Black"/>
                <a:ea typeface="Murecho Black"/>
                <a:cs typeface="Murecho Black"/>
                <a:sym typeface="Murecho Black"/>
              </a:defRPr>
            </a:lvl8pPr>
            <a:lvl9pPr lvl="8" algn="ctr">
              <a:spcBef>
                <a:spcPts val="0"/>
              </a:spcBef>
              <a:spcAft>
                <a:spcPts val="0"/>
              </a:spcAft>
              <a:buSzPts val="4500"/>
              <a:buFont typeface="Murecho Black"/>
              <a:buNone/>
              <a:defRPr sz="4500">
                <a:latin typeface="Murecho Black"/>
                <a:ea typeface="Murecho Black"/>
                <a:cs typeface="Murecho Black"/>
                <a:sym typeface="Murecho Black"/>
              </a:defRPr>
            </a:lvl9pPr>
          </a:lstStyle>
          <a:p/>
        </p:txBody>
      </p:sp>
      <p:sp>
        <p:nvSpPr>
          <p:cNvPr id="61" name="Google Shape;61;p2"/>
          <p:cNvSpPr txBox="1"/>
          <p:nvPr>
            <p:ph idx="1" type="subTitle"/>
          </p:nvPr>
        </p:nvSpPr>
        <p:spPr>
          <a:xfrm>
            <a:off x="958300" y="3456825"/>
            <a:ext cx="3582900" cy="299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800"/>
              <a:buNone/>
              <a:defRPr sz="1600">
                <a:latin typeface="Assistant"/>
                <a:ea typeface="Assistant"/>
                <a:cs typeface="Assistant"/>
                <a:sym typeface="Assistan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62" name="Google Shape;62;p2"/>
          <p:cNvGrpSpPr/>
          <p:nvPr/>
        </p:nvGrpSpPr>
        <p:grpSpPr>
          <a:xfrm>
            <a:off x="-53414" y="75275"/>
            <a:ext cx="1030439" cy="916872"/>
            <a:chOff x="-53414" y="75275"/>
            <a:chExt cx="1030439" cy="916872"/>
          </a:xfrm>
        </p:grpSpPr>
        <p:sp>
          <p:nvSpPr>
            <p:cNvPr id="63" name="Google Shape;63;p2"/>
            <p:cNvSpPr/>
            <p:nvPr/>
          </p:nvSpPr>
          <p:spPr>
            <a:xfrm>
              <a:off x="454433" y="637041"/>
              <a:ext cx="476508" cy="312428"/>
            </a:xfrm>
            <a:custGeom>
              <a:rect b="b" l="l" r="r" t="t"/>
              <a:pathLst>
                <a:path extrusionOk="0" h="5322" w="8117">
                  <a:moveTo>
                    <a:pt x="5073" y="0"/>
                  </a:moveTo>
                  <a:cubicBezTo>
                    <a:pt x="4690" y="0"/>
                    <a:pt x="4307" y="153"/>
                    <a:pt x="4020" y="479"/>
                  </a:cubicBezTo>
                  <a:cubicBezTo>
                    <a:pt x="3848" y="345"/>
                    <a:pt x="3637" y="230"/>
                    <a:pt x="3389" y="153"/>
                  </a:cubicBezTo>
                  <a:cubicBezTo>
                    <a:pt x="3155" y="73"/>
                    <a:pt x="2944" y="35"/>
                    <a:pt x="2756" y="35"/>
                  </a:cubicBezTo>
                  <a:cubicBezTo>
                    <a:pt x="2451" y="35"/>
                    <a:pt x="2207" y="136"/>
                    <a:pt x="2030" y="326"/>
                  </a:cubicBezTo>
                  <a:cubicBezTo>
                    <a:pt x="1800" y="613"/>
                    <a:pt x="1743" y="1053"/>
                    <a:pt x="1743" y="1283"/>
                  </a:cubicBezTo>
                  <a:cubicBezTo>
                    <a:pt x="1666" y="1264"/>
                    <a:pt x="1589" y="1264"/>
                    <a:pt x="1532" y="1264"/>
                  </a:cubicBezTo>
                  <a:cubicBezTo>
                    <a:pt x="996" y="1264"/>
                    <a:pt x="422" y="1780"/>
                    <a:pt x="211" y="2431"/>
                  </a:cubicBezTo>
                  <a:cubicBezTo>
                    <a:pt x="1" y="3063"/>
                    <a:pt x="154" y="3656"/>
                    <a:pt x="690" y="4039"/>
                  </a:cubicBezTo>
                  <a:cubicBezTo>
                    <a:pt x="996" y="4269"/>
                    <a:pt x="1360" y="4422"/>
                    <a:pt x="1666" y="4460"/>
                  </a:cubicBezTo>
                  <a:cubicBezTo>
                    <a:pt x="1819" y="4996"/>
                    <a:pt x="2240" y="5321"/>
                    <a:pt x="2872" y="5321"/>
                  </a:cubicBezTo>
                  <a:lnTo>
                    <a:pt x="2987" y="5321"/>
                  </a:lnTo>
                  <a:cubicBezTo>
                    <a:pt x="3810" y="5321"/>
                    <a:pt x="4441" y="5168"/>
                    <a:pt x="4862" y="4881"/>
                  </a:cubicBezTo>
                  <a:cubicBezTo>
                    <a:pt x="4901" y="4939"/>
                    <a:pt x="4996" y="5015"/>
                    <a:pt x="5073" y="5092"/>
                  </a:cubicBezTo>
                  <a:cubicBezTo>
                    <a:pt x="5245" y="5226"/>
                    <a:pt x="5456" y="5302"/>
                    <a:pt x="5686" y="5302"/>
                  </a:cubicBezTo>
                  <a:cubicBezTo>
                    <a:pt x="6470" y="5302"/>
                    <a:pt x="7485" y="4556"/>
                    <a:pt x="7868" y="3694"/>
                  </a:cubicBezTo>
                  <a:cubicBezTo>
                    <a:pt x="8116" y="3120"/>
                    <a:pt x="8040" y="2603"/>
                    <a:pt x="7676" y="2221"/>
                  </a:cubicBezTo>
                  <a:cubicBezTo>
                    <a:pt x="7408" y="1934"/>
                    <a:pt x="7102" y="1761"/>
                    <a:pt x="6777" y="1761"/>
                  </a:cubicBezTo>
                  <a:cubicBezTo>
                    <a:pt x="6719" y="1168"/>
                    <a:pt x="6394" y="594"/>
                    <a:pt x="5820" y="230"/>
                  </a:cubicBezTo>
                  <a:cubicBezTo>
                    <a:pt x="5571" y="58"/>
                    <a:pt x="5341" y="0"/>
                    <a:pt x="507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431186" y="641503"/>
              <a:ext cx="526584" cy="300159"/>
            </a:xfrm>
            <a:custGeom>
              <a:rect b="b" l="l" r="r" t="t"/>
              <a:pathLst>
                <a:path extrusionOk="0" h="5113" w="8970">
                  <a:moveTo>
                    <a:pt x="5461" y="0"/>
                  </a:moveTo>
                  <a:cubicBezTo>
                    <a:pt x="5047" y="0"/>
                    <a:pt x="4679" y="230"/>
                    <a:pt x="4425" y="533"/>
                  </a:cubicBezTo>
                  <a:lnTo>
                    <a:pt x="4425" y="533"/>
                  </a:lnTo>
                  <a:cubicBezTo>
                    <a:pt x="4254" y="393"/>
                    <a:pt x="4032" y="268"/>
                    <a:pt x="3746" y="173"/>
                  </a:cubicBezTo>
                  <a:cubicBezTo>
                    <a:pt x="3509" y="94"/>
                    <a:pt x="3309" y="60"/>
                    <a:pt x="3140" y="60"/>
                  </a:cubicBezTo>
                  <a:cubicBezTo>
                    <a:pt x="2083" y="60"/>
                    <a:pt x="2253" y="1398"/>
                    <a:pt x="2253" y="1398"/>
                  </a:cubicBezTo>
                  <a:cubicBezTo>
                    <a:pt x="2145" y="1329"/>
                    <a:pt x="2028" y="1298"/>
                    <a:pt x="1908" y="1298"/>
                  </a:cubicBezTo>
                  <a:cubicBezTo>
                    <a:pt x="1031" y="1298"/>
                    <a:pt x="1" y="2970"/>
                    <a:pt x="1162" y="3829"/>
                  </a:cubicBezTo>
                  <a:cubicBezTo>
                    <a:pt x="1523" y="4101"/>
                    <a:pt x="1865" y="4229"/>
                    <a:pt x="2159" y="4253"/>
                  </a:cubicBezTo>
                  <a:lnTo>
                    <a:pt x="2159" y="4253"/>
                  </a:lnTo>
                  <a:cubicBezTo>
                    <a:pt x="2260" y="4705"/>
                    <a:pt x="2582" y="5097"/>
                    <a:pt x="3268" y="5111"/>
                  </a:cubicBezTo>
                  <a:cubicBezTo>
                    <a:pt x="3311" y="5112"/>
                    <a:pt x="3353" y="5113"/>
                    <a:pt x="3394" y="5113"/>
                  </a:cubicBezTo>
                  <a:cubicBezTo>
                    <a:pt x="4301" y="5113"/>
                    <a:pt x="4919" y="4904"/>
                    <a:pt x="5269" y="4590"/>
                  </a:cubicBezTo>
                  <a:lnTo>
                    <a:pt x="5269" y="4590"/>
                  </a:lnTo>
                  <a:cubicBezTo>
                    <a:pt x="5343" y="4685"/>
                    <a:pt x="5434" y="4777"/>
                    <a:pt x="5546" y="4863"/>
                  </a:cubicBezTo>
                  <a:cubicBezTo>
                    <a:pt x="5703" y="4989"/>
                    <a:pt x="5895" y="5045"/>
                    <a:pt x="6102" y="5045"/>
                  </a:cubicBezTo>
                  <a:cubicBezTo>
                    <a:pt x="7278" y="5045"/>
                    <a:pt x="8969" y="3238"/>
                    <a:pt x="7976" y="2164"/>
                  </a:cubicBezTo>
                  <a:cubicBezTo>
                    <a:pt x="7697" y="1862"/>
                    <a:pt x="7399" y="1748"/>
                    <a:pt x="7118" y="1748"/>
                  </a:cubicBezTo>
                  <a:cubicBezTo>
                    <a:pt x="7090" y="1748"/>
                    <a:pt x="7062" y="1749"/>
                    <a:pt x="7035" y="1751"/>
                  </a:cubicBezTo>
                  <a:lnTo>
                    <a:pt x="7035" y="1751"/>
                  </a:lnTo>
                  <a:cubicBezTo>
                    <a:pt x="7051" y="1225"/>
                    <a:pt x="6791" y="618"/>
                    <a:pt x="6139" y="211"/>
                  </a:cubicBezTo>
                  <a:cubicBezTo>
                    <a:pt x="5907" y="63"/>
                    <a:pt x="5677" y="0"/>
                    <a:pt x="546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 name="Google Shape;65;p2"/>
            <p:cNvGrpSpPr/>
            <p:nvPr/>
          </p:nvGrpSpPr>
          <p:grpSpPr>
            <a:xfrm>
              <a:off x="409524" y="590958"/>
              <a:ext cx="567501" cy="401190"/>
              <a:chOff x="409524" y="590958"/>
              <a:chExt cx="567501" cy="401190"/>
            </a:xfrm>
          </p:grpSpPr>
          <p:sp>
            <p:nvSpPr>
              <p:cNvPr id="66" name="Google Shape;66;p2"/>
              <p:cNvSpPr/>
              <p:nvPr/>
            </p:nvSpPr>
            <p:spPr>
              <a:xfrm>
                <a:off x="409524" y="590958"/>
                <a:ext cx="567501" cy="401190"/>
              </a:xfrm>
              <a:custGeom>
                <a:rect b="b" l="l" r="r" t="t"/>
                <a:pathLst>
                  <a:path extrusionOk="0" h="6834" w="9667">
                    <a:moveTo>
                      <a:pt x="5838" y="1"/>
                    </a:moveTo>
                    <a:cubicBezTo>
                      <a:pt x="5436" y="1"/>
                      <a:pt x="5053" y="135"/>
                      <a:pt x="4709" y="345"/>
                    </a:cubicBezTo>
                    <a:cubicBezTo>
                      <a:pt x="4613" y="288"/>
                      <a:pt x="4498" y="269"/>
                      <a:pt x="4383" y="230"/>
                    </a:cubicBezTo>
                    <a:cubicBezTo>
                      <a:pt x="4058" y="96"/>
                      <a:pt x="3771" y="58"/>
                      <a:pt x="3522" y="58"/>
                    </a:cubicBezTo>
                    <a:cubicBezTo>
                      <a:pt x="3005" y="58"/>
                      <a:pt x="2584" y="249"/>
                      <a:pt x="2278" y="575"/>
                    </a:cubicBezTo>
                    <a:lnTo>
                      <a:pt x="2240" y="613"/>
                    </a:lnTo>
                    <a:cubicBezTo>
                      <a:pt x="2048" y="843"/>
                      <a:pt x="1952" y="1111"/>
                      <a:pt x="1876" y="1340"/>
                    </a:cubicBezTo>
                    <a:cubicBezTo>
                      <a:pt x="1187" y="1551"/>
                      <a:pt x="574" y="2163"/>
                      <a:pt x="306" y="2948"/>
                    </a:cubicBezTo>
                    <a:cubicBezTo>
                      <a:pt x="0" y="3886"/>
                      <a:pt x="249" y="4824"/>
                      <a:pt x="1015" y="5379"/>
                    </a:cubicBezTo>
                    <a:cubicBezTo>
                      <a:pt x="1283" y="5590"/>
                      <a:pt x="1608" y="5762"/>
                      <a:pt x="1914" y="5858"/>
                    </a:cubicBezTo>
                    <a:cubicBezTo>
                      <a:pt x="2240" y="6470"/>
                      <a:pt x="2871" y="6834"/>
                      <a:pt x="3637" y="6834"/>
                    </a:cubicBezTo>
                    <a:lnTo>
                      <a:pt x="3637" y="6776"/>
                    </a:lnTo>
                    <a:lnTo>
                      <a:pt x="3771" y="6776"/>
                    </a:lnTo>
                    <a:cubicBezTo>
                      <a:pt x="4441" y="6776"/>
                      <a:pt x="5053" y="6661"/>
                      <a:pt x="5532" y="6470"/>
                    </a:cubicBezTo>
                    <a:cubicBezTo>
                      <a:pt x="5819" y="6661"/>
                      <a:pt x="6125" y="6757"/>
                      <a:pt x="6489" y="6757"/>
                    </a:cubicBezTo>
                    <a:cubicBezTo>
                      <a:pt x="7561" y="6757"/>
                      <a:pt x="8824" y="5838"/>
                      <a:pt x="9322" y="4728"/>
                    </a:cubicBezTo>
                    <a:cubicBezTo>
                      <a:pt x="9666" y="3886"/>
                      <a:pt x="9532" y="3063"/>
                      <a:pt x="8996" y="2470"/>
                    </a:cubicBezTo>
                    <a:cubicBezTo>
                      <a:pt x="8728" y="2202"/>
                      <a:pt x="8441" y="2010"/>
                      <a:pt x="8154" y="1895"/>
                    </a:cubicBezTo>
                    <a:cubicBezTo>
                      <a:pt x="7963" y="1283"/>
                      <a:pt x="7561" y="728"/>
                      <a:pt x="6986" y="364"/>
                    </a:cubicBezTo>
                    <a:cubicBezTo>
                      <a:pt x="6623" y="135"/>
                      <a:pt x="6240" y="1"/>
                      <a:pt x="5838" y="1"/>
                    </a:cubicBezTo>
                    <a:close/>
                  </a:path>
                </a:pathLst>
              </a:custGeom>
              <a:solidFill>
                <a:schemeClr val="lt1"/>
              </a:solidFill>
              <a:ln>
                <a:noFill/>
              </a:ln>
              <a:effectLst>
                <a:outerShdw blurRad="114300" rotWithShape="0" algn="bl" dir="5220000" dist="85725">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454433" y="637041"/>
                <a:ext cx="476508" cy="312428"/>
              </a:xfrm>
              <a:custGeom>
                <a:rect b="b" l="l" r="r" t="t"/>
                <a:pathLst>
                  <a:path extrusionOk="0" h="5322" w="8117">
                    <a:moveTo>
                      <a:pt x="4059" y="785"/>
                    </a:moveTo>
                    <a:cubicBezTo>
                      <a:pt x="4384" y="1091"/>
                      <a:pt x="4441" y="1474"/>
                      <a:pt x="4346" y="1685"/>
                    </a:cubicBezTo>
                    <a:cubicBezTo>
                      <a:pt x="4310" y="1827"/>
                      <a:pt x="4231" y="1896"/>
                      <a:pt x="4134" y="1896"/>
                    </a:cubicBezTo>
                    <a:cubicBezTo>
                      <a:pt x="4075" y="1896"/>
                      <a:pt x="4009" y="1870"/>
                      <a:pt x="3944" y="1819"/>
                    </a:cubicBezTo>
                    <a:cubicBezTo>
                      <a:pt x="3733" y="1627"/>
                      <a:pt x="3771" y="1168"/>
                      <a:pt x="4059" y="785"/>
                    </a:cubicBezTo>
                    <a:close/>
                    <a:moveTo>
                      <a:pt x="6528" y="1972"/>
                    </a:moveTo>
                    <a:cubicBezTo>
                      <a:pt x="6451" y="2431"/>
                      <a:pt x="6202" y="2737"/>
                      <a:pt x="5858" y="2795"/>
                    </a:cubicBezTo>
                    <a:lnTo>
                      <a:pt x="5781" y="2795"/>
                    </a:lnTo>
                    <a:cubicBezTo>
                      <a:pt x="5686" y="2795"/>
                      <a:pt x="5686" y="2776"/>
                      <a:pt x="5686" y="2737"/>
                    </a:cubicBezTo>
                    <a:cubicBezTo>
                      <a:pt x="5666" y="2546"/>
                      <a:pt x="6030" y="2106"/>
                      <a:pt x="6528" y="1972"/>
                    </a:cubicBezTo>
                    <a:close/>
                    <a:moveTo>
                      <a:pt x="2279" y="3101"/>
                    </a:moveTo>
                    <a:cubicBezTo>
                      <a:pt x="2317" y="3101"/>
                      <a:pt x="2393" y="3159"/>
                      <a:pt x="2432" y="3216"/>
                    </a:cubicBezTo>
                    <a:cubicBezTo>
                      <a:pt x="2604" y="3446"/>
                      <a:pt x="2642" y="3694"/>
                      <a:pt x="2546" y="3886"/>
                    </a:cubicBezTo>
                    <a:cubicBezTo>
                      <a:pt x="2432" y="4116"/>
                      <a:pt x="2202" y="4250"/>
                      <a:pt x="1896" y="4250"/>
                    </a:cubicBezTo>
                    <a:cubicBezTo>
                      <a:pt x="1819" y="3848"/>
                      <a:pt x="1934" y="3407"/>
                      <a:pt x="2106" y="3216"/>
                    </a:cubicBezTo>
                    <a:cubicBezTo>
                      <a:pt x="2145" y="3159"/>
                      <a:pt x="2221" y="3101"/>
                      <a:pt x="2279" y="3101"/>
                    </a:cubicBezTo>
                    <a:close/>
                    <a:moveTo>
                      <a:pt x="4958" y="3465"/>
                    </a:moveTo>
                    <a:cubicBezTo>
                      <a:pt x="4977" y="3465"/>
                      <a:pt x="5016" y="3503"/>
                      <a:pt x="5073" y="3637"/>
                    </a:cubicBezTo>
                    <a:cubicBezTo>
                      <a:pt x="5169" y="3943"/>
                      <a:pt x="5111" y="4250"/>
                      <a:pt x="4901" y="4498"/>
                    </a:cubicBezTo>
                    <a:cubicBezTo>
                      <a:pt x="4709" y="4154"/>
                      <a:pt x="4729" y="3790"/>
                      <a:pt x="4824" y="3580"/>
                    </a:cubicBezTo>
                    <a:cubicBezTo>
                      <a:pt x="4882" y="3484"/>
                      <a:pt x="4920" y="3465"/>
                      <a:pt x="4958" y="3465"/>
                    </a:cubicBezTo>
                    <a:close/>
                    <a:moveTo>
                      <a:pt x="5074" y="242"/>
                    </a:moveTo>
                    <a:cubicBezTo>
                      <a:pt x="5280" y="242"/>
                      <a:pt x="5489" y="300"/>
                      <a:pt x="5686" y="421"/>
                    </a:cubicBezTo>
                    <a:cubicBezTo>
                      <a:pt x="6202" y="728"/>
                      <a:pt x="6509" y="1244"/>
                      <a:pt x="6528" y="1761"/>
                    </a:cubicBezTo>
                    <a:cubicBezTo>
                      <a:pt x="5915" y="1857"/>
                      <a:pt x="5398" y="2431"/>
                      <a:pt x="5437" y="2757"/>
                    </a:cubicBezTo>
                    <a:cubicBezTo>
                      <a:pt x="5437" y="2910"/>
                      <a:pt x="5532" y="3044"/>
                      <a:pt x="5762" y="3044"/>
                    </a:cubicBezTo>
                    <a:lnTo>
                      <a:pt x="5858" y="3044"/>
                    </a:lnTo>
                    <a:cubicBezTo>
                      <a:pt x="6355" y="2986"/>
                      <a:pt x="6719" y="2546"/>
                      <a:pt x="6777" y="1972"/>
                    </a:cubicBezTo>
                    <a:cubicBezTo>
                      <a:pt x="7025" y="1991"/>
                      <a:pt x="7293" y="2125"/>
                      <a:pt x="7504" y="2355"/>
                    </a:cubicBezTo>
                    <a:cubicBezTo>
                      <a:pt x="7887" y="2776"/>
                      <a:pt x="7791" y="3254"/>
                      <a:pt x="7657" y="3580"/>
                    </a:cubicBezTo>
                    <a:cubicBezTo>
                      <a:pt x="7312" y="4345"/>
                      <a:pt x="6375" y="5034"/>
                      <a:pt x="5686" y="5034"/>
                    </a:cubicBezTo>
                    <a:cubicBezTo>
                      <a:pt x="5494" y="5034"/>
                      <a:pt x="5341" y="4977"/>
                      <a:pt x="5207" y="4881"/>
                    </a:cubicBezTo>
                    <a:cubicBezTo>
                      <a:pt x="5150" y="4805"/>
                      <a:pt x="5073" y="4747"/>
                      <a:pt x="5016" y="4690"/>
                    </a:cubicBezTo>
                    <a:cubicBezTo>
                      <a:pt x="5303" y="4364"/>
                      <a:pt x="5398" y="3962"/>
                      <a:pt x="5284" y="3560"/>
                    </a:cubicBezTo>
                    <a:cubicBezTo>
                      <a:pt x="5188" y="3273"/>
                      <a:pt x="5054" y="3216"/>
                      <a:pt x="4958" y="3216"/>
                    </a:cubicBezTo>
                    <a:cubicBezTo>
                      <a:pt x="4824" y="3216"/>
                      <a:pt x="4709" y="3312"/>
                      <a:pt x="4614" y="3484"/>
                    </a:cubicBezTo>
                    <a:cubicBezTo>
                      <a:pt x="4480" y="3771"/>
                      <a:pt x="4441" y="4230"/>
                      <a:pt x="4709" y="4652"/>
                    </a:cubicBezTo>
                    <a:cubicBezTo>
                      <a:pt x="4441" y="4881"/>
                      <a:pt x="3925" y="5092"/>
                      <a:pt x="2987" y="5092"/>
                    </a:cubicBezTo>
                    <a:lnTo>
                      <a:pt x="2891" y="5092"/>
                    </a:lnTo>
                    <a:cubicBezTo>
                      <a:pt x="2298" y="5073"/>
                      <a:pt x="2030" y="4785"/>
                      <a:pt x="1934" y="4460"/>
                    </a:cubicBezTo>
                    <a:cubicBezTo>
                      <a:pt x="2298" y="4441"/>
                      <a:pt x="2604" y="4250"/>
                      <a:pt x="2776" y="4001"/>
                    </a:cubicBezTo>
                    <a:cubicBezTo>
                      <a:pt x="2910" y="3714"/>
                      <a:pt x="2872" y="3388"/>
                      <a:pt x="2623" y="3101"/>
                    </a:cubicBezTo>
                    <a:cubicBezTo>
                      <a:pt x="2508" y="2929"/>
                      <a:pt x="2393" y="2910"/>
                      <a:pt x="2298" y="2910"/>
                    </a:cubicBezTo>
                    <a:cubicBezTo>
                      <a:pt x="2145" y="2910"/>
                      <a:pt x="2030" y="2986"/>
                      <a:pt x="1934" y="3101"/>
                    </a:cubicBezTo>
                    <a:cubicBezTo>
                      <a:pt x="1743" y="3331"/>
                      <a:pt x="1589" y="3790"/>
                      <a:pt x="1647" y="4250"/>
                    </a:cubicBezTo>
                    <a:cubicBezTo>
                      <a:pt x="1379" y="4192"/>
                      <a:pt x="1130" y="4058"/>
                      <a:pt x="862" y="3867"/>
                    </a:cubicBezTo>
                    <a:cubicBezTo>
                      <a:pt x="230" y="3407"/>
                      <a:pt x="364" y="2795"/>
                      <a:pt x="460" y="2527"/>
                    </a:cubicBezTo>
                    <a:cubicBezTo>
                      <a:pt x="613" y="1972"/>
                      <a:pt x="1111" y="1512"/>
                      <a:pt x="1532" y="1512"/>
                    </a:cubicBezTo>
                    <a:cubicBezTo>
                      <a:pt x="1628" y="1512"/>
                      <a:pt x="1723" y="1551"/>
                      <a:pt x="1819" y="1589"/>
                    </a:cubicBezTo>
                    <a:cubicBezTo>
                      <a:pt x="1829" y="1599"/>
                      <a:pt x="1848" y="1603"/>
                      <a:pt x="1869" y="1603"/>
                    </a:cubicBezTo>
                    <a:cubicBezTo>
                      <a:pt x="1891" y="1603"/>
                      <a:pt x="1915" y="1599"/>
                      <a:pt x="1934" y="1589"/>
                    </a:cubicBezTo>
                    <a:cubicBezTo>
                      <a:pt x="1953" y="1570"/>
                      <a:pt x="1991" y="1512"/>
                      <a:pt x="1991" y="1474"/>
                    </a:cubicBezTo>
                    <a:cubicBezTo>
                      <a:pt x="1991" y="1474"/>
                      <a:pt x="1896" y="823"/>
                      <a:pt x="2202" y="498"/>
                    </a:cubicBezTo>
                    <a:cubicBezTo>
                      <a:pt x="2322" y="357"/>
                      <a:pt x="2491" y="289"/>
                      <a:pt x="2710" y="289"/>
                    </a:cubicBezTo>
                    <a:cubicBezTo>
                      <a:pt x="2876" y="289"/>
                      <a:pt x="3070" y="328"/>
                      <a:pt x="3293" y="402"/>
                    </a:cubicBezTo>
                    <a:cubicBezTo>
                      <a:pt x="3523" y="460"/>
                      <a:pt x="3714" y="536"/>
                      <a:pt x="3848" y="651"/>
                    </a:cubicBezTo>
                    <a:cubicBezTo>
                      <a:pt x="3542" y="1110"/>
                      <a:pt x="3427" y="1704"/>
                      <a:pt x="3771" y="2029"/>
                    </a:cubicBezTo>
                    <a:cubicBezTo>
                      <a:pt x="3867" y="2125"/>
                      <a:pt x="4001" y="2163"/>
                      <a:pt x="4116" y="2163"/>
                    </a:cubicBezTo>
                    <a:cubicBezTo>
                      <a:pt x="4327" y="2163"/>
                      <a:pt x="4499" y="2029"/>
                      <a:pt x="4575" y="1800"/>
                    </a:cubicBezTo>
                    <a:cubicBezTo>
                      <a:pt x="4690" y="1493"/>
                      <a:pt x="4614" y="1015"/>
                      <a:pt x="4212" y="632"/>
                    </a:cubicBezTo>
                    <a:cubicBezTo>
                      <a:pt x="4455" y="378"/>
                      <a:pt x="4760" y="242"/>
                      <a:pt x="5074" y="242"/>
                    </a:cubicBezTo>
                    <a:close/>
                    <a:moveTo>
                      <a:pt x="5073" y="0"/>
                    </a:moveTo>
                    <a:cubicBezTo>
                      <a:pt x="4690" y="0"/>
                      <a:pt x="4307" y="153"/>
                      <a:pt x="4020" y="479"/>
                    </a:cubicBezTo>
                    <a:cubicBezTo>
                      <a:pt x="3848" y="345"/>
                      <a:pt x="3637" y="230"/>
                      <a:pt x="3389" y="153"/>
                    </a:cubicBezTo>
                    <a:cubicBezTo>
                      <a:pt x="3155" y="73"/>
                      <a:pt x="2944" y="35"/>
                      <a:pt x="2756" y="35"/>
                    </a:cubicBezTo>
                    <a:cubicBezTo>
                      <a:pt x="2451" y="35"/>
                      <a:pt x="2207" y="136"/>
                      <a:pt x="2030" y="326"/>
                    </a:cubicBezTo>
                    <a:cubicBezTo>
                      <a:pt x="1800" y="613"/>
                      <a:pt x="1743" y="1053"/>
                      <a:pt x="1743" y="1283"/>
                    </a:cubicBezTo>
                    <a:cubicBezTo>
                      <a:pt x="1666" y="1264"/>
                      <a:pt x="1589" y="1264"/>
                      <a:pt x="1532" y="1264"/>
                    </a:cubicBezTo>
                    <a:cubicBezTo>
                      <a:pt x="996" y="1264"/>
                      <a:pt x="422" y="1780"/>
                      <a:pt x="211" y="2431"/>
                    </a:cubicBezTo>
                    <a:cubicBezTo>
                      <a:pt x="1" y="3044"/>
                      <a:pt x="154" y="3656"/>
                      <a:pt x="690" y="4039"/>
                    </a:cubicBezTo>
                    <a:cubicBezTo>
                      <a:pt x="996" y="4269"/>
                      <a:pt x="1360" y="4422"/>
                      <a:pt x="1666" y="4460"/>
                    </a:cubicBezTo>
                    <a:cubicBezTo>
                      <a:pt x="1819" y="4996"/>
                      <a:pt x="2240" y="5321"/>
                      <a:pt x="2872" y="5321"/>
                    </a:cubicBezTo>
                    <a:lnTo>
                      <a:pt x="2987" y="5321"/>
                    </a:lnTo>
                    <a:cubicBezTo>
                      <a:pt x="3810" y="5321"/>
                      <a:pt x="4441" y="5168"/>
                      <a:pt x="4862" y="4881"/>
                    </a:cubicBezTo>
                    <a:cubicBezTo>
                      <a:pt x="4901" y="4939"/>
                      <a:pt x="4996" y="5015"/>
                      <a:pt x="5073" y="5092"/>
                    </a:cubicBezTo>
                    <a:cubicBezTo>
                      <a:pt x="5245" y="5226"/>
                      <a:pt x="5456" y="5302"/>
                      <a:pt x="5686" y="5302"/>
                    </a:cubicBezTo>
                    <a:cubicBezTo>
                      <a:pt x="6489" y="5302"/>
                      <a:pt x="7485" y="4556"/>
                      <a:pt x="7868" y="3694"/>
                    </a:cubicBezTo>
                    <a:cubicBezTo>
                      <a:pt x="8116" y="3120"/>
                      <a:pt x="8040" y="2603"/>
                      <a:pt x="7676" y="2221"/>
                    </a:cubicBezTo>
                    <a:cubicBezTo>
                      <a:pt x="7408" y="1934"/>
                      <a:pt x="7102" y="1761"/>
                      <a:pt x="6777" y="1761"/>
                    </a:cubicBezTo>
                    <a:cubicBezTo>
                      <a:pt x="6719" y="1168"/>
                      <a:pt x="6394" y="594"/>
                      <a:pt x="5820" y="230"/>
                    </a:cubicBezTo>
                    <a:cubicBezTo>
                      <a:pt x="5571" y="58"/>
                      <a:pt x="5341" y="0"/>
                      <a:pt x="50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 name="Google Shape;68;p2"/>
            <p:cNvGrpSpPr/>
            <p:nvPr/>
          </p:nvGrpSpPr>
          <p:grpSpPr>
            <a:xfrm>
              <a:off x="-53414" y="75275"/>
              <a:ext cx="984372" cy="866371"/>
              <a:chOff x="118461" y="156125"/>
              <a:chExt cx="984372" cy="866371"/>
            </a:xfrm>
          </p:grpSpPr>
          <p:sp>
            <p:nvSpPr>
              <p:cNvPr id="69" name="Google Shape;69;p2"/>
              <p:cNvSpPr/>
              <p:nvPr/>
            </p:nvSpPr>
            <p:spPr>
              <a:xfrm>
                <a:off x="766923" y="198687"/>
                <a:ext cx="259535" cy="165255"/>
              </a:xfrm>
              <a:custGeom>
                <a:rect b="b" l="l" r="r" t="t"/>
                <a:pathLst>
                  <a:path extrusionOk="0" h="2815" w="4421">
                    <a:moveTo>
                      <a:pt x="2465" y="0"/>
                    </a:moveTo>
                    <a:cubicBezTo>
                      <a:pt x="1858" y="0"/>
                      <a:pt x="1646" y="1023"/>
                      <a:pt x="1664" y="1572"/>
                    </a:cubicBezTo>
                    <a:cubicBezTo>
                      <a:pt x="1530" y="1438"/>
                      <a:pt x="1312" y="1320"/>
                      <a:pt x="1063" y="1320"/>
                    </a:cubicBezTo>
                    <a:cubicBezTo>
                      <a:pt x="919" y="1320"/>
                      <a:pt x="765" y="1359"/>
                      <a:pt x="611" y="1457"/>
                    </a:cubicBezTo>
                    <a:cubicBezTo>
                      <a:pt x="1" y="1841"/>
                      <a:pt x="865" y="2814"/>
                      <a:pt x="1782" y="2814"/>
                    </a:cubicBezTo>
                    <a:cubicBezTo>
                      <a:pt x="2101" y="2814"/>
                      <a:pt x="2426" y="2696"/>
                      <a:pt x="2698" y="2395"/>
                    </a:cubicBezTo>
                    <a:cubicBezTo>
                      <a:pt x="2698" y="2395"/>
                      <a:pt x="4420" y="481"/>
                      <a:pt x="2621" y="22"/>
                    </a:cubicBezTo>
                    <a:cubicBezTo>
                      <a:pt x="2566" y="7"/>
                      <a:pt x="2514" y="0"/>
                      <a:pt x="24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742091" y="156125"/>
                <a:ext cx="360742" cy="371955"/>
              </a:xfrm>
              <a:custGeom>
                <a:rect b="b" l="l" r="r" t="t"/>
                <a:pathLst>
                  <a:path extrusionOk="0" h="6336" w="6145">
                    <a:moveTo>
                      <a:pt x="2872" y="0"/>
                    </a:moveTo>
                    <a:cubicBezTo>
                      <a:pt x="2508" y="0"/>
                      <a:pt x="2202" y="134"/>
                      <a:pt x="1934" y="402"/>
                    </a:cubicBezTo>
                    <a:cubicBezTo>
                      <a:pt x="1704" y="670"/>
                      <a:pt x="1551" y="976"/>
                      <a:pt x="1455" y="1321"/>
                    </a:cubicBezTo>
                    <a:cubicBezTo>
                      <a:pt x="1168" y="1321"/>
                      <a:pt x="881" y="1417"/>
                      <a:pt x="632" y="1570"/>
                    </a:cubicBezTo>
                    <a:cubicBezTo>
                      <a:pt x="173" y="1857"/>
                      <a:pt x="1" y="2374"/>
                      <a:pt x="154" y="2871"/>
                    </a:cubicBezTo>
                    <a:cubicBezTo>
                      <a:pt x="307" y="3445"/>
                      <a:pt x="862" y="3924"/>
                      <a:pt x="1494" y="4135"/>
                    </a:cubicBezTo>
                    <a:cubicBezTo>
                      <a:pt x="1417" y="4402"/>
                      <a:pt x="1398" y="4670"/>
                      <a:pt x="1417" y="4919"/>
                    </a:cubicBezTo>
                    <a:cubicBezTo>
                      <a:pt x="1455" y="5761"/>
                      <a:pt x="1991" y="6336"/>
                      <a:pt x="2642" y="6336"/>
                    </a:cubicBezTo>
                    <a:cubicBezTo>
                      <a:pt x="2776" y="6336"/>
                      <a:pt x="2929" y="6317"/>
                      <a:pt x="3082" y="6240"/>
                    </a:cubicBezTo>
                    <a:cubicBezTo>
                      <a:pt x="3370" y="6125"/>
                      <a:pt x="3618" y="5934"/>
                      <a:pt x="3791" y="5685"/>
                    </a:cubicBezTo>
                    <a:cubicBezTo>
                      <a:pt x="4039" y="5781"/>
                      <a:pt x="4307" y="5838"/>
                      <a:pt x="4556" y="5838"/>
                    </a:cubicBezTo>
                    <a:cubicBezTo>
                      <a:pt x="5150" y="5838"/>
                      <a:pt x="5628" y="5532"/>
                      <a:pt x="5820" y="4996"/>
                    </a:cubicBezTo>
                    <a:cubicBezTo>
                      <a:pt x="6145" y="4230"/>
                      <a:pt x="5953" y="3713"/>
                      <a:pt x="5743" y="3407"/>
                    </a:cubicBezTo>
                    <a:cubicBezTo>
                      <a:pt x="5456" y="2986"/>
                      <a:pt x="4958" y="2737"/>
                      <a:pt x="4288" y="2661"/>
                    </a:cubicBezTo>
                    <a:cubicBezTo>
                      <a:pt x="4499" y="2201"/>
                      <a:pt x="4671" y="1665"/>
                      <a:pt x="4499" y="1149"/>
                    </a:cubicBezTo>
                    <a:cubicBezTo>
                      <a:pt x="4384" y="766"/>
                      <a:pt x="4078" y="268"/>
                      <a:pt x="3216" y="38"/>
                    </a:cubicBezTo>
                    <a:cubicBezTo>
                      <a:pt x="3082" y="19"/>
                      <a:pt x="2987" y="0"/>
                      <a:pt x="2872" y="0"/>
                    </a:cubicBezTo>
                    <a:close/>
                  </a:path>
                </a:pathLst>
              </a:custGeom>
              <a:solidFill>
                <a:schemeClr val="lt1"/>
              </a:solidFill>
              <a:ln>
                <a:noFill/>
              </a:ln>
              <a:effectLst>
                <a:outerShdw blurRad="85725" rotWithShape="0" algn="bl" dir="4860000" dist="571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849346" y="351321"/>
                <a:ext cx="224840" cy="136078"/>
              </a:xfrm>
              <a:custGeom>
                <a:rect b="b" l="l" r="r" t="t"/>
                <a:pathLst>
                  <a:path extrusionOk="0" h="2318" w="3830">
                    <a:moveTo>
                      <a:pt x="1899" y="1"/>
                    </a:moveTo>
                    <a:cubicBezTo>
                      <a:pt x="1637" y="1"/>
                      <a:pt x="1447" y="25"/>
                      <a:pt x="1447" y="25"/>
                    </a:cubicBezTo>
                    <a:cubicBezTo>
                      <a:pt x="0" y="221"/>
                      <a:pt x="87" y="2317"/>
                      <a:pt x="835" y="2317"/>
                    </a:cubicBezTo>
                    <a:cubicBezTo>
                      <a:pt x="889" y="2317"/>
                      <a:pt x="946" y="2306"/>
                      <a:pt x="1007" y="2283"/>
                    </a:cubicBezTo>
                    <a:cubicBezTo>
                      <a:pt x="1485" y="2092"/>
                      <a:pt x="1581" y="1652"/>
                      <a:pt x="1523" y="1345"/>
                    </a:cubicBezTo>
                    <a:lnTo>
                      <a:pt x="1523" y="1345"/>
                    </a:lnTo>
                    <a:cubicBezTo>
                      <a:pt x="1813" y="1577"/>
                      <a:pt x="2319" y="1815"/>
                      <a:pt x="2733" y="1815"/>
                    </a:cubicBezTo>
                    <a:cubicBezTo>
                      <a:pt x="3004" y="1815"/>
                      <a:pt x="3236" y="1714"/>
                      <a:pt x="3342" y="1441"/>
                    </a:cubicBezTo>
                    <a:cubicBezTo>
                      <a:pt x="3829" y="173"/>
                      <a:pt x="2603" y="1"/>
                      <a:pt x="18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947737" y="315687"/>
                <a:ext cx="112420" cy="42737"/>
              </a:xfrm>
              <a:custGeom>
                <a:rect b="b" l="l" r="r" t="t"/>
                <a:pathLst>
                  <a:path extrusionOk="0" h="728" w="1915">
                    <a:moveTo>
                      <a:pt x="914" y="1"/>
                    </a:moveTo>
                    <a:cubicBezTo>
                      <a:pt x="461" y="1"/>
                      <a:pt x="90" y="252"/>
                      <a:pt x="58" y="268"/>
                    </a:cubicBezTo>
                    <a:cubicBezTo>
                      <a:pt x="20" y="326"/>
                      <a:pt x="1" y="402"/>
                      <a:pt x="39" y="440"/>
                    </a:cubicBezTo>
                    <a:cubicBezTo>
                      <a:pt x="61" y="474"/>
                      <a:pt x="96" y="494"/>
                      <a:pt x="133" y="494"/>
                    </a:cubicBezTo>
                    <a:cubicBezTo>
                      <a:pt x="160" y="494"/>
                      <a:pt x="187" y="484"/>
                      <a:pt x="211" y="460"/>
                    </a:cubicBezTo>
                    <a:cubicBezTo>
                      <a:pt x="211" y="460"/>
                      <a:pt x="583" y="230"/>
                      <a:pt x="981" y="230"/>
                    </a:cubicBezTo>
                    <a:cubicBezTo>
                      <a:pt x="1043" y="230"/>
                      <a:pt x="1106" y="236"/>
                      <a:pt x="1168" y="249"/>
                    </a:cubicBezTo>
                    <a:cubicBezTo>
                      <a:pt x="1379" y="326"/>
                      <a:pt x="1551" y="440"/>
                      <a:pt x="1685" y="689"/>
                    </a:cubicBezTo>
                    <a:cubicBezTo>
                      <a:pt x="1723" y="708"/>
                      <a:pt x="1742" y="727"/>
                      <a:pt x="1781" y="727"/>
                    </a:cubicBezTo>
                    <a:cubicBezTo>
                      <a:pt x="1806" y="727"/>
                      <a:pt x="1823" y="719"/>
                      <a:pt x="1832" y="719"/>
                    </a:cubicBezTo>
                    <a:cubicBezTo>
                      <a:pt x="1836" y="719"/>
                      <a:pt x="1838" y="721"/>
                      <a:pt x="1838" y="727"/>
                    </a:cubicBezTo>
                    <a:cubicBezTo>
                      <a:pt x="1915" y="689"/>
                      <a:pt x="1915" y="613"/>
                      <a:pt x="1876" y="555"/>
                    </a:cubicBezTo>
                    <a:cubicBezTo>
                      <a:pt x="1723" y="268"/>
                      <a:pt x="1493" y="115"/>
                      <a:pt x="1206" y="38"/>
                    </a:cubicBezTo>
                    <a:cubicBezTo>
                      <a:pt x="1107" y="12"/>
                      <a:pt x="1009" y="1"/>
                      <a:pt x="9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942101" y="229977"/>
                <a:ext cx="69742" cy="100327"/>
              </a:xfrm>
              <a:custGeom>
                <a:rect b="b" l="l" r="r" t="t"/>
                <a:pathLst>
                  <a:path extrusionOk="0" h="1709" w="1188">
                    <a:moveTo>
                      <a:pt x="821" y="1"/>
                    </a:moveTo>
                    <a:cubicBezTo>
                      <a:pt x="790" y="1"/>
                      <a:pt x="757" y="15"/>
                      <a:pt x="728" y="44"/>
                    </a:cubicBezTo>
                    <a:cubicBezTo>
                      <a:pt x="690" y="82"/>
                      <a:pt x="690" y="159"/>
                      <a:pt x="728" y="197"/>
                    </a:cubicBezTo>
                    <a:cubicBezTo>
                      <a:pt x="728" y="197"/>
                      <a:pt x="920" y="427"/>
                      <a:pt x="881" y="714"/>
                    </a:cubicBezTo>
                    <a:cubicBezTo>
                      <a:pt x="824" y="962"/>
                      <a:pt x="537" y="1250"/>
                      <a:pt x="58" y="1479"/>
                    </a:cubicBezTo>
                    <a:cubicBezTo>
                      <a:pt x="20" y="1518"/>
                      <a:pt x="1" y="1594"/>
                      <a:pt x="20" y="1632"/>
                    </a:cubicBezTo>
                    <a:cubicBezTo>
                      <a:pt x="39" y="1690"/>
                      <a:pt x="77" y="1709"/>
                      <a:pt x="135" y="1709"/>
                    </a:cubicBezTo>
                    <a:cubicBezTo>
                      <a:pt x="135" y="1709"/>
                      <a:pt x="154" y="1709"/>
                      <a:pt x="135" y="1690"/>
                    </a:cubicBezTo>
                    <a:cubicBezTo>
                      <a:pt x="690" y="1422"/>
                      <a:pt x="1015" y="1116"/>
                      <a:pt x="1092" y="752"/>
                    </a:cubicBezTo>
                    <a:cubicBezTo>
                      <a:pt x="1188" y="350"/>
                      <a:pt x="900" y="63"/>
                      <a:pt x="900" y="44"/>
                    </a:cubicBezTo>
                    <a:cubicBezTo>
                      <a:pt x="881" y="15"/>
                      <a:pt x="853" y="1"/>
                      <a:pt x="8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734224" y="390537"/>
                <a:ext cx="41622" cy="28589"/>
              </a:xfrm>
              <a:custGeom>
                <a:rect b="b" l="l" r="r" t="t"/>
                <a:pathLst>
                  <a:path extrusionOk="0" h="487" w="709">
                    <a:moveTo>
                      <a:pt x="139" y="1"/>
                    </a:moveTo>
                    <a:cubicBezTo>
                      <a:pt x="83" y="1"/>
                      <a:pt x="35" y="26"/>
                      <a:pt x="20" y="84"/>
                    </a:cubicBezTo>
                    <a:cubicBezTo>
                      <a:pt x="1" y="142"/>
                      <a:pt x="20" y="218"/>
                      <a:pt x="96" y="237"/>
                    </a:cubicBezTo>
                    <a:cubicBezTo>
                      <a:pt x="326" y="371"/>
                      <a:pt x="498" y="448"/>
                      <a:pt x="498" y="448"/>
                    </a:cubicBezTo>
                    <a:cubicBezTo>
                      <a:pt x="518" y="486"/>
                      <a:pt x="537" y="486"/>
                      <a:pt x="575" y="486"/>
                    </a:cubicBezTo>
                    <a:cubicBezTo>
                      <a:pt x="613" y="486"/>
                      <a:pt x="632" y="448"/>
                      <a:pt x="690" y="390"/>
                    </a:cubicBezTo>
                    <a:cubicBezTo>
                      <a:pt x="709" y="314"/>
                      <a:pt x="690" y="237"/>
                      <a:pt x="632" y="218"/>
                    </a:cubicBezTo>
                    <a:cubicBezTo>
                      <a:pt x="613" y="218"/>
                      <a:pt x="441" y="122"/>
                      <a:pt x="192" y="8"/>
                    </a:cubicBezTo>
                    <a:cubicBezTo>
                      <a:pt x="174" y="3"/>
                      <a:pt x="156" y="1"/>
                      <a:pt x="1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680333" y="375214"/>
                <a:ext cx="42737" cy="21427"/>
              </a:xfrm>
              <a:custGeom>
                <a:rect b="b" l="l" r="r" t="t"/>
                <a:pathLst>
                  <a:path extrusionOk="0" h="365" w="728">
                    <a:moveTo>
                      <a:pt x="153" y="1"/>
                    </a:moveTo>
                    <a:cubicBezTo>
                      <a:pt x="77" y="1"/>
                      <a:pt x="19" y="20"/>
                      <a:pt x="0" y="96"/>
                    </a:cubicBezTo>
                    <a:cubicBezTo>
                      <a:pt x="0" y="173"/>
                      <a:pt x="19" y="211"/>
                      <a:pt x="96" y="249"/>
                    </a:cubicBezTo>
                    <a:cubicBezTo>
                      <a:pt x="249" y="269"/>
                      <a:pt x="402" y="307"/>
                      <a:pt x="555" y="364"/>
                    </a:cubicBezTo>
                    <a:lnTo>
                      <a:pt x="593" y="364"/>
                    </a:lnTo>
                    <a:cubicBezTo>
                      <a:pt x="651" y="364"/>
                      <a:pt x="689" y="345"/>
                      <a:pt x="689" y="269"/>
                    </a:cubicBezTo>
                    <a:cubicBezTo>
                      <a:pt x="727" y="211"/>
                      <a:pt x="689" y="154"/>
                      <a:pt x="632" y="115"/>
                    </a:cubicBezTo>
                    <a:cubicBezTo>
                      <a:pt x="459" y="77"/>
                      <a:pt x="306" y="20"/>
                      <a:pt x="1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766923" y="198745"/>
                <a:ext cx="259535" cy="165196"/>
              </a:xfrm>
              <a:custGeom>
                <a:rect b="b" l="l" r="r" t="t"/>
                <a:pathLst>
                  <a:path extrusionOk="0" h="2814" w="4421">
                    <a:moveTo>
                      <a:pt x="2467" y="0"/>
                    </a:moveTo>
                    <a:cubicBezTo>
                      <a:pt x="1863" y="0"/>
                      <a:pt x="1628" y="1009"/>
                      <a:pt x="1655" y="1563"/>
                    </a:cubicBezTo>
                    <a:lnTo>
                      <a:pt x="1655" y="1563"/>
                    </a:lnTo>
                    <a:cubicBezTo>
                      <a:pt x="1514" y="1433"/>
                      <a:pt x="1305" y="1317"/>
                      <a:pt x="1063" y="1317"/>
                    </a:cubicBezTo>
                    <a:cubicBezTo>
                      <a:pt x="922" y="1317"/>
                      <a:pt x="769" y="1356"/>
                      <a:pt x="611" y="1456"/>
                    </a:cubicBezTo>
                    <a:cubicBezTo>
                      <a:pt x="1" y="1840"/>
                      <a:pt x="865" y="2813"/>
                      <a:pt x="1782" y="2813"/>
                    </a:cubicBezTo>
                    <a:cubicBezTo>
                      <a:pt x="2101" y="2813"/>
                      <a:pt x="2426" y="2695"/>
                      <a:pt x="2698" y="2394"/>
                    </a:cubicBezTo>
                    <a:cubicBezTo>
                      <a:pt x="2698" y="2394"/>
                      <a:pt x="4420" y="480"/>
                      <a:pt x="2621" y="21"/>
                    </a:cubicBezTo>
                    <a:cubicBezTo>
                      <a:pt x="2567" y="7"/>
                      <a:pt x="2516" y="0"/>
                      <a:pt x="24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849346" y="351321"/>
                <a:ext cx="224840" cy="136078"/>
              </a:xfrm>
              <a:custGeom>
                <a:rect b="b" l="l" r="r" t="t"/>
                <a:pathLst>
                  <a:path extrusionOk="0" h="2318" w="3830">
                    <a:moveTo>
                      <a:pt x="1899" y="1"/>
                    </a:moveTo>
                    <a:cubicBezTo>
                      <a:pt x="1637" y="1"/>
                      <a:pt x="1447" y="25"/>
                      <a:pt x="1447" y="25"/>
                    </a:cubicBezTo>
                    <a:cubicBezTo>
                      <a:pt x="0" y="221"/>
                      <a:pt x="87" y="2317"/>
                      <a:pt x="835" y="2317"/>
                    </a:cubicBezTo>
                    <a:cubicBezTo>
                      <a:pt x="889" y="2317"/>
                      <a:pt x="946" y="2306"/>
                      <a:pt x="1007" y="2283"/>
                    </a:cubicBezTo>
                    <a:cubicBezTo>
                      <a:pt x="1489" y="2084"/>
                      <a:pt x="1569" y="1655"/>
                      <a:pt x="1524" y="1352"/>
                    </a:cubicBezTo>
                    <a:lnTo>
                      <a:pt x="1524" y="1352"/>
                    </a:lnTo>
                    <a:cubicBezTo>
                      <a:pt x="1811" y="1572"/>
                      <a:pt x="2330" y="1814"/>
                      <a:pt x="2748" y="1814"/>
                    </a:cubicBezTo>
                    <a:cubicBezTo>
                      <a:pt x="3018" y="1814"/>
                      <a:pt x="3245" y="1714"/>
                      <a:pt x="3342" y="1441"/>
                    </a:cubicBezTo>
                    <a:cubicBezTo>
                      <a:pt x="3829" y="173"/>
                      <a:pt x="2603" y="1"/>
                      <a:pt x="18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946621" y="315687"/>
                <a:ext cx="112420" cy="42737"/>
              </a:xfrm>
              <a:custGeom>
                <a:rect b="b" l="l" r="r" t="t"/>
                <a:pathLst>
                  <a:path extrusionOk="0" h="728" w="1915">
                    <a:moveTo>
                      <a:pt x="933" y="1"/>
                    </a:moveTo>
                    <a:cubicBezTo>
                      <a:pt x="480" y="1"/>
                      <a:pt x="109" y="252"/>
                      <a:pt x="77" y="268"/>
                    </a:cubicBezTo>
                    <a:cubicBezTo>
                      <a:pt x="39" y="326"/>
                      <a:pt x="0" y="383"/>
                      <a:pt x="58" y="440"/>
                    </a:cubicBezTo>
                    <a:cubicBezTo>
                      <a:pt x="91" y="474"/>
                      <a:pt x="125" y="494"/>
                      <a:pt x="158" y="494"/>
                    </a:cubicBezTo>
                    <a:cubicBezTo>
                      <a:pt x="182" y="494"/>
                      <a:pt x="206" y="484"/>
                      <a:pt x="230" y="460"/>
                    </a:cubicBezTo>
                    <a:cubicBezTo>
                      <a:pt x="230" y="460"/>
                      <a:pt x="602" y="230"/>
                      <a:pt x="1000" y="230"/>
                    </a:cubicBezTo>
                    <a:cubicBezTo>
                      <a:pt x="1062" y="230"/>
                      <a:pt x="1125" y="236"/>
                      <a:pt x="1187" y="249"/>
                    </a:cubicBezTo>
                    <a:cubicBezTo>
                      <a:pt x="1398" y="326"/>
                      <a:pt x="1570" y="440"/>
                      <a:pt x="1704" y="689"/>
                    </a:cubicBezTo>
                    <a:cubicBezTo>
                      <a:pt x="1742" y="708"/>
                      <a:pt x="1761" y="727"/>
                      <a:pt x="1800" y="727"/>
                    </a:cubicBezTo>
                    <a:cubicBezTo>
                      <a:pt x="1825" y="727"/>
                      <a:pt x="1842" y="719"/>
                      <a:pt x="1851" y="719"/>
                    </a:cubicBezTo>
                    <a:cubicBezTo>
                      <a:pt x="1855" y="719"/>
                      <a:pt x="1857" y="721"/>
                      <a:pt x="1857" y="727"/>
                    </a:cubicBezTo>
                    <a:cubicBezTo>
                      <a:pt x="1914" y="689"/>
                      <a:pt x="1914" y="613"/>
                      <a:pt x="1895" y="555"/>
                    </a:cubicBezTo>
                    <a:cubicBezTo>
                      <a:pt x="1742" y="268"/>
                      <a:pt x="1512" y="115"/>
                      <a:pt x="1225" y="38"/>
                    </a:cubicBezTo>
                    <a:cubicBezTo>
                      <a:pt x="1126" y="12"/>
                      <a:pt x="1028" y="1"/>
                      <a:pt x="9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942101" y="229977"/>
                <a:ext cx="69742" cy="100327"/>
              </a:xfrm>
              <a:custGeom>
                <a:rect b="b" l="l" r="r" t="t"/>
                <a:pathLst>
                  <a:path extrusionOk="0" h="1709" w="1188">
                    <a:moveTo>
                      <a:pt x="821" y="1"/>
                    </a:moveTo>
                    <a:cubicBezTo>
                      <a:pt x="790" y="1"/>
                      <a:pt x="757" y="15"/>
                      <a:pt x="728" y="44"/>
                    </a:cubicBezTo>
                    <a:cubicBezTo>
                      <a:pt x="690" y="82"/>
                      <a:pt x="690" y="159"/>
                      <a:pt x="728" y="197"/>
                    </a:cubicBezTo>
                    <a:cubicBezTo>
                      <a:pt x="728" y="197"/>
                      <a:pt x="920" y="427"/>
                      <a:pt x="881" y="714"/>
                    </a:cubicBezTo>
                    <a:cubicBezTo>
                      <a:pt x="824" y="962"/>
                      <a:pt x="537" y="1250"/>
                      <a:pt x="58" y="1479"/>
                    </a:cubicBezTo>
                    <a:cubicBezTo>
                      <a:pt x="20" y="1518"/>
                      <a:pt x="1" y="1594"/>
                      <a:pt x="20" y="1632"/>
                    </a:cubicBezTo>
                    <a:cubicBezTo>
                      <a:pt x="39" y="1690"/>
                      <a:pt x="97" y="1709"/>
                      <a:pt x="135" y="1709"/>
                    </a:cubicBezTo>
                    <a:cubicBezTo>
                      <a:pt x="135" y="1709"/>
                      <a:pt x="154" y="1709"/>
                      <a:pt x="135" y="1690"/>
                    </a:cubicBezTo>
                    <a:cubicBezTo>
                      <a:pt x="690" y="1422"/>
                      <a:pt x="1015" y="1116"/>
                      <a:pt x="1092" y="752"/>
                    </a:cubicBezTo>
                    <a:cubicBezTo>
                      <a:pt x="1188" y="350"/>
                      <a:pt x="900" y="63"/>
                      <a:pt x="900" y="44"/>
                    </a:cubicBezTo>
                    <a:cubicBezTo>
                      <a:pt x="881" y="15"/>
                      <a:pt x="853" y="1"/>
                      <a:pt x="8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821872" y="273654"/>
                <a:ext cx="105669" cy="80250"/>
              </a:xfrm>
              <a:custGeom>
                <a:rect b="b" l="l" r="r" t="t"/>
                <a:pathLst>
                  <a:path extrusionOk="0" h="1367" w="1800">
                    <a:moveTo>
                      <a:pt x="1487" y="1"/>
                    </a:moveTo>
                    <a:cubicBezTo>
                      <a:pt x="1472" y="1"/>
                      <a:pt x="1455" y="3"/>
                      <a:pt x="1436" y="8"/>
                    </a:cubicBezTo>
                    <a:cubicBezTo>
                      <a:pt x="1245" y="65"/>
                      <a:pt x="1053" y="391"/>
                      <a:pt x="939" y="659"/>
                    </a:cubicBezTo>
                    <a:cubicBezTo>
                      <a:pt x="738" y="573"/>
                      <a:pt x="461" y="465"/>
                      <a:pt x="263" y="465"/>
                    </a:cubicBezTo>
                    <a:cubicBezTo>
                      <a:pt x="197" y="465"/>
                      <a:pt x="140" y="477"/>
                      <a:pt x="96" y="506"/>
                    </a:cubicBezTo>
                    <a:cubicBezTo>
                      <a:pt x="77" y="544"/>
                      <a:pt x="1" y="601"/>
                      <a:pt x="39" y="735"/>
                    </a:cubicBezTo>
                    <a:cubicBezTo>
                      <a:pt x="77" y="1118"/>
                      <a:pt x="594" y="1348"/>
                      <a:pt x="652" y="1367"/>
                    </a:cubicBezTo>
                    <a:lnTo>
                      <a:pt x="709" y="1367"/>
                    </a:lnTo>
                    <a:cubicBezTo>
                      <a:pt x="747" y="1367"/>
                      <a:pt x="805" y="1348"/>
                      <a:pt x="805" y="1271"/>
                    </a:cubicBezTo>
                    <a:cubicBezTo>
                      <a:pt x="824" y="1214"/>
                      <a:pt x="805" y="1137"/>
                      <a:pt x="728" y="1118"/>
                    </a:cubicBezTo>
                    <a:cubicBezTo>
                      <a:pt x="613" y="1061"/>
                      <a:pt x="288" y="888"/>
                      <a:pt x="250" y="678"/>
                    </a:cubicBezTo>
                    <a:cubicBezTo>
                      <a:pt x="345" y="678"/>
                      <a:pt x="652" y="774"/>
                      <a:pt x="939" y="927"/>
                    </a:cubicBezTo>
                    <a:lnTo>
                      <a:pt x="1034" y="927"/>
                    </a:lnTo>
                    <a:lnTo>
                      <a:pt x="1111" y="850"/>
                    </a:lnTo>
                    <a:cubicBezTo>
                      <a:pt x="1226" y="582"/>
                      <a:pt x="1398" y="314"/>
                      <a:pt x="1475" y="257"/>
                    </a:cubicBezTo>
                    <a:lnTo>
                      <a:pt x="1475" y="257"/>
                    </a:lnTo>
                    <a:cubicBezTo>
                      <a:pt x="1494" y="372"/>
                      <a:pt x="1494" y="678"/>
                      <a:pt x="1417" y="965"/>
                    </a:cubicBezTo>
                    <a:cubicBezTo>
                      <a:pt x="1417" y="1042"/>
                      <a:pt x="1436" y="1080"/>
                      <a:pt x="1513" y="1118"/>
                    </a:cubicBezTo>
                    <a:cubicBezTo>
                      <a:pt x="1589" y="1118"/>
                      <a:pt x="1628" y="1080"/>
                      <a:pt x="1666" y="1022"/>
                    </a:cubicBezTo>
                    <a:cubicBezTo>
                      <a:pt x="1704" y="793"/>
                      <a:pt x="1800" y="218"/>
                      <a:pt x="1609" y="65"/>
                    </a:cubicBezTo>
                    <a:cubicBezTo>
                      <a:pt x="1565" y="22"/>
                      <a:pt x="1533" y="1"/>
                      <a:pt x="14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883689" y="352319"/>
                <a:ext cx="116940" cy="90406"/>
              </a:xfrm>
              <a:custGeom>
                <a:rect b="b" l="l" r="r" t="t"/>
                <a:pathLst>
                  <a:path extrusionOk="0" h="1540" w="1992">
                    <a:moveTo>
                      <a:pt x="1038" y="1"/>
                    </a:moveTo>
                    <a:cubicBezTo>
                      <a:pt x="982" y="1"/>
                      <a:pt x="934" y="26"/>
                      <a:pt x="919" y="84"/>
                    </a:cubicBezTo>
                    <a:cubicBezTo>
                      <a:pt x="900" y="161"/>
                      <a:pt x="919" y="218"/>
                      <a:pt x="996" y="257"/>
                    </a:cubicBezTo>
                    <a:cubicBezTo>
                      <a:pt x="1340" y="410"/>
                      <a:pt x="1666" y="601"/>
                      <a:pt x="1723" y="697"/>
                    </a:cubicBezTo>
                    <a:cubicBezTo>
                      <a:pt x="1692" y="713"/>
                      <a:pt x="1634" y="720"/>
                      <a:pt x="1558" y="720"/>
                    </a:cubicBezTo>
                    <a:cubicBezTo>
                      <a:pt x="1358" y="720"/>
                      <a:pt x="1033" y="670"/>
                      <a:pt x="728" y="601"/>
                    </a:cubicBezTo>
                    <a:cubicBezTo>
                      <a:pt x="717" y="599"/>
                      <a:pt x="708" y="597"/>
                      <a:pt x="698" y="597"/>
                    </a:cubicBezTo>
                    <a:cubicBezTo>
                      <a:pt x="641" y="597"/>
                      <a:pt x="608" y="645"/>
                      <a:pt x="575" y="678"/>
                    </a:cubicBezTo>
                    <a:cubicBezTo>
                      <a:pt x="479" y="869"/>
                      <a:pt x="383" y="1118"/>
                      <a:pt x="326" y="1233"/>
                    </a:cubicBezTo>
                    <a:cubicBezTo>
                      <a:pt x="288" y="1080"/>
                      <a:pt x="268" y="831"/>
                      <a:pt x="249" y="582"/>
                    </a:cubicBezTo>
                    <a:cubicBezTo>
                      <a:pt x="249" y="505"/>
                      <a:pt x="192" y="467"/>
                      <a:pt x="134" y="467"/>
                    </a:cubicBezTo>
                    <a:cubicBezTo>
                      <a:pt x="58" y="467"/>
                      <a:pt x="0" y="505"/>
                      <a:pt x="0" y="582"/>
                    </a:cubicBezTo>
                    <a:cubicBezTo>
                      <a:pt x="39" y="1424"/>
                      <a:pt x="154" y="1501"/>
                      <a:pt x="192" y="1520"/>
                    </a:cubicBezTo>
                    <a:cubicBezTo>
                      <a:pt x="230" y="1539"/>
                      <a:pt x="249" y="1539"/>
                      <a:pt x="268" y="1539"/>
                    </a:cubicBezTo>
                    <a:cubicBezTo>
                      <a:pt x="268" y="1539"/>
                      <a:pt x="288" y="1539"/>
                      <a:pt x="345" y="1501"/>
                    </a:cubicBezTo>
                    <a:cubicBezTo>
                      <a:pt x="441" y="1462"/>
                      <a:pt x="575" y="1233"/>
                      <a:pt x="747" y="831"/>
                    </a:cubicBezTo>
                    <a:cubicBezTo>
                      <a:pt x="996" y="879"/>
                      <a:pt x="1264" y="917"/>
                      <a:pt x="1486" y="917"/>
                    </a:cubicBezTo>
                    <a:cubicBezTo>
                      <a:pt x="1709" y="917"/>
                      <a:pt x="1886" y="879"/>
                      <a:pt x="1953" y="773"/>
                    </a:cubicBezTo>
                    <a:cubicBezTo>
                      <a:pt x="1991" y="735"/>
                      <a:pt x="1991" y="659"/>
                      <a:pt x="1972" y="601"/>
                    </a:cubicBezTo>
                    <a:cubicBezTo>
                      <a:pt x="1876" y="371"/>
                      <a:pt x="1283" y="84"/>
                      <a:pt x="1092" y="8"/>
                    </a:cubicBezTo>
                    <a:cubicBezTo>
                      <a:pt x="1073" y="3"/>
                      <a:pt x="1055" y="1"/>
                      <a:pt x="10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118461" y="369579"/>
                <a:ext cx="657379" cy="652917"/>
              </a:xfrm>
              <a:custGeom>
                <a:rect b="b" l="l" r="r" t="t"/>
                <a:pathLst>
                  <a:path extrusionOk="0" h="11122" w="11198">
                    <a:moveTo>
                      <a:pt x="8767" y="1"/>
                    </a:moveTo>
                    <a:cubicBezTo>
                      <a:pt x="8691" y="1"/>
                      <a:pt x="8633" y="58"/>
                      <a:pt x="8633" y="116"/>
                    </a:cubicBezTo>
                    <a:cubicBezTo>
                      <a:pt x="8633" y="192"/>
                      <a:pt x="8710" y="250"/>
                      <a:pt x="8767" y="250"/>
                    </a:cubicBezTo>
                    <a:lnTo>
                      <a:pt x="8825" y="250"/>
                    </a:lnTo>
                    <a:cubicBezTo>
                      <a:pt x="8978" y="250"/>
                      <a:pt x="9093" y="250"/>
                      <a:pt x="9246" y="269"/>
                    </a:cubicBezTo>
                    <a:cubicBezTo>
                      <a:pt x="9303" y="269"/>
                      <a:pt x="9360" y="211"/>
                      <a:pt x="9341" y="173"/>
                    </a:cubicBezTo>
                    <a:cubicBezTo>
                      <a:pt x="9360" y="97"/>
                      <a:pt x="9303" y="20"/>
                      <a:pt x="9246" y="20"/>
                    </a:cubicBezTo>
                    <a:cubicBezTo>
                      <a:pt x="9093" y="1"/>
                      <a:pt x="8978" y="1"/>
                      <a:pt x="8825" y="1"/>
                    </a:cubicBezTo>
                    <a:close/>
                    <a:moveTo>
                      <a:pt x="8288" y="73"/>
                    </a:moveTo>
                    <a:cubicBezTo>
                      <a:pt x="8276" y="73"/>
                      <a:pt x="8263" y="74"/>
                      <a:pt x="8250" y="77"/>
                    </a:cubicBezTo>
                    <a:cubicBezTo>
                      <a:pt x="8097" y="97"/>
                      <a:pt x="7925" y="154"/>
                      <a:pt x="7772" y="192"/>
                    </a:cubicBezTo>
                    <a:cubicBezTo>
                      <a:pt x="7714" y="211"/>
                      <a:pt x="7676" y="269"/>
                      <a:pt x="7714" y="345"/>
                    </a:cubicBezTo>
                    <a:cubicBezTo>
                      <a:pt x="7734" y="384"/>
                      <a:pt x="7772" y="403"/>
                      <a:pt x="7829" y="403"/>
                    </a:cubicBezTo>
                    <a:cubicBezTo>
                      <a:pt x="7848" y="403"/>
                      <a:pt x="7848" y="403"/>
                      <a:pt x="7848" y="441"/>
                    </a:cubicBezTo>
                    <a:cubicBezTo>
                      <a:pt x="8002" y="384"/>
                      <a:pt x="8155" y="345"/>
                      <a:pt x="8308" y="307"/>
                    </a:cubicBezTo>
                    <a:cubicBezTo>
                      <a:pt x="8384" y="288"/>
                      <a:pt x="8403" y="250"/>
                      <a:pt x="8403" y="173"/>
                    </a:cubicBezTo>
                    <a:cubicBezTo>
                      <a:pt x="8388" y="110"/>
                      <a:pt x="8345" y="73"/>
                      <a:pt x="8288" y="73"/>
                    </a:cubicBezTo>
                    <a:close/>
                    <a:moveTo>
                      <a:pt x="9724" y="97"/>
                    </a:moveTo>
                    <a:cubicBezTo>
                      <a:pt x="9648" y="97"/>
                      <a:pt x="9590" y="116"/>
                      <a:pt x="9571" y="192"/>
                    </a:cubicBezTo>
                    <a:cubicBezTo>
                      <a:pt x="9571" y="269"/>
                      <a:pt x="9590" y="307"/>
                      <a:pt x="9667" y="345"/>
                    </a:cubicBezTo>
                    <a:cubicBezTo>
                      <a:pt x="9820" y="365"/>
                      <a:pt x="9973" y="403"/>
                      <a:pt x="10126" y="460"/>
                    </a:cubicBezTo>
                    <a:lnTo>
                      <a:pt x="10164" y="460"/>
                    </a:lnTo>
                    <a:cubicBezTo>
                      <a:pt x="10222" y="460"/>
                      <a:pt x="10260" y="441"/>
                      <a:pt x="10260" y="365"/>
                    </a:cubicBezTo>
                    <a:cubicBezTo>
                      <a:pt x="10298" y="307"/>
                      <a:pt x="10260" y="250"/>
                      <a:pt x="10203" y="211"/>
                    </a:cubicBezTo>
                    <a:cubicBezTo>
                      <a:pt x="10030" y="173"/>
                      <a:pt x="9877" y="116"/>
                      <a:pt x="9724" y="97"/>
                    </a:cubicBezTo>
                    <a:close/>
                    <a:moveTo>
                      <a:pt x="10628" y="358"/>
                    </a:moveTo>
                    <a:cubicBezTo>
                      <a:pt x="10572" y="358"/>
                      <a:pt x="10524" y="383"/>
                      <a:pt x="10509" y="441"/>
                    </a:cubicBezTo>
                    <a:cubicBezTo>
                      <a:pt x="10490" y="499"/>
                      <a:pt x="10509" y="575"/>
                      <a:pt x="10585" y="594"/>
                    </a:cubicBezTo>
                    <a:cubicBezTo>
                      <a:pt x="10815" y="728"/>
                      <a:pt x="10987" y="805"/>
                      <a:pt x="10987" y="805"/>
                    </a:cubicBezTo>
                    <a:cubicBezTo>
                      <a:pt x="11007" y="843"/>
                      <a:pt x="11026" y="843"/>
                      <a:pt x="11064" y="843"/>
                    </a:cubicBezTo>
                    <a:cubicBezTo>
                      <a:pt x="11102" y="843"/>
                      <a:pt x="11121" y="824"/>
                      <a:pt x="11179" y="747"/>
                    </a:cubicBezTo>
                    <a:cubicBezTo>
                      <a:pt x="11198" y="671"/>
                      <a:pt x="11179" y="594"/>
                      <a:pt x="11121" y="575"/>
                    </a:cubicBezTo>
                    <a:cubicBezTo>
                      <a:pt x="11102" y="575"/>
                      <a:pt x="10930" y="479"/>
                      <a:pt x="10681" y="365"/>
                    </a:cubicBezTo>
                    <a:cubicBezTo>
                      <a:pt x="10663" y="360"/>
                      <a:pt x="10645" y="358"/>
                      <a:pt x="10628" y="358"/>
                    </a:cubicBezTo>
                    <a:close/>
                    <a:moveTo>
                      <a:pt x="7332" y="384"/>
                    </a:moveTo>
                    <a:cubicBezTo>
                      <a:pt x="7178" y="460"/>
                      <a:pt x="7044" y="556"/>
                      <a:pt x="6910" y="671"/>
                    </a:cubicBezTo>
                    <a:cubicBezTo>
                      <a:pt x="6872" y="728"/>
                      <a:pt x="6872" y="786"/>
                      <a:pt x="6910" y="843"/>
                    </a:cubicBezTo>
                    <a:cubicBezTo>
                      <a:pt x="6949" y="862"/>
                      <a:pt x="6987" y="881"/>
                      <a:pt x="7006" y="881"/>
                    </a:cubicBezTo>
                    <a:cubicBezTo>
                      <a:pt x="7044" y="881"/>
                      <a:pt x="7064" y="881"/>
                      <a:pt x="7083" y="843"/>
                    </a:cubicBezTo>
                    <a:cubicBezTo>
                      <a:pt x="7198" y="747"/>
                      <a:pt x="7332" y="652"/>
                      <a:pt x="7446" y="575"/>
                    </a:cubicBezTo>
                    <a:lnTo>
                      <a:pt x="7389" y="479"/>
                    </a:lnTo>
                    <a:lnTo>
                      <a:pt x="7332" y="384"/>
                    </a:lnTo>
                    <a:close/>
                    <a:moveTo>
                      <a:pt x="6681" y="1033"/>
                    </a:moveTo>
                    <a:cubicBezTo>
                      <a:pt x="6638" y="1033"/>
                      <a:pt x="6597" y="1049"/>
                      <a:pt x="6585" y="1073"/>
                    </a:cubicBezTo>
                    <a:cubicBezTo>
                      <a:pt x="6509" y="1226"/>
                      <a:pt x="6432" y="1360"/>
                      <a:pt x="6375" y="1532"/>
                    </a:cubicBezTo>
                    <a:cubicBezTo>
                      <a:pt x="6336" y="1590"/>
                      <a:pt x="6375" y="1647"/>
                      <a:pt x="6432" y="1685"/>
                    </a:cubicBezTo>
                    <a:lnTo>
                      <a:pt x="6489" y="1685"/>
                    </a:lnTo>
                    <a:cubicBezTo>
                      <a:pt x="6528" y="1685"/>
                      <a:pt x="6585" y="1647"/>
                      <a:pt x="6585" y="1628"/>
                    </a:cubicBezTo>
                    <a:cubicBezTo>
                      <a:pt x="6623" y="1494"/>
                      <a:pt x="6700" y="1341"/>
                      <a:pt x="6777" y="1226"/>
                    </a:cubicBezTo>
                    <a:cubicBezTo>
                      <a:pt x="6815" y="1168"/>
                      <a:pt x="6796" y="1073"/>
                      <a:pt x="6757" y="1054"/>
                    </a:cubicBezTo>
                    <a:cubicBezTo>
                      <a:pt x="6735" y="1039"/>
                      <a:pt x="6708" y="1033"/>
                      <a:pt x="6681" y="1033"/>
                    </a:cubicBezTo>
                    <a:close/>
                    <a:moveTo>
                      <a:pt x="4843" y="2125"/>
                    </a:moveTo>
                    <a:cubicBezTo>
                      <a:pt x="4767" y="2125"/>
                      <a:pt x="4709" y="2183"/>
                      <a:pt x="4709" y="2240"/>
                    </a:cubicBezTo>
                    <a:cubicBezTo>
                      <a:pt x="4709" y="2317"/>
                      <a:pt x="4767" y="2374"/>
                      <a:pt x="4843" y="2374"/>
                    </a:cubicBezTo>
                    <a:cubicBezTo>
                      <a:pt x="4996" y="2374"/>
                      <a:pt x="5150" y="2374"/>
                      <a:pt x="5322" y="2393"/>
                    </a:cubicBezTo>
                    <a:cubicBezTo>
                      <a:pt x="5379" y="2393"/>
                      <a:pt x="5437" y="2355"/>
                      <a:pt x="5437" y="2279"/>
                    </a:cubicBezTo>
                    <a:cubicBezTo>
                      <a:pt x="5456" y="2221"/>
                      <a:pt x="5418" y="2164"/>
                      <a:pt x="5341" y="2164"/>
                    </a:cubicBezTo>
                    <a:cubicBezTo>
                      <a:pt x="5169" y="2125"/>
                      <a:pt x="4996" y="2125"/>
                      <a:pt x="4843" y="2125"/>
                    </a:cubicBezTo>
                    <a:close/>
                    <a:moveTo>
                      <a:pt x="4394" y="2197"/>
                    </a:moveTo>
                    <a:cubicBezTo>
                      <a:pt x="4384" y="2197"/>
                      <a:pt x="4375" y="2199"/>
                      <a:pt x="4365" y="2202"/>
                    </a:cubicBezTo>
                    <a:cubicBezTo>
                      <a:pt x="4193" y="2259"/>
                      <a:pt x="4020" y="2298"/>
                      <a:pt x="3886" y="2374"/>
                    </a:cubicBezTo>
                    <a:cubicBezTo>
                      <a:pt x="3829" y="2413"/>
                      <a:pt x="3810" y="2489"/>
                      <a:pt x="3829" y="2547"/>
                    </a:cubicBezTo>
                    <a:cubicBezTo>
                      <a:pt x="3829" y="2585"/>
                      <a:pt x="3867" y="2604"/>
                      <a:pt x="3925" y="2604"/>
                    </a:cubicBezTo>
                    <a:cubicBezTo>
                      <a:pt x="3944" y="2604"/>
                      <a:pt x="3944" y="2604"/>
                      <a:pt x="3982" y="2585"/>
                    </a:cubicBezTo>
                    <a:lnTo>
                      <a:pt x="4403" y="2451"/>
                    </a:lnTo>
                    <a:cubicBezTo>
                      <a:pt x="4480" y="2413"/>
                      <a:pt x="4518" y="2374"/>
                      <a:pt x="4499" y="2298"/>
                    </a:cubicBezTo>
                    <a:cubicBezTo>
                      <a:pt x="4483" y="2234"/>
                      <a:pt x="4441" y="2197"/>
                      <a:pt x="4394" y="2197"/>
                    </a:cubicBezTo>
                    <a:close/>
                    <a:moveTo>
                      <a:pt x="6401" y="1891"/>
                    </a:moveTo>
                    <a:cubicBezTo>
                      <a:pt x="6351" y="1891"/>
                      <a:pt x="6298" y="1928"/>
                      <a:pt x="6298" y="1991"/>
                    </a:cubicBezTo>
                    <a:cubicBezTo>
                      <a:pt x="6279" y="2106"/>
                      <a:pt x="6241" y="2221"/>
                      <a:pt x="6241" y="2355"/>
                    </a:cubicBezTo>
                    <a:cubicBezTo>
                      <a:pt x="6107" y="2298"/>
                      <a:pt x="5992" y="2259"/>
                      <a:pt x="5839" y="2221"/>
                    </a:cubicBezTo>
                    <a:cubicBezTo>
                      <a:pt x="5762" y="2221"/>
                      <a:pt x="5705" y="2240"/>
                      <a:pt x="5705" y="2317"/>
                    </a:cubicBezTo>
                    <a:cubicBezTo>
                      <a:pt x="5705" y="2393"/>
                      <a:pt x="5724" y="2451"/>
                      <a:pt x="5800" y="2470"/>
                    </a:cubicBezTo>
                    <a:lnTo>
                      <a:pt x="6221" y="2604"/>
                    </a:lnTo>
                    <a:lnTo>
                      <a:pt x="6336" y="2604"/>
                    </a:lnTo>
                    <a:cubicBezTo>
                      <a:pt x="6394" y="2604"/>
                      <a:pt x="6470" y="2566"/>
                      <a:pt x="6509" y="2489"/>
                    </a:cubicBezTo>
                    <a:lnTo>
                      <a:pt x="6509" y="2470"/>
                    </a:lnTo>
                    <a:cubicBezTo>
                      <a:pt x="6509" y="2317"/>
                      <a:pt x="6509" y="2183"/>
                      <a:pt x="6528" y="2030"/>
                    </a:cubicBezTo>
                    <a:cubicBezTo>
                      <a:pt x="6566" y="1972"/>
                      <a:pt x="6509" y="1896"/>
                      <a:pt x="6432" y="1896"/>
                    </a:cubicBezTo>
                    <a:cubicBezTo>
                      <a:pt x="6422" y="1893"/>
                      <a:pt x="6412" y="1891"/>
                      <a:pt x="6401" y="1891"/>
                    </a:cubicBezTo>
                    <a:close/>
                    <a:moveTo>
                      <a:pt x="6674" y="2597"/>
                    </a:moveTo>
                    <a:cubicBezTo>
                      <a:pt x="6627" y="2597"/>
                      <a:pt x="6580" y="2618"/>
                      <a:pt x="6566" y="2661"/>
                    </a:cubicBezTo>
                    <a:cubicBezTo>
                      <a:pt x="6528" y="2719"/>
                      <a:pt x="6566" y="2795"/>
                      <a:pt x="6604" y="2815"/>
                    </a:cubicBezTo>
                    <a:cubicBezTo>
                      <a:pt x="6757" y="2891"/>
                      <a:pt x="6872" y="2987"/>
                      <a:pt x="6968" y="3083"/>
                    </a:cubicBezTo>
                    <a:cubicBezTo>
                      <a:pt x="6987" y="3121"/>
                      <a:pt x="7044" y="3121"/>
                      <a:pt x="7064" y="3121"/>
                    </a:cubicBezTo>
                    <a:cubicBezTo>
                      <a:pt x="7083" y="3121"/>
                      <a:pt x="7102" y="3121"/>
                      <a:pt x="7140" y="3083"/>
                    </a:cubicBezTo>
                    <a:cubicBezTo>
                      <a:pt x="7178" y="3044"/>
                      <a:pt x="7178" y="2968"/>
                      <a:pt x="7140" y="2929"/>
                    </a:cubicBezTo>
                    <a:cubicBezTo>
                      <a:pt x="7006" y="2795"/>
                      <a:pt x="6891" y="2700"/>
                      <a:pt x="6719" y="2604"/>
                    </a:cubicBezTo>
                    <a:cubicBezTo>
                      <a:pt x="6705" y="2599"/>
                      <a:pt x="6689" y="2597"/>
                      <a:pt x="6674" y="2597"/>
                    </a:cubicBezTo>
                    <a:close/>
                    <a:moveTo>
                      <a:pt x="3509" y="2632"/>
                    </a:moveTo>
                    <a:cubicBezTo>
                      <a:pt x="3488" y="2632"/>
                      <a:pt x="3467" y="2640"/>
                      <a:pt x="3446" y="2661"/>
                    </a:cubicBezTo>
                    <a:cubicBezTo>
                      <a:pt x="3293" y="2757"/>
                      <a:pt x="3178" y="2872"/>
                      <a:pt x="3082" y="3025"/>
                    </a:cubicBezTo>
                    <a:cubicBezTo>
                      <a:pt x="3044" y="3063"/>
                      <a:pt x="3063" y="3140"/>
                      <a:pt x="3121" y="3178"/>
                    </a:cubicBezTo>
                    <a:cubicBezTo>
                      <a:pt x="3140" y="3216"/>
                      <a:pt x="3159" y="3216"/>
                      <a:pt x="3178" y="3216"/>
                    </a:cubicBezTo>
                    <a:cubicBezTo>
                      <a:pt x="3235" y="3216"/>
                      <a:pt x="3255" y="3178"/>
                      <a:pt x="3274" y="3178"/>
                    </a:cubicBezTo>
                    <a:cubicBezTo>
                      <a:pt x="3369" y="3044"/>
                      <a:pt x="3465" y="2949"/>
                      <a:pt x="3599" y="2853"/>
                    </a:cubicBezTo>
                    <a:cubicBezTo>
                      <a:pt x="3637" y="2795"/>
                      <a:pt x="3657" y="2738"/>
                      <a:pt x="3618" y="2681"/>
                    </a:cubicBezTo>
                    <a:cubicBezTo>
                      <a:pt x="3582" y="2656"/>
                      <a:pt x="3546" y="2632"/>
                      <a:pt x="3509" y="2632"/>
                    </a:cubicBezTo>
                    <a:close/>
                    <a:moveTo>
                      <a:pt x="6423" y="2867"/>
                    </a:moveTo>
                    <a:cubicBezTo>
                      <a:pt x="6413" y="2867"/>
                      <a:pt x="6404" y="2869"/>
                      <a:pt x="6394" y="2872"/>
                    </a:cubicBezTo>
                    <a:cubicBezTo>
                      <a:pt x="6317" y="2891"/>
                      <a:pt x="6279" y="2949"/>
                      <a:pt x="6298" y="3025"/>
                    </a:cubicBezTo>
                    <a:cubicBezTo>
                      <a:pt x="6317" y="3216"/>
                      <a:pt x="6394" y="3370"/>
                      <a:pt x="6470" y="3504"/>
                    </a:cubicBezTo>
                    <a:cubicBezTo>
                      <a:pt x="6489" y="3523"/>
                      <a:pt x="6509" y="3542"/>
                      <a:pt x="6566" y="3542"/>
                    </a:cubicBezTo>
                    <a:lnTo>
                      <a:pt x="6623" y="3542"/>
                    </a:lnTo>
                    <a:cubicBezTo>
                      <a:pt x="6700" y="3484"/>
                      <a:pt x="6700" y="3427"/>
                      <a:pt x="6681" y="3370"/>
                    </a:cubicBezTo>
                    <a:cubicBezTo>
                      <a:pt x="6623" y="3274"/>
                      <a:pt x="6566" y="3140"/>
                      <a:pt x="6528" y="2968"/>
                    </a:cubicBezTo>
                    <a:cubicBezTo>
                      <a:pt x="6512" y="2904"/>
                      <a:pt x="6470" y="2867"/>
                      <a:pt x="6423" y="2867"/>
                    </a:cubicBezTo>
                    <a:close/>
                    <a:moveTo>
                      <a:pt x="7269" y="3270"/>
                    </a:moveTo>
                    <a:cubicBezTo>
                      <a:pt x="7217" y="3270"/>
                      <a:pt x="7159" y="3320"/>
                      <a:pt x="7159" y="3370"/>
                    </a:cubicBezTo>
                    <a:cubicBezTo>
                      <a:pt x="7159" y="3427"/>
                      <a:pt x="7140" y="3465"/>
                      <a:pt x="7083" y="3504"/>
                    </a:cubicBezTo>
                    <a:cubicBezTo>
                      <a:pt x="7006" y="3542"/>
                      <a:pt x="6968" y="3561"/>
                      <a:pt x="6910" y="3561"/>
                    </a:cubicBezTo>
                    <a:cubicBezTo>
                      <a:pt x="6853" y="3561"/>
                      <a:pt x="6796" y="3618"/>
                      <a:pt x="6796" y="3695"/>
                    </a:cubicBezTo>
                    <a:cubicBezTo>
                      <a:pt x="6796" y="3752"/>
                      <a:pt x="6853" y="3810"/>
                      <a:pt x="6910" y="3810"/>
                    </a:cubicBezTo>
                    <a:cubicBezTo>
                      <a:pt x="7006" y="3810"/>
                      <a:pt x="7140" y="3791"/>
                      <a:pt x="7236" y="3695"/>
                    </a:cubicBezTo>
                    <a:cubicBezTo>
                      <a:pt x="7332" y="3618"/>
                      <a:pt x="7370" y="3523"/>
                      <a:pt x="7389" y="3427"/>
                    </a:cubicBezTo>
                    <a:cubicBezTo>
                      <a:pt x="7427" y="3350"/>
                      <a:pt x="7370" y="3274"/>
                      <a:pt x="7293" y="3274"/>
                    </a:cubicBezTo>
                    <a:cubicBezTo>
                      <a:pt x="7286" y="3271"/>
                      <a:pt x="7278" y="3270"/>
                      <a:pt x="7269" y="3270"/>
                    </a:cubicBezTo>
                    <a:close/>
                    <a:moveTo>
                      <a:pt x="2902" y="3392"/>
                    </a:moveTo>
                    <a:cubicBezTo>
                      <a:pt x="2851" y="3392"/>
                      <a:pt x="2809" y="3419"/>
                      <a:pt x="2795" y="3446"/>
                    </a:cubicBezTo>
                    <a:cubicBezTo>
                      <a:pt x="2738" y="3599"/>
                      <a:pt x="2661" y="3752"/>
                      <a:pt x="2604" y="3906"/>
                    </a:cubicBezTo>
                    <a:cubicBezTo>
                      <a:pt x="2585" y="3944"/>
                      <a:pt x="2604" y="4020"/>
                      <a:pt x="2680" y="4040"/>
                    </a:cubicBezTo>
                    <a:lnTo>
                      <a:pt x="2738" y="4040"/>
                    </a:lnTo>
                    <a:cubicBezTo>
                      <a:pt x="2776" y="4040"/>
                      <a:pt x="2814" y="4020"/>
                      <a:pt x="2834" y="4001"/>
                    </a:cubicBezTo>
                    <a:cubicBezTo>
                      <a:pt x="2872" y="3848"/>
                      <a:pt x="2948" y="3714"/>
                      <a:pt x="3025" y="3561"/>
                    </a:cubicBezTo>
                    <a:cubicBezTo>
                      <a:pt x="3044" y="3504"/>
                      <a:pt x="3025" y="3427"/>
                      <a:pt x="2968" y="3408"/>
                    </a:cubicBezTo>
                    <a:cubicBezTo>
                      <a:pt x="2945" y="3397"/>
                      <a:pt x="2923" y="3392"/>
                      <a:pt x="2902" y="3392"/>
                    </a:cubicBezTo>
                    <a:close/>
                    <a:moveTo>
                      <a:pt x="2642" y="4269"/>
                    </a:moveTo>
                    <a:cubicBezTo>
                      <a:pt x="2566" y="4269"/>
                      <a:pt x="2508" y="4288"/>
                      <a:pt x="2489" y="4365"/>
                    </a:cubicBezTo>
                    <a:cubicBezTo>
                      <a:pt x="2470" y="4518"/>
                      <a:pt x="2451" y="4690"/>
                      <a:pt x="2451" y="4863"/>
                    </a:cubicBezTo>
                    <a:cubicBezTo>
                      <a:pt x="2451" y="4939"/>
                      <a:pt x="2489" y="4977"/>
                      <a:pt x="2566" y="4977"/>
                    </a:cubicBezTo>
                    <a:cubicBezTo>
                      <a:pt x="2604" y="4977"/>
                      <a:pt x="2680" y="4939"/>
                      <a:pt x="2680" y="4863"/>
                    </a:cubicBezTo>
                    <a:cubicBezTo>
                      <a:pt x="2680" y="4709"/>
                      <a:pt x="2700" y="4556"/>
                      <a:pt x="2738" y="4403"/>
                    </a:cubicBezTo>
                    <a:cubicBezTo>
                      <a:pt x="2738" y="4327"/>
                      <a:pt x="2700" y="4288"/>
                      <a:pt x="2642" y="4269"/>
                    </a:cubicBezTo>
                    <a:close/>
                    <a:moveTo>
                      <a:pt x="2566" y="5245"/>
                    </a:moveTo>
                    <a:cubicBezTo>
                      <a:pt x="2508" y="5245"/>
                      <a:pt x="2470" y="5284"/>
                      <a:pt x="2470" y="5360"/>
                    </a:cubicBezTo>
                    <a:cubicBezTo>
                      <a:pt x="2470" y="5513"/>
                      <a:pt x="2489" y="5666"/>
                      <a:pt x="2546" y="5839"/>
                    </a:cubicBezTo>
                    <a:cubicBezTo>
                      <a:pt x="2566" y="5896"/>
                      <a:pt x="2604" y="5934"/>
                      <a:pt x="2661" y="5934"/>
                    </a:cubicBezTo>
                    <a:cubicBezTo>
                      <a:pt x="2738" y="5915"/>
                      <a:pt x="2776" y="5858"/>
                      <a:pt x="2757" y="5800"/>
                    </a:cubicBezTo>
                    <a:cubicBezTo>
                      <a:pt x="2738" y="5647"/>
                      <a:pt x="2700" y="5475"/>
                      <a:pt x="2680" y="5341"/>
                    </a:cubicBezTo>
                    <a:cubicBezTo>
                      <a:pt x="2680" y="5284"/>
                      <a:pt x="2642" y="5245"/>
                      <a:pt x="2566" y="5245"/>
                    </a:cubicBezTo>
                    <a:close/>
                    <a:moveTo>
                      <a:pt x="2123" y="6102"/>
                    </a:moveTo>
                    <a:cubicBezTo>
                      <a:pt x="2112" y="6102"/>
                      <a:pt x="2100" y="6103"/>
                      <a:pt x="2087" y="6107"/>
                    </a:cubicBezTo>
                    <a:cubicBezTo>
                      <a:pt x="1915" y="6126"/>
                      <a:pt x="1781" y="6202"/>
                      <a:pt x="1609" y="6279"/>
                    </a:cubicBezTo>
                    <a:cubicBezTo>
                      <a:pt x="1551" y="6317"/>
                      <a:pt x="1532" y="6394"/>
                      <a:pt x="1551" y="6432"/>
                    </a:cubicBezTo>
                    <a:cubicBezTo>
                      <a:pt x="1551" y="6490"/>
                      <a:pt x="1609" y="6509"/>
                      <a:pt x="1647" y="6509"/>
                    </a:cubicBezTo>
                    <a:cubicBezTo>
                      <a:pt x="1685" y="6509"/>
                      <a:pt x="1704" y="6509"/>
                      <a:pt x="1704" y="6490"/>
                    </a:cubicBezTo>
                    <a:cubicBezTo>
                      <a:pt x="1838" y="6432"/>
                      <a:pt x="1991" y="6375"/>
                      <a:pt x="2125" y="6336"/>
                    </a:cubicBezTo>
                    <a:cubicBezTo>
                      <a:pt x="2202" y="6317"/>
                      <a:pt x="2259" y="6279"/>
                      <a:pt x="2221" y="6202"/>
                    </a:cubicBezTo>
                    <a:cubicBezTo>
                      <a:pt x="2205" y="6139"/>
                      <a:pt x="2176" y="6102"/>
                      <a:pt x="2123" y="6102"/>
                    </a:cubicBezTo>
                    <a:close/>
                    <a:moveTo>
                      <a:pt x="2585" y="6049"/>
                    </a:moveTo>
                    <a:cubicBezTo>
                      <a:pt x="2546" y="6049"/>
                      <a:pt x="2470" y="6126"/>
                      <a:pt x="2470" y="6164"/>
                    </a:cubicBezTo>
                    <a:cubicBezTo>
                      <a:pt x="2470" y="6222"/>
                      <a:pt x="2508" y="6298"/>
                      <a:pt x="2585" y="6298"/>
                    </a:cubicBezTo>
                    <a:cubicBezTo>
                      <a:pt x="2642" y="6317"/>
                      <a:pt x="2661" y="6317"/>
                      <a:pt x="2700" y="6317"/>
                    </a:cubicBezTo>
                    <a:cubicBezTo>
                      <a:pt x="2757" y="6470"/>
                      <a:pt x="2834" y="6604"/>
                      <a:pt x="2891" y="6758"/>
                    </a:cubicBezTo>
                    <a:cubicBezTo>
                      <a:pt x="2891" y="6796"/>
                      <a:pt x="2948" y="6815"/>
                      <a:pt x="2987" y="6815"/>
                    </a:cubicBezTo>
                    <a:lnTo>
                      <a:pt x="3044" y="6815"/>
                    </a:lnTo>
                    <a:cubicBezTo>
                      <a:pt x="3082" y="6777"/>
                      <a:pt x="3121" y="6700"/>
                      <a:pt x="3082" y="6643"/>
                    </a:cubicBezTo>
                    <a:cubicBezTo>
                      <a:pt x="3044" y="6585"/>
                      <a:pt x="2987" y="6490"/>
                      <a:pt x="2968" y="6413"/>
                    </a:cubicBezTo>
                    <a:lnTo>
                      <a:pt x="2987" y="6413"/>
                    </a:lnTo>
                    <a:cubicBezTo>
                      <a:pt x="3005" y="6417"/>
                      <a:pt x="3023" y="6420"/>
                      <a:pt x="3040" y="6420"/>
                    </a:cubicBezTo>
                    <a:cubicBezTo>
                      <a:pt x="3096" y="6420"/>
                      <a:pt x="3144" y="6395"/>
                      <a:pt x="3159" y="6336"/>
                    </a:cubicBezTo>
                    <a:cubicBezTo>
                      <a:pt x="3178" y="6260"/>
                      <a:pt x="3159" y="6202"/>
                      <a:pt x="3082" y="6164"/>
                    </a:cubicBezTo>
                    <a:cubicBezTo>
                      <a:pt x="2929" y="6107"/>
                      <a:pt x="2757" y="6068"/>
                      <a:pt x="2585" y="6049"/>
                    </a:cubicBezTo>
                    <a:close/>
                    <a:moveTo>
                      <a:pt x="1269" y="6531"/>
                    </a:moveTo>
                    <a:cubicBezTo>
                      <a:pt x="1245" y="6531"/>
                      <a:pt x="1223" y="6542"/>
                      <a:pt x="1207" y="6566"/>
                    </a:cubicBezTo>
                    <a:cubicBezTo>
                      <a:pt x="1073" y="6662"/>
                      <a:pt x="958" y="6777"/>
                      <a:pt x="843" y="6891"/>
                    </a:cubicBezTo>
                    <a:cubicBezTo>
                      <a:pt x="786" y="6949"/>
                      <a:pt x="786" y="7006"/>
                      <a:pt x="843" y="7064"/>
                    </a:cubicBezTo>
                    <a:cubicBezTo>
                      <a:pt x="862" y="7083"/>
                      <a:pt x="881" y="7083"/>
                      <a:pt x="900" y="7083"/>
                    </a:cubicBezTo>
                    <a:cubicBezTo>
                      <a:pt x="939" y="7083"/>
                      <a:pt x="958" y="7083"/>
                      <a:pt x="1015" y="7064"/>
                    </a:cubicBezTo>
                    <a:cubicBezTo>
                      <a:pt x="1111" y="6949"/>
                      <a:pt x="1226" y="6853"/>
                      <a:pt x="1341" y="6758"/>
                    </a:cubicBezTo>
                    <a:cubicBezTo>
                      <a:pt x="1398" y="6700"/>
                      <a:pt x="1417" y="6624"/>
                      <a:pt x="1360" y="6585"/>
                    </a:cubicBezTo>
                    <a:cubicBezTo>
                      <a:pt x="1337" y="6552"/>
                      <a:pt x="1302" y="6531"/>
                      <a:pt x="1269" y="6531"/>
                    </a:cubicBezTo>
                    <a:close/>
                    <a:moveTo>
                      <a:pt x="3436" y="6480"/>
                    </a:moveTo>
                    <a:cubicBezTo>
                      <a:pt x="3408" y="6480"/>
                      <a:pt x="3379" y="6490"/>
                      <a:pt x="3350" y="6509"/>
                    </a:cubicBezTo>
                    <a:cubicBezTo>
                      <a:pt x="3293" y="6566"/>
                      <a:pt x="3293" y="6624"/>
                      <a:pt x="3350" y="6681"/>
                    </a:cubicBezTo>
                    <a:cubicBezTo>
                      <a:pt x="3446" y="6777"/>
                      <a:pt x="3523" y="6911"/>
                      <a:pt x="3561" y="7045"/>
                    </a:cubicBezTo>
                    <a:cubicBezTo>
                      <a:pt x="3599" y="7083"/>
                      <a:pt x="3637" y="7102"/>
                      <a:pt x="3695" y="7102"/>
                    </a:cubicBezTo>
                    <a:lnTo>
                      <a:pt x="3733" y="7102"/>
                    </a:lnTo>
                    <a:cubicBezTo>
                      <a:pt x="3791" y="7083"/>
                      <a:pt x="3829" y="7045"/>
                      <a:pt x="3810" y="6968"/>
                    </a:cubicBezTo>
                    <a:cubicBezTo>
                      <a:pt x="3733" y="6796"/>
                      <a:pt x="3637" y="6624"/>
                      <a:pt x="3523" y="6509"/>
                    </a:cubicBezTo>
                    <a:cubicBezTo>
                      <a:pt x="3494" y="6490"/>
                      <a:pt x="3465" y="6480"/>
                      <a:pt x="3436" y="6480"/>
                    </a:cubicBezTo>
                    <a:close/>
                    <a:moveTo>
                      <a:pt x="3244" y="6986"/>
                    </a:moveTo>
                    <a:cubicBezTo>
                      <a:pt x="3221" y="6986"/>
                      <a:pt x="3198" y="6993"/>
                      <a:pt x="3178" y="7006"/>
                    </a:cubicBezTo>
                    <a:cubicBezTo>
                      <a:pt x="3140" y="7064"/>
                      <a:pt x="3121" y="7140"/>
                      <a:pt x="3159" y="7179"/>
                    </a:cubicBezTo>
                    <a:cubicBezTo>
                      <a:pt x="3274" y="7332"/>
                      <a:pt x="3446" y="7485"/>
                      <a:pt x="3618" y="7523"/>
                    </a:cubicBezTo>
                    <a:cubicBezTo>
                      <a:pt x="3657" y="7523"/>
                      <a:pt x="3733" y="7466"/>
                      <a:pt x="3752" y="7389"/>
                    </a:cubicBezTo>
                    <a:cubicBezTo>
                      <a:pt x="3752" y="7351"/>
                      <a:pt x="3714" y="7274"/>
                      <a:pt x="3637" y="7274"/>
                    </a:cubicBezTo>
                    <a:cubicBezTo>
                      <a:pt x="3618" y="7274"/>
                      <a:pt x="3523" y="7236"/>
                      <a:pt x="3350" y="7045"/>
                    </a:cubicBezTo>
                    <a:cubicBezTo>
                      <a:pt x="3326" y="7008"/>
                      <a:pt x="3285" y="6986"/>
                      <a:pt x="3244" y="6986"/>
                    </a:cubicBezTo>
                    <a:close/>
                    <a:moveTo>
                      <a:pt x="626" y="7201"/>
                    </a:moveTo>
                    <a:cubicBezTo>
                      <a:pt x="591" y="7201"/>
                      <a:pt x="551" y="7222"/>
                      <a:pt x="518" y="7255"/>
                    </a:cubicBezTo>
                    <a:cubicBezTo>
                      <a:pt x="498" y="7293"/>
                      <a:pt x="479" y="7332"/>
                      <a:pt x="460" y="7351"/>
                    </a:cubicBezTo>
                    <a:cubicBezTo>
                      <a:pt x="364" y="7466"/>
                      <a:pt x="288" y="7561"/>
                      <a:pt x="230" y="7676"/>
                    </a:cubicBezTo>
                    <a:cubicBezTo>
                      <a:pt x="211" y="7753"/>
                      <a:pt x="230" y="7829"/>
                      <a:pt x="288" y="7849"/>
                    </a:cubicBezTo>
                    <a:cubicBezTo>
                      <a:pt x="288" y="7868"/>
                      <a:pt x="307" y="7868"/>
                      <a:pt x="345" y="7868"/>
                    </a:cubicBezTo>
                    <a:cubicBezTo>
                      <a:pt x="384" y="7868"/>
                      <a:pt x="403" y="7849"/>
                      <a:pt x="460" y="7772"/>
                    </a:cubicBezTo>
                    <a:cubicBezTo>
                      <a:pt x="498" y="7657"/>
                      <a:pt x="575" y="7561"/>
                      <a:pt x="652" y="7466"/>
                    </a:cubicBezTo>
                    <a:lnTo>
                      <a:pt x="709" y="7389"/>
                    </a:lnTo>
                    <a:cubicBezTo>
                      <a:pt x="766" y="7351"/>
                      <a:pt x="747" y="7274"/>
                      <a:pt x="690" y="7236"/>
                    </a:cubicBezTo>
                    <a:cubicBezTo>
                      <a:pt x="674" y="7212"/>
                      <a:pt x="651" y="7201"/>
                      <a:pt x="626" y="7201"/>
                    </a:cubicBezTo>
                    <a:close/>
                    <a:moveTo>
                      <a:pt x="192" y="8040"/>
                    </a:moveTo>
                    <a:cubicBezTo>
                      <a:pt x="116" y="8040"/>
                      <a:pt x="77" y="8059"/>
                      <a:pt x="58" y="8136"/>
                    </a:cubicBezTo>
                    <a:cubicBezTo>
                      <a:pt x="20" y="8308"/>
                      <a:pt x="1" y="8442"/>
                      <a:pt x="1" y="8595"/>
                    </a:cubicBezTo>
                    <a:lnTo>
                      <a:pt x="1" y="8672"/>
                    </a:lnTo>
                    <a:cubicBezTo>
                      <a:pt x="1" y="8729"/>
                      <a:pt x="58" y="8786"/>
                      <a:pt x="116" y="8786"/>
                    </a:cubicBezTo>
                    <a:cubicBezTo>
                      <a:pt x="192" y="8786"/>
                      <a:pt x="250" y="8729"/>
                      <a:pt x="250" y="8614"/>
                    </a:cubicBezTo>
                    <a:lnTo>
                      <a:pt x="250" y="8576"/>
                    </a:lnTo>
                    <a:cubicBezTo>
                      <a:pt x="250" y="8442"/>
                      <a:pt x="269" y="8308"/>
                      <a:pt x="288" y="8193"/>
                    </a:cubicBezTo>
                    <a:cubicBezTo>
                      <a:pt x="288" y="8116"/>
                      <a:pt x="269" y="8059"/>
                      <a:pt x="192" y="8040"/>
                    </a:cubicBezTo>
                    <a:close/>
                    <a:moveTo>
                      <a:pt x="177" y="9012"/>
                    </a:moveTo>
                    <a:cubicBezTo>
                      <a:pt x="170" y="9012"/>
                      <a:pt x="162" y="9013"/>
                      <a:pt x="154" y="9016"/>
                    </a:cubicBezTo>
                    <a:cubicBezTo>
                      <a:pt x="96" y="9054"/>
                      <a:pt x="58" y="9093"/>
                      <a:pt x="77" y="9169"/>
                    </a:cubicBezTo>
                    <a:cubicBezTo>
                      <a:pt x="116" y="9303"/>
                      <a:pt x="192" y="9475"/>
                      <a:pt x="269" y="9629"/>
                    </a:cubicBezTo>
                    <a:cubicBezTo>
                      <a:pt x="269" y="9667"/>
                      <a:pt x="307" y="9686"/>
                      <a:pt x="364" y="9686"/>
                    </a:cubicBezTo>
                    <a:lnTo>
                      <a:pt x="403" y="9686"/>
                    </a:lnTo>
                    <a:cubicBezTo>
                      <a:pt x="460" y="9648"/>
                      <a:pt x="479" y="9571"/>
                      <a:pt x="460" y="9533"/>
                    </a:cubicBezTo>
                    <a:cubicBezTo>
                      <a:pt x="384" y="9380"/>
                      <a:pt x="345" y="9246"/>
                      <a:pt x="288" y="9093"/>
                    </a:cubicBezTo>
                    <a:cubicBezTo>
                      <a:pt x="271" y="9060"/>
                      <a:pt x="226" y="9012"/>
                      <a:pt x="177" y="9012"/>
                    </a:cubicBezTo>
                    <a:close/>
                    <a:moveTo>
                      <a:pt x="608" y="9858"/>
                    </a:moveTo>
                    <a:cubicBezTo>
                      <a:pt x="588" y="9858"/>
                      <a:pt x="569" y="9864"/>
                      <a:pt x="556" y="9877"/>
                    </a:cubicBezTo>
                    <a:cubicBezTo>
                      <a:pt x="498" y="9935"/>
                      <a:pt x="479" y="10011"/>
                      <a:pt x="537" y="10050"/>
                    </a:cubicBezTo>
                    <a:cubicBezTo>
                      <a:pt x="632" y="10165"/>
                      <a:pt x="728" y="10318"/>
                      <a:pt x="843" y="10432"/>
                    </a:cubicBezTo>
                    <a:cubicBezTo>
                      <a:pt x="862" y="10452"/>
                      <a:pt x="900" y="10490"/>
                      <a:pt x="939" y="10490"/>
                    </a:cubicBezTo>
                    <a:cubicBezTo>
                      <a:pt x="958" y="10490"/>
                      <a:pt x="977" y="10452"/>
                      <a:pt x="1015" y="10432"/>
                    </a:cubicBezTo>
                    <a:cubicBezTo>
                      <a:pt x="1053" y="10394"/>
                      <a:pt x="1053" y="10318"/>
                      <a:pt x="1015" y="10260"/>
                    </a:cubicBezTo>
                    <a:lnTo>
                      <a:pt x="728" y="9916"/>
                    </a:lnTo>
                    <a:cubicBezTo>
                      <a:pt x="691" y="9879"/>
                      <a:pt x="646" y="9858"/>
                      <a:pt x="608" y="9858"/>
                    </a:cubicBezTo>
                    <a:close/>
                    <a:moveTo>
                      <a:pt x="1262" y="10595"/>
                    </a:moveTo>
                    <a:cubicBezTo>
                      <a:pt x="1231" y="10595"/>
                      <a:pt x="1197" y="10605"/>
                      <a:pt x="1168" y="10624"/>
                    </a:cubicBezTo>
                    <a:cubicBezTo>
                      <a:pt x="1130" y="10662"/>
                      <a:pt x="1130" y="10739"/>
                      <a:pt x="1168" y="10796"/>
                    </a:cubicBezTo>
                    <a:cubicBezTo>
                      <a:pt x="1302" y="10911"/>
                      <a:pt x="1436" y="11007"/>
                      <a:pt x="1551" y="11102"/>
                    </a:cubicBezTo>
                    <a:cubicBezTo>
                      <a:pt x="1570" y="11122"/>
                      <a:pt x="1609" y="11122"/>
                      <a:pt x="1628" y="11122"/>
                    </a:cubicBezTo>
                    <a:cubicBezTo>
                      <a:pt x="1685" y="11122"/>
                      <a:pt x="1704" y="11102"/>
                      <a:pt x="1723" y="11083"/>
                    </a:cubicBezTo>
                    <a:cubicBezTo>
                      <a:pt x="1781" y="11026"/>
                      <a:pt x="1743" y="10949"/>
                      <a:pt x="1704" y="10911"/>
                    </a:cubicBezTo>
                    <a:cubicBezTo>
                      <a:pt x="1589" y="10834"/>
                      <a:pt x="1455" y="10720"/>
                      <a:pt x="1341" y="10624"/>
                    </a:cubicBezTo>
                    <a:cubicBezTo>
                      <a:pt x="1321" y="10605"/>
                      <a:pt x="1293" y="10595"/>
                      <a:pt x="1262" y="1059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3" name="Shape 83"/>
        <p:cNvGrpSpPr/>
        <p:nvPr/>
      </p:nvGrpSpPr>
      <p:grpSpPr>
        <a:xfrm>
          <a:off x="0" y="0"/>
          <a:ext cx="0" cy="0"/>
          <a:chOff x="0" y="0"/>
          <a:chExt cx="0" cy="0"/>
        </a:xfrm>
      </p:grpSpPr>
      <p:sp>
        <p:nvSpPr>
          <p:cNvPr id="84" name="Google Shape;84;p3"/>
          <p:cNvSpPr txBox="1"/>
          <p:nvPr>
            <p:ph type="title"/>
          </p:nvPr>
        </p:nvSpPr>
        <p:spPr>
          <a:xfrm>
            <a:off x="3367100" y="1527025"/>
            <a:ext cx="3644400" cy="14487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5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5" name="Google Shape;85;p3"/>
          <p:cNvSpPr txBox="1"/>
          <p:nvPr>
            <p:ph hasCustomPrompt="1" idx="2" type="title"/>
          </p:nvPr>
        </p:nvSpPr>
        <p:spPr>
          <a:xfrm>
            <a:off x="1540713" y="1765413"/>
            <a:ext cx="1317600" cy="1131600"/>
          </a:xfrm>
          <a:prstGeom prst="rect">
            <a:avLst/>
          </a:prstGeom>
        </p:spPr>
        <p:txBody>
          <a:bodyPr anchorCtr="0" anchor="t" bIns="0" lIns="0" spcFirstLastPara="1" rIns="0" wrap="square" tIns="0">
            <a:noAutofit/>
          </a:bodyPr>
          <a:lstStyle>
            <a:lvl1pPr lvl="0" rtl="0" algn="ctr">
              <a:spcBef>
                <a:spcPts val="0"/>
              </a:spcBef>
              <a:spcAft>
                <a:spcPts val="0"/>
              </a:spcAft>
              <a:buSzPts val="12000"/>
              <a:buNone/>
              <a:defRPr sz="70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6" name="Google Shape;86;p3"/>
          <p:cNvSpPr txBox="1"/>
          <p:nvPr>
            <p:ph idx="1" type="subTitle"/>
          </p:nvPr>
        </p:nvSpPr>
        <p:spPr>
          <a:xfrm>
            <a:off x="3367088" y="3115913"/>
            <a:ext cx="3644400" cy="273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sz="1600">
                <a:latin typeface="Assistant"/>
                <a:ea typeface="Assistant"/>
                <a:cs typeface="Assistant"/>
                <a:sym typeface="Assistant"/>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grpSp>
        <p:nvGrpSpPr>
          <p:cNvPr id="87" name="Google Shape;87;p3"/>
          <p:cNvGrpSpPr/>
          <p:nvPr/>
        </p:nvGrpSpPr>
        <p:grpSpPr>
          <a:xfrm rot="1928813">
            <a:off x="7526215" y="4010315"/>
            <a:ext cx="1354401" cy="1076393"/>
            <a:chOff x="1250184" y="3740693"/>
            <a:chExt cx="1354380" cy="1076376"/>
          </a:xfrm>
        </p:grpSpPr>
        <p:sp>
          <p:nvSpPr>
            <p:cNvPr id="88" name="Google Shape;88;p3"/>
            <p:cNvSpPr/>
            <p:nvPr/>
          </p:nvSpPr>
          <p:spPr>
            <a:xfrm rot="-1548641">
              <a:off x="1322884" y="3973412"/>
              <a:ext cx="1208981" cy="610940"/>
            </a:xfrm>
            <a:custGeom>
              <a:rect b="b" l="l" r="r" t="t"/>
              <a:pathLst>
                <a:path extrusionOk="0" h="7274" w="14395">
                  <a:moveTo>
                    <a:pt x="4039" y="0"/>
                  </a:moveTo>
                  <a:cubicBezTo>
                    <a:pt x="3657" y="0"/>
                    <a:pt x="3350" y="287"/>
                    <a:pt x="3331" y="670"/>
                  </a:cubicBezTo>
                  <a:lnTo>
                    <a:pt x="3197" y="2565"/>
                  </a:lnTo>
                  <a:lnTo>
                    <a:pt x="900" y="2374"/>
                  </a:lnTo>
                  <a:lnTo>
                    <a:pt x="862" y="2374"/>
                  </a:lnTo>
                  <a:cubicBezTo>
                    <a:pt x="671" y="2374"/>
                    <a:pt x="498" y="2412"/>
                    <a:pt x="384" y="2527"/>
                  </a:cubicBezTo>
                  <a:cubicBezTo>
                    <a:pt x="230" y="2680"/>
                    <a:pt x="173" y="2852"/>
                    <a:pt x="135" y="3043"/>
                  </a:cubicBezTo>
                  <a:lnTo>
                    <a:pt x="20" y="4881"/>
                  </a:lnTo>
                  <a:cubicBezTo>
                    <a:pt x="1" y="5072"/>
                    <a:pt x="77" y="5264"/>
                    <a:pt x="192" y="5398"/>
                  </a:cubicBezTo>
                  <a:cubicBezTo>
                    <a:pt x="326" y="5551"/>
                    <a:pt x="498" y="5647"/>
                    <a:pt x="690" y="5647"/>
                  </a:cubicBezTo>
                  <a:lnTo>
                    <a:pt x="2623" y="5761"/>
                  </a:lnTo>
                  <a:cubicBezTo>
                    <a:pt x="2661" y="5761"/>
                    <a:pt x="2661" y="5781"/>
                    <a:pt x="2680" y="5781"/>
                  </a:cubicBezTo>
                  <a:cubicBezTo>
                    <a:pt x="2700" y="5781"/>
                    <a:pt x="2700" y="5819"/>
                    <a:pt x="2738" y="5819"/>
                  </a:cubicBezTo>
                  <a:cubicBezTo>
                    <a:pt x="2872" y="6546"/>
                    <a:pt x="3542" y="7101"/>
                    <a:pt x="4327" y="7101"/>
                  </a:cubicBezTo>
                  <a:cubicBezTo>
                    <a:pt x="5073" y="7101"/>
                    <a:pt x="5705" y="6623"/>
                    <a:pt x="5915" y="5953"/>
                  </a:cubicBezTo>
                  <a:lnTo>
                    <a:pt x="6509" y="6010"/>
                  </a:lnTo>
                  <a:cubicBezTo>
                    <a:pt x="6662" y="6163"/>
                    <a:pt x="6891" y="6297"/>
                    <a:pt x="7140" y="6297"/>
                  </a:cubicBezTo>
                  <a:cubicBezTo>
                    <a:pt x="7370" y="6297"/>
                    <a:pt x="7561" y="6221"/>
                    <a:pt x="7714" y="6068"/>
                  </a:cubicBezTo>
                  <a:lnTo>
                    <a:pt x="8671" y="6125"/>
                  </a:lnTo>
                  <a:cubicBezTo>
                    <a:pt x="8729" y="6163"/>
                    <a:pt x="8805" y="6221"/>
                    <a:pt x="8901" y="6240"/>
                  </a:cubicBezTo>
                  <a:cubicBezTo>
                    <a:pt x="9150" y="6833"/>
                    <a:pt x="9743" y="7274"/>
                    <a:pt x="10432" y="7274"/>
                  </a:cubicBezTo>
                  <a:cubicBezTo>
                    <a:pt x="11102" y="7274"/>
                    <a:pt x="11677" y="6891"/>
                    <a:pt x="11887" y="6336"/>
                  </a:cubicBezTo>
                  <a:lnTo>
                    <a:pt x="13437" y="6431"/>
                  </a:lnTo>
                  <a:lnTo>
                    <a:pt x="13495" y="6431"/>
                  </a:lnTo>
                  <a:cubicBezTo>
                    <a:pt x="13878" y="6431"/>
                    <a:pt x="14184" y="6144"/>
                    <a:pt x="14222" y="5761"/>
                  </a:cubicBezTo>
                  <a:lnTo>
                    <a:pt x="14375" y="3752"/>
                  </a:lnTo>
                  <a:cubicBezTo>
                    <a:pt x="14395" y="3560"/>
                    <a:pt x="14337" y="3369"/>
                    <a:pt x="14222" y="3235"/>
                  </a:cubicBezTo>
                  <a:cubicBezTo>
                    <a:pt x="14088" y="3082"/>
                    <a:pt x="13897" y="2986"/>
                    <a:pt x="13705" y="2986"/>
                  </a:cubicBezTo>
                  <a:lnTo>
                    <a:pt x="11619" y="2871"/>
                  </a:lnTo>
                  <a:lnTo>
                    <a:pt x="11715" y="957"/>
                  </a:lnTo>
                  <a:cubicBezTo>
                    <a:pt x="11715" y="766"/>
                    <a:pt x="11657" y="574"/>
                    <a:pt x="11523" y="421"/>
                  </a:cubicBezTo>
                  <a:cubicBezTo>
                    <a:pt x="11409" y="287"/>
                    <a:pt x="11217" y="191"/>
                    <a:pt x="11026" y="191"/>
                  </a:cubicBezTo>
                  <a:lnTo>
                    <a:pt x="4039" y="0"/>
                  </a:lnTo>
                  <a:close/>
                </a:path>
              </a:pathLst>
            </a:custGeom>
            <a:solidFill>
              <a:srgbClr val="FFFFFF"/>
            </a:solidFill>
            <a:ln>
              <a:noFill/>
            </a:ln>
            <a:effectLst>
              <a:outerShdw blurRad="85725" rotWithShape="0" algn="bl" dir="5400000" dist="76200">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rot="-1548641">
              <a:off x="1388366" y="4034689"/>
              <a:ext cx="1085185" cy="492011"/>
            </a:xfrm>
            <a:custGeom>
              <a:rect b="b" l="l" r="r" t="t"/>
              <a:pathLst>
                <a:path extrusionOk="0" h="5858" w="12921">
                  <a:moveTo>
                    <a:pt x="3312" y="1"/>
                  </a:moveTo>
                  <a:lnTo>
                    <a:pt x="3139" y="2604"/>
                  </a:lnTo>
                  <a:lnTo>
                    <a:pt x="115" y="2355"/>
                  </a:lnTo>
                  <a:lnTo>
                    <a:pt x="0" y="4211"/>
                  </a:lnTo>
                  <a:lnTo>
                    <a:pt x="2202" y="4345"/>
                  </a:lnTo>
                  <a:cubicBezTo>
                    <a:pt x="2202" y="4340"/>
                    <a:pt x="2203" y="4338"/>
                    <a:pt x="2206" y="4338"/>
                  </a:cubicBezTo>
                  <a:cubicBezTo>
                    <a:pt x="2214" y="4338"/>
                    <a:pt x="2232" y="4351"/>
                    <a:pt x="2259" y="4365"/>
                  </a:cubicBezTo>
                  <a:cubicBezTo>
                    <a:pt x="2276" y="4376"/>
                    <a:pt x="2294" y="4380"/>
                    <a:pt x="2312" y="4380"/>
                  </a:cubicBezTo>
                  <a:cubicBezTo>
                    <a:pt x="2356" y="4380"/>
                    <a:pt x="2399" y="4353"/>
                    <a:pt x="2412" y="4326"/>
                  </a:cubicBezTo>
                  <a:lnTo>
                    <a:pt x="2412" y="4307"/>
                  </a:lnTo>
                  <a:lnTo>
                    <a:pt x="2738" y="4326"/>
                  </a:lnTo>
                  <a:cubicBezTo>
                    <a:pt x="2680" y="4441"/>
                    <a:pt x="2661" y="4556"/>
                    <a:pt x="2661" y="4690"/>
                  </a:cubicBezTo>
                  <a:cubicBezTo>
                    <a:pt x="2661" y="5207"/>
                    <a:pt x="3063" y="5609"/>
                    <a:pt x="3599" y="5609"/>
                  </a:cubicBezTo>
                  <a:cubicBezTo>
                    <a:pt x="4116" y="5609"/>
                    <a:pt x="4518" y="5207"/>
                    <a:pt x="4518" y="4690"/>
                  </a:cubicBezTo>
                  <a:cubicBezTo>
                    <a:pt x="4518" y="4594"/>
                    <a:pt x="4498" y="4518"/>
                    <a:pt x="4479" y="4441"/>
                  </a:cubicBezTo>
                  <a:lnTo>
                    <a:pt x="4479" y="4441"/>
                  </a:lnTo>
                  <a:lnTo>
                    <a:pt x="4747" y="4460"/>
                  </a:lnTo>
                  <a:cubicBezTo>
                    <a:pt x="4766" y="4518"/>
                    <a:pt x="4805" y="4537"/>
                    <a:pt x="4862" y="4537"/>
                  </a:cubicBezTo>
                  <a:lnTo>
                    <a:pt x="4881" y="4537"/>
                  </a:lnTo>
                  <a:cubicBezTo>
                    <a:pt x="4900" y="4537"/>
                    <a:pt x="4939" y="4518"/>
                    <a:pt x="4958" y="4499"/>
                  </a:cubicBezTo>
                  <a:lnTo>
                    <a:pt x="6298" y="4556"/>
                  </a:lnTo>
                  <a:lnTo>
                    <a:pt x="6298" y="4709"/>
                  </a:lnTo>
                  <a:cubicBezTo>
                    <a:pt x="6298" y="4747"/>
                    <a:pt x="6336" y="4824"/>
                    <a:pt x="6412" y="4824"/>
                  </a:cubicBezTo>
                  <a:cubicBezTo>
                    <a:pt x="6489" y="4824"/>
                    <a:pt x="6527" y="4786"/>
                    <a:pt x="6527" y="4709"/>
                  </a:cubicBezTo>
                  <a:lnTo>
                    <a:pt x="6527" y="4594"/>
                  </a:lnTo>
                  <a:lnTo>
                    <a:pt x="8269" y="4709"/>
                  </a:lnTo>
                  <a:cubicBezTo>
                    <a:pt x="8269" y="4747"/>
                    <a:pt x="8307" y="4805"/>
                    <a:pt x="8327" y="4824"/>
                  </a:cubicBezTo>
                  <a:cubicBezTo>
                    <a:pt x="8327" y="4843"/>
                    <a:pt x="8346" y="4843"/>
                    <a:pt x="8384" y="4843"/>
                  </a:cubicBezTo>
                  <a:cubicBezTo>
                    <a:pt x="8422" y="4843"/>
                    <a:pt x="8480" y="4824"/>
                    <a:pt x="8499" y="4747"/>
                  </a:cubicBezTo>
                  <a:lnTo>
                    <a:pt x="8518" y="4728"/>
                  </a:lnTo>
                  <a:lnTo>
                    <a:pt x="8767" y="4747"/>
                  </a:lnTo>
                  <a:cubicBezTo>
                    <a:pt x="8767" y="4805"/>
                    <a:pt x="8729" y="4881"/>
                    <a:pt x="8729" y="4920"/>
                  </a:cubicBezTo>
                  <a:cubicBezTo>
                    <a:pt x="8729" y="5456"/>
                    <a:pt x="9150" y="5858"/>
                    <a:pt x="9666" y="5858"/>
                  </a:cubicBezTo>
                  <a:cubicBezTo>
                    <a:pt x="10183" y="5858"/>
                    <a:pt x="10604" y="5456"/>
                    <a:pt x="10604" y="4920"/>
                  </a:cubicBezTo>
                  <a:lnTo>
                    <a:pt x="10604" y="4843"/>
                  </a:lnTo>
                  <a:lnTo>
                    <a:pt x="12748" y="4996"/>
                  </a:lnTo>
                  <a:lnTo>
                    <a:pt x="12920" y="2986"/>
                  </a:lnTo>
                  <a:lnTo>
                    <a:pt x="10126" y="2814"/>
                  </a:lnTo>
                  <a:lnTo>
                    <a:pt x="10260" y="192"/>
                  </a:lnTo>
                  <a:lnTo>
                    <a:pt x="33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rot="-1548641">
              <a:off x="1367795" y="4032866"/>
              <a:ext cx="1085185" cy="419612"/>
            </a:xfrm>
            <a:custGeom>
              <a:rect b="b" l="l" r="r" t="t"/>
              <a:pathLst>
                <a:path extrusionOk="0" h="4996" w="12921">
                  <a:moveTo>
                    <a:pt x="3312" y="0"/>
                  </a:moveTo>
                  <a:lnTo>
                    <a:pt x="3139" y="2603"/>
                  </a:lnTo>
                  <a:lnTo>
                    <a:pt x="115" y="2374"/>
                  </a:lnTo>
                  <a:lnTo>
                    <a:pt x="0" y="4211"/>
                  </a:lnTo>
                  <a:lnTo>
                    <a:pt x="12748" y="4996"/>
                  </a:lnTo>
                  <a:lnTo>
                    <a:pt x="12920" y="2986"/>
                  </a:lnTo>
                  <a:lnTo>
                    <a:pt x="10126" y="2833"/>
                  </a:lnTo>
                  <a:lnTo>
                    <a:pt x="10260" y="192"/>
                  </a:lnTo>
                  <a:lnTo>
                    <a:pt x="33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rot="-1548641">
              <a:off x="1699889" y="4440148"/>
              <a:ext cx="156046" cy="155969"/>
            </a:xfrm>
            <a:custGeom>
              <a:rect b="b" l="l" r="r" t="t"/>
              <a:pathLst>
                <a:path extrusionOk="0" h="1857" w="1858">
                  <a:moveTo>
                    <a:pt x="939" y="0"/>
                  </a:moveTo>
                  <a:cubicBezTo>
                    <a:pt x="422" y="0"/>
                    <a:pt x="1" y="421"/>
                    <a:pt x="1" y="919"/>
                  </a:cubicBezTo>
                  <a:cubicBezTo>
                    <a:pt x="1" y="1436"/>
                    <a:pt x="422" y="1857"/>
                    <a:pt x="939" y="1857"/>
                  </a:cubicBezTo>
                  <a:cubicBezTo>
                    <a:pt x="1436" y="1857"/>
                    <a:pt x="1858" y="1436"/>
                    <a:pt x="1858" y="919"/>
                  </a:cubicBezTo>
                  <a:cubicBezTo>
                    <a:pt x="1858" y="421"/>
                    <a:pt x="1436" y="0"/>
                    <a:pt x="9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rot="-1548641">
              <a:off x="2165613" y="4232335"/>
              <a:ext cx="157642" cy="156053"/>
            </a:xfrm>
            <a:custGeom>
              <a:rect b="b" l="l" r="r" t="t"/>
              <a:pathLst>
                <a:path extrusionOk="0" h="1858" w="1877">
                  <a:moveTo>
                    <a:pt x="938" y="1"/>
                  </a:moveTo>
                  <a:cubicBezTo>
                    <a:pt x="422" y="1"/>
                    <a:pt x="1" y="422"/>
                    <a:pt x="1" y="938"/>
                  </a:cubicBezTo>
                  <a:cubicBezTo>
                    <a:pt x="1" y="1436"/>
                    <a:pt x="422" y="1857"/>
                    <a:pt x="938" y="1857"/>
                  </a:cubicBezTo>
                  <a:cubicBezTo>
                    <a:pt x="1455" y="1857"/>
                    <a:pt x="1876" y="1436"/>
                    <a:pt x="1876" y="938"/>
                  </a:cubicBezTo>
                  <a:cubicBezTo>
                    <a:pt x="1876" y="422"/>
                    <a:pt x="1455" y="1"/>
                    <a:pt x="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rot="-1548641">
              <a:off x="1651387" y="4063470"/>
              <a:ext cx="490395" cy="196199"/>
            </a:xfrm>
            <a:custGeom>
              <a:rect b="b" l="l" r="r" t="t"/>
              <a:pathLst>
                <a:path extrusionOk="0" h="2336" w="5839">
                  <a:moveTo>
                    <a:pt x="0" y="1"/>
                  </a:moveTo>
                  <a:lnTo>
                    <a:pt x="58" y="2240"/>
                  </a:lnTo>
                  <a:lnTo>
                    <a:pt x="5666" y="2336"/>
                  </a:lnTo>
                  <a:lnTo>
                    <a:pt x="5838" y="269"/>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rot="-1548641">
              <a:off x="2094669" y="4181948"/>
              <a:ext cx="241292" cy="129092"/>
            </a:xfrm>
            <a:custGeom>
              <a:rect b="b" l="l" r="r" t="t"/>
              <a:pathLst>
                <a:path extrusionOk="0" h="1537" w="2873">
                  <a:moveTo>
                    <a:pt x="1522" y="1"/>
                  </a:moveTo>
                  <a:cubicBezTo>
                    <a:pt x="1494" y="1"/>
                    <a:pt x="1465" y="2"/>
                    <a:pt x="1437" y="6"/>
                  </a:cubicBezTo>
                  <a:cubicBezTo>
                    <a:pt x="671" y="101"/>
                    <a:pt x="58" y="1288"/>
                    <a:pt x="20" y="1345"/>
                  </a:cubicBezTo>
                  <a:cubicBezTo>
                    <a:pt x="1" y="1422"/>
                    <a:pt x="20" y="1479"/>
                    <a:pt x="78" y="1518"/>
                  </a:cubicBezTo>
                  <a:cubicBezTo>
                    <a:pt x="78" y="1537"/>
                    <a:pt x="97" y="1537"/>
                    <a:pt x="135" y="1537"/>
                  </a:cubicBezTo>
                  <a:cubicBezTo>
                    <a:pt x="173" y="1537"/>
                    <a:pt x="231" y="1518"/>
                    <a:pt x="250" y="1441"/>
                  </a:cubicBezTo>
                  <a:cubicBezTo>
                    <a:pt x="250" y="1441"/>
                    <a:pt x="824" y="312"/>
                    <a:pt x="1456" y="235"/>
                  </a:cubicBezTo>
                  <a:cubicBezTo>
                    <a:pt x="1472" y="233"/>
                    <a:pt x="1489" y="233"/>
                    <a:pt x="1505" y="233"/>
                  </a:cubicBezTo>
                  <a:cubicBezTo>
                    <a:pt x="2004" y="233"/>
                    <a:pt x="2474" y="1050"/>
                    <a:pt x="2604" y="1365"/>
                  </a:cubicBezTo>
                  <a:cubicBezTo>
                    <a:pt x="2648" y="1423"/>
                    <a:pt x="2692" y="1448"/>
                    <a:pt x="2736" y="1448"/>
                  </a:cubicBezTo>
                  <a:cubicBezTo>
                    <a:pt x="2749" y="1448"/>
                    <a:pt x="2763" y="1446"/>
                    <a:pt x="2776" y="1441"/>
                  </a:cubicBezTo>
                  <a:cubicBezTo>
                    <a:pt x="2853" y="1384"/>
                    <a:pt x="2872" y="1345"/>
                    <a:pt x="2853" y="1269"/>
                  </a:cubicBezTo>
                  <a:cubicBezTo>
                    <a:pt x="2834" y="1232"/>
                    <a:pt x="2299" y="1"/>
                    <a:pt x="15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rot="-1548641">
              <a:off x="1626196" y="4385375"/>
              <a:ext cx="234741" cy="127160"/>
            </a:xfrm>
            <a:custGeom>
              <a:rect b="b" l="l" r="r" t="t"/>
              <a:pathLst>
                <a:path extrusionOk="0" h="1514" w="2795">
                  <a:moveTo>
                    <a:pt x="1509" y="1"/>
                  </a:moveTo>
                  <a:cubicBezTo>
                    <a:pt x="1497" y="1"/>
                    <a:pt x="1486" y="1"/>
                    <a:pt x="1474" y="2"/>
                  </a:cubicBezTo>
                  <a:cubicBezTo>
                    <a:pt x="689" y="59"/>
                    <a:pt x="39" y="1150"/>
                    <a:pt x="20" y="1207"/>
                  </a:cubicBezTo>
                  <a:cubicBezTo>
                    <a:pt x="0" y="1265"/>
                    <a:pt x="20" y="1341"/>
                    <a:pt x="77" y="1361"/>
                  </a:cubicBezTo>
                  <a:cubicBezTo>
                    <a:pt x="94" y="1372"/>
                    <a:pt x="112" y="1376"/>
                    <a:pt x="130" y="1376"/>
                  </a:cubicBezTo>
                  <a:cubicBezTo>
                    <a:pt x="174" y="1376"/>
                    <a:pt x="217" y="1349"/>
                    <a:pt x="230" y="1322"/>
                  </a:cubicBezTo>
                  <a:cubicBezTo>
                    <a:pt x="230" y="1322"/>
                    <a:pt x="843" y="270"/>
                    <a:pt x="1513" y="250"/>
                  </a:cubicBezTo>
                  <a:cubicBezTo>
                    <a:pt x="1523" y="250"/>
                    <a:pt x="1534" y="249"/>
                    <a:pt x="1545" y="249"/>
                  </a:cubicBezTo>
                  <a:cubicBezTo>
                    <a:pt x="2046" y="249"/>
                    <a:pt x="2434" y="1119"/>
                    <a:pt x="2565" y="1437"/>
                  </a:cubicBezTo>
                  <a:cubicBezTo>
                    <a:pt x="2584" y="1495"/>
                    <a:pt x="2623" y="1514"/>
                    <a:pt x="2680" y="1514"/>
                  </a:cubicBezTo>
                  <a:cubicBezTo>
                    <a:pt x="2757" y="1495"/>
                    <a:pt x="2795" y="1437"/>
                    <a:pt x="2776" y="1361"/>
                  </a:cubicBezTo>
                  <a:cubicBezTo>
                    <a:pt x="2738" y="1304"/>
                    <a:pt x="2310" y="1"/>
                    <a:pt x="15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rot="-1548641">
              <a:off x="1942520" y="4240401"/>
              <a:ext cx="32251" cy="191328"/>
            </a:xfrm>
            <a:custGeom>
              <a:rect b="b" l="l" r="r" t="t"/>
              <a:pathLst>
                <a:path extrusionOk="0" h="2278" w="384">
                  <a:moveTo>
                    <a:pt x="249" y="0"/>
                  </a:moveTo>
                  <a:cubicBezTo>
                    <a:pt x="211" y="0"/>
                    <a:pt x="134" y="58"/>
                    <a:pt x="134" y="115"/>
                  </a:cubicBezTo>
                  <a:lnTo>
                    <a:pt x="1" y="2163"/>
                  </a:lnTo>
                  <a:cubicBezTo>
                    <a:pt x="1" y="2201"/>
                    <a:pt x="39" y="2278"/>
                    <a:pt x="115" y="2278"/>
                  </a:cubicBezTo>
                  <a:cubicBezTo>
                    <a:pt x="192" y="2278"/>
                    <a:pt x="230" y="2220"/>
                    <a:pt x="230" y="2163"/>
                  </a:cubicBezTo>
                  <a:lnTo>
                    <a:pt x="383" y="115"/>
                  </a:lnTo>
                  <a:cubicBezTo>
                    <a:pt x="383" y="77"/>
                    <a:pt x="326" y="0"/>
                    <a:pt x="2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rot="-1548641">
              <a:off x="1470119" y="4475437"/>
              <a:ext cx="64417" cy="64420"/>
            </a:xfrm>
            <a:custGeom>
              <a:rect b="b" l="l" r="r" t="t"/>
              <a:pathLst>
                <a:path extrusionOk="0" h="767" w="767">
                  <a:moveTo>
                    <a:pt x="383" y="1"/>
                  </a:moveTo>
                  <a:cubicBezTo>
                    <a:pt x="173" y="1"/>
                    <a:pt x="1" y="173"/>
                    <a:pt x="1" y="384"/>
                  </a:cubicBezTo>
                  <a:cubicBezTo>
                    <a:pt x="1" y="613"/>
                    <a:pt x="173" y="766"/>
                    <a:pt x="383" y="766"/>
                  </a:cubicBezTo>
                  <a:cubicBezTo>
                    <a:pt x="594" y="766"/>
                    <a:pt x="766" y="613"/>
                    <a:pt x="766" y="384"/>
                  </a:cubicBezTo>
                  <a:cubicBezTo>
                    <a:pt x="766" y="173"/>
                    <a:pt x="594" y="1"/>
                    <a:pt x="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rot="-1548641">
              <a:off x="1724461" y="4137485"/>
              <a:ext cx="112541" cy="126740"/>
            </a:xfrm>
            <a:custGeom>
              <a:rect b="b" l="l" r="r" t="t"/>
              <a:pathLst>
                <a:path extrusionOk="0" h="1509" w="1340">
                  <a:moveTo>
                    <a:pt x="141" y="0"/>
                  </a:moveTo>
                  <a:cubicBezTo>
                    <a:pt x="115" y="0"/>
                    <a:pt x="93" y="11"/>
                    <a:pt x="77" y="35"/>
                  </a:cubicBezTo>
                  <a:cubicBezTo>
                    <a:pt x="19" y="73"/>
                    <a:pt x="0" y="150"/>
                    <a:pt x="58" y="188"/>
                  </a:cubicBezTo>
                  <a:lnTo>
                    <a:pt x="1110" y="1470"/>
                  </a:lnTo>
                  <a:cubicBezTo>
                    <a:pt x="1129" y="1489"/>
                    <a:pt x="1168" y="1509"/>
                    <a:pt x="1206" y="1509"/>
                  </a:cubicBezTo>
                  <a:cubicBezTo>
                    <a:pt x="1225" y="1509"/>
                    <a:pt x="1244" y="1509"/>
                    <a:pt x="1263" y="1489"/>
                  </a:cubicBezTo>
                  <a:cubicBezTo>
                    <a:pt x="1321" y="1432"/>
                    <a:pt x="1340" y="1375"/>
                    <a:pt x="1302" y="1317"/>
                  </a:cubicBezTo>
                  <a:lnTo>
                    <a:pt x="249" y="54"/>
                  </a:lnTo>
                  <a:cubicBezTo>
                    <a:pt x="216" y="21"/>
                    <a:pt x="176" y="0"/>
                    <a:pt x="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rot="-1548641">
              <a:off x="1715326" y="4206009"/>
              <a:ext cx="65929" cy="73323"/>
            </a:xfrm>
            <a:custGeom>
              <a:rect b="b" l="l" r="r" t="t"/>
              <a:pathLst>
                <a:path extrusionOk="0" h="873" w="785">
                  <a:moveTo>
                    <a:pt x="131" y="1"/>
                  </a:moveTo>
                  <a:cubicBezTo>
                    <a:pt x="110" y="1"/>
                    <a:pt x="91" y="9"/>
                    <a:pt x="77" y="30"/>
                  </a:cubicBezTo>
                  <a:cubicBezTo>
                    <a:pt x="19" y="68"/>
                    <a:pt x="0" y="145"/>
                    <a:pt x="57" y="202"/>
                  </a:cubicBezTo>
                  <a:lnTo>
                    <a:pt x="555" y="815"/>
                  </a:lnTo>
                  <a:cubicBezTo>
                    <a:pt x="574" y="834"/>
                    <a:pt x="632" y="872"/>
                    <a:pt x="651" y="872"/>
                  </a:cubicBezTo>
                  <a:cubicBezTo>
                    <a:pt x="670" y="872"/>
                    <a:pt x="689" y="834"/>
                    <a:pt x="727" y="834"/>
                  </a:cubicBezTo>
                  <a:cubicBezTo>
                    <a:pt x="766" y="796"/>
                    <a:pt x="785" y="719"/>
                    <a:pt x="747" y="681"/>
                  </a:cubicBezTo>
                  <a:lnTo>
                    <a:pt x="249" y="49"/>
                  </a:lnTo>
                  <a:cubicBezTo>
                    <a:pt x="213" y="25"/>
                    <a:pt x="169" y="1"/>
                    <a:pt x="1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rot="-1548641">
              <a:off x="1968920" y="4039319"/>
              <a:ext cx="119008" cy="121449"/>
            </a:xfrm>
            <a:custGeom>
              <a:rect b="b" l="l" r="r" t="t"/>
              <a:pathLst>
                <a:path extrusionOk="0" h="1446" w="1417">
                  <a:moveTo>
                    <a:pt x="132" y="1"/>
                  </a:moveTo>
                  <a:cubicBezTo>
                    <a:pt x="101" y="1"/>
                    <a:pt x="67" y="10"/>
                    <a:pt x="38" y="29"/>
                  </a:cubicBezTo>
                  <a:cubicBezTo>
                    <a:pt x="0" y="87"/>
                    <a:pt x="0" y="144"/>
                    <a:pt x="38" y="202"/>
                  </a:cubicBezTo>
                  <a:lnTo>
                    <a:pt x="1187" y="1388"/>
                  </a:lnTo>
                  <a:cubicBezTo>
                    <a:pt x="1225" y="1427"/>
                    <a:pt x="1263" y="1446"/>
                    <a:pt x="1283" y="1446"/>
                  </a:cubicBezTo>
                  <a:cubicBezTo>
                    <a:pt x="1321" y="1446"/>
                    <a:pt x="1359" y="1446"/>
                    <a:pt x="1359" y="1388"/>
                  </a:cubicBezTo>
                  <a:cubicBezTo>
                    <a:pt x="1417" y="1350"/>
                    <a:pt x="1417" y="1274"/>
                    <a:pt x="1359" y="1235"/>
                  </a:cubicBezTo>
                  <a:lnTo>
                    <a:pt x="211" y="29"/>
                  </a:lnTo>
                  <a:cubicBezTo>
                    <a:pt x="192" y="10"/>
                    <a:pt x="163" y="1"/>
                    <a:pt x="1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rot="-1548641">
              <a:off x="1991788" y="4113939"/>
              <a:ext cx="70800" cy="63160"/>
            </a:xfrm>
            <a:custGeom>
              <a:rect b="b" l="l" r="r" t="t"/>
              <a:pathLst>
                <a:path extrusionOk="0" h="752" w="843">
                  <a:moveTo>
                    <a:pt x="137" y="1"/>
                  </a:moveTo>
                  <a:cubicBezTo>
                    <a:pt x="106" y="1"/>
                    <a:pt x="77" y="15"/>
                    <a:pt x="58" y="44"/>
                  </a:cubicBezTo>
                  <a:cubicBezTo>
                    <a:pt x="0" y="82"/>
                    <a:pt x="0" y="158"/>
                    <a:pt x="58" y="216"/>
                  </a:cubicBezTo>
                  <a:lnTo>
                    <a:pt x="632" y="733"/>
                  </a:lnTo>
                  <a:cubicBezTo>
                    <a:pt x="651" y="752"/>
                    <a:pt x="670" y="752"/>
                    <a:pt x="709" y="752"/>
                  </a:cubicBezTo>
                  <a:cubicBezTo>
                    <a:pt x="747" y="752"/>
                    <a:pt x="766" y="752"/>
                    <a:pt x="804" y="733"/>
                  </a:cubicBezTo>
                  <a:cubicBezTo>
                    <a:pt x="843" y="694"/>
                    <a:pt x="843" y="618"/>
                    <a:pt x="804" y="560"/>
                  </a:cubicBezTo>
                  <a:lnTo>
                    <a:pt x="230" y="44"/>
                  </a:lnTo>
                  <a:cubicBezTo>
                    <a:pt x="201" y="15"/>
                    <a:pt x="168" y="1"/>
                    <a:pt x="1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rot="-1548641">
              <a:off x="1877164" y="4076410"/>
              <a:ext cx="32251" cy="175370"/>
            </a:xfrm>
            <a:custGeom>
              <a:rect b="b" l="l" r="r" t="t"/>
              <a:pathLst>
                <a:path extrusionOk="0" h="2088" w="384">
                  <a:moveTo>
                    <a:pt x="250" y="1"/>
                  </a:moveTo>
                  <a:cubicBezTo>
                    <a:pt x="211" y="1"/>
                    <a:pt x="135" y="58"/>
                    <a:pt x="135" y="135"/>
                  </a:cubicBezTo>
                  <a:lnTo>
                    <a:pt x="1" y="1972"/>
                  </a:lnTo>
                  <a:cubicBezTo>
                    <a:pt x="1" y="2011"/>
                    <a:pt x="39" y="2087"/>
                    <a:pt x="116" y="2087"/>
                  </a:cubicBezTo>
                  <a:cubicBezTo>
                    <a:pt x="154" y="2087"/>
                    <a:pt x="231" y="2049"/>
                    <a:pt x="231" y="1972"/>
                  </a:cubicBezTo>
                  <a:lnTo>
                    <a:pt x="384" y="135"/>
                  </a:lnTo>
                  <a:cubicBezTo>
                    <a:pt x="384" y="77"/>
                    <a:pt x="326" y="1"/>
                    <a:pt x="250"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rot="-1548641">
              <a:off x="1747228" y="4495444"/>
              <a:ext cx="43421" cy="45102"/>
            </a:xfrm>
            <a:custGeom>
              <a:rect b="b" l="l" r="r" t="t"/>
              <a:pathLst>
                <a:path extrusionOk="0" h="537" w="517">
                  <a:moveTo>
                    <a:pt x="249" y="1"/>
                  </a:moveTo>
                  <a:cubicBezTo>
                    <a:pt x="115" y="1"/>
                    <a:pt x="0" y="115"/>
                    <a:pt x="0" y="269"/>
                  </a:cubicBezTo>
                  <a:cubicBezTo>
                    <a:pt x="0" y="422"/>
                    <a:pt x="115" y="537"/>
                    <a:pt x="249" y="537"/>
                  </a:cubicBezTo>
                  <a:cubicBezTo>
                    <a:pt x="402" y="537"/>
                    <a:pt x="517" y="422"/>
                    <a:pt x="517" y="269"/>
                  </a:cubicBezTo>
                  <a:cubicBezTo>
                    <a:pt x="517" y="115"/>
                    <a:pt x="402" y="1"/>
                    <a:pt x="2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rot="-1548641">
              <a:off x="2223427" y="4277134"/>
              <a:ext cx="45101" cy="43507"/>
            </a:xfrm>
            <a:custGeom>
              <a:rect b="b" l="l" r="r" t="t"/>
              <a:pathLst>
                <a:path extrusionOk="0" h="518" w="537">
                  <a:moveTo>
                    <a:pt x="269" y="1"/>
                  </a:moveTo>
                  <a:cubicBezTo>
                    <a:pt x="116" y="1"/>
                    <a:pt x="1" y="115"/>
                    <a:pt x="1" y="249"/>
                  </a:cubicBezTo>
                  <a:cubicBezTo>
                    <a:pt x="1" y="403"/>
                    <a:pt x="116" y="517"/>
                    <a:pt x="269" y="517"/>
                  </a:cubicBezTo>
                  <a:cubicBezTo>
                    <a:pt x="403" y="517"/>
                    <a:pt x="537" y="403"/>
                    <a:pt x="537" y="249"/>
                  </a:cubicBezTo>
                  <a:cubicBezTo>
                    <a:pt x="537" y="115"/>
                    <a:pt x="403" y="1"/>
                    <a:pt x="2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5" name="Shape 105"/>
        <p:cNvGrpSpPr/>
        <p:nvPr/>
      </p:nvGrpSpPr>
      <p:grpSpPr>
        <a:xfrm>
          <a:off x="0" y="0"/>
          <a:ext cx="0" cy="0"/>
          <a:chOff x="0" y="0"/>
          <a:chExt cx="0" cy="0"/>
        </a:xfrm>
      </p:grpSpPr>
      <p:sp>
        <p:nvSpPr>
          <p:cNvPr id="106" name="Google Shape;106;p4"/>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7" name="Google Shape;107;p4"/>
          <p:cNvSpPr txBox="1"/>
          <p:nvPr>
            <p:ph idx="1" type="subTitle"/>
          </p:nvPr>
        </p:nvSpPr>
        <p:spPr>
          <a:xfrm>
            <a:off x="713200" y="1155650"/>
            <a:ext cx="7717500" cy="572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sz="1600">
                <a:latin typeface="Livvic"/>
                <a:ea typeface="Livvic"/>
                <a:cs typeface="Livvic"/>
                <a:sym typeface="Livvic"/>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grpSp>
        <p:nvGrpSpPr>
          <p:cNvPr id="108" name="Google Shape;108;p4"/>
          <p:cNvGrpSpPr/>
          <p:nvPr/>
        </p:nvGrpSpPr>
        <p:grpSpPr>
          <a:xfrm rot="3207952">
            <a:off x="18268" y="3907268"/>
            <a:ext cx="1233807" cy="412271"/>
            <a:chOff x="6846642" y="4551936"/>
            <a:chExt cx="1233810" cy="412272"/>
          </a:xfrm>
        </p:grpSpPr>
        <p:sp>
          <p:nvSpPr>
            <p:cNvPr id="109" name="Google Shape;109;p4"/>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 name="Google Shape;121;p4"/>
          <p:cNvGrpSpPr/>
          <p:nvPr/>
        </p:nvGrpSpPr>
        <p:grpSpPr>
          <a:xfrm>
            <a:off x="102295" y="228325"/>
            <a:ext cx="437317" cy="1921984"/>
            <a:chOff x="8466795" y="2815800"/>
            <a:chExt cx="437317" cy="1921984"/>
          </a:xfrm>
        </p:grpSpPr>
        <p:grpSp>
          <p:nvGrpSpPr>
            <p:cNvPr id="122" name="Google Shape;122;p4"/>
            <p:cNvGrpSpPr/>
            <p:nvPr/>
          </p:nvGrpSpPr>
          <p:grpSpPr>
            <a:xfrm>
              <a:off x="8466795" y="4606284"/>
              <a:ext cx="128153" cy="131499"/>
              <a:chOff x="8037720" y="3987834"/>
              <a:chExt cx="128153" cy="131499"/>
            </a:xfrm>
          </p:grpSpPr>
          <p:sp>
            <p:nvSpPr>
              <p:cNvPr id="123" name="Google Shape;123;p4"/>
              <p:cNvSpPr/>
              <p:nvPr/>
            </p:nvSpPr>
            <p:spPr>
              <a:xfrm>
                <a:off x="8037720" y="3987834"/>
                <a:ext cx="128153" cy="131499"/>
              </a:xfrm>
              <a:custGeom>
                <a:rect b="b" l="l" r="r" t="t"/>
                <a:pathLst>
                  <a:path extrusionOk="0" h="2240" w="2183">
                    <a:moveTo>
                      <a:pt x="1168" y="1"/>
                    </a:moveTo>
                    <a:cubicBezTo>
                      <a:pt x="1110" y="1"/>
                      <a:pt x="1053" y="39"/>
                      <a:pt x="1053" y="115"/>
                    </a:cubicBezTo>
                    <a:lnTo>
                      <a:pt x="1053" y="785"/>
                    </a:lnTo>
                    <a:lnTo>
                      <a:pt x="632" y="326"/>
                    </a:lnTo>
                    <a:cubicBezTo>
                      <a:pt x="603" y="297"/>
                      <a:pt x="570" y="283"/>
                      <a:pt x="538" y="283"/>
                    </a:cubicBezTo>
                    <a:cubicBezTo>
                      <a:pt x="507" y="283"/>
                      <a:pt x="479" y="297"/>
                      <a:pt x="460" y="326"/>
                    </a:cubicBezTo>
                    <a:cubicBezTo>
                      <a:pt x="402" y="383"/>
                      <a:pt x="402" y="441"/>
                      <a:pt x="460" y="498"/>
                    </a:cubicBezTo>
                    <a:lnTo>
                      <a:pt x="919" y="977"/>
                    </a:lnTo>
                    <a:lnTo>
                      <a:pt x="115" y="977"/>
                    </a:lnTo>
                    <a:cubicBezTo>
                      <a:pt x="58" y="977"/>
                      <a:pt x="0" y="1015"/>
                      <a:pt x="0" y="1092"/>
                    </a:cubicBezTo>
                    <a:cubicBezTo>
                      <a:pt x="0" y="1168"/>
                      <a:pt x="58" y="1206"/>
                      <a:pt x="115" y="1206"/>
                    </a:cubicBezTo>
                    <a:lnTo>
                      <a:pt x="861" y="1206"/>
                    </a:lnTo>
                    <a:lnTo>
                      <a:pt x="287" y="1589"/>
                    </a:lnTo>
                    <a:cubicBezTo>
                      <a:pt x="249" y="1647"/>
                      <a:pt x="211" y="1723"/>
                      <a:pt x="268" y="1761"/>
                    </a:cubicBezTo>
                    <a:cubicBezTo>
                      <a:pt x="287" y="1781"/>
                      <a:pt x="306" y="1819"/>
                      <a:pt x="364" y="1819"/>
                    </a:cubicBezTo>
                    <a:cubicBezTo>
                      <a:pt x="383" y="1819"/>
                      <a:pt x="402" y="1819"/>
                      <a:pt x="440" y="1781"/>
                    </a:cubicBezTo>
                    <a:lnTo>
                      <a:pt x="1053" y="1360"/>
                    </a:lnTo>
                    <a:lnTo>
                      <a:pt x="1053" y="2125"/>
                    </a:lnTo>
                    <a:cubicBezTo>
                      <a:pt x="1053" y="2202"/>
                      <a:pt x="1110" y="2240"/>
                      <a:pt x="1168" y="2240"/>
                    </a:cubicBezTo>
                    <a:cubicBezTo>
                      <a:pt x="1225" y="2240"/>
                      <a:pt x="1302" y="2202"/>
                      <a:pt x="1302" y="2125"/>
                    </a:cubicBezTo>
                    <a:lnTo>
                      <a:pt x="1302" y="1379"/>
                    </a:lnTo>
                    <a:lnTo>
                      <a:pt x="1723" y="1838"/>
                    </a:lnTo>
                    <a:cubicBezTo>
                      <a:pt x="1742" y="1857"/>
                      <a:pt x="1799" y="1876"/>
                      <a:pt x="1818" y="1876"/>
                    </a:cubicBezTo>
                    <a:cubicBezTo>
                      <a:pt x="1838" y="1876"/>
                      <a:pt x="1876" y="1876"/>
                      <a:pt x="1895" y="1838"/>
                    </a:cubicBezTo>
                    <a:cubicBezTo>
                      <a:pt x="1933" y="1781"/>
                      <a:pt x="1933" y="1723"/>
                      <a:pt x="1895" y="1666"/>
                    </a:cubicBezTo>
                    <a:lnTo>
                      <a:pt x="1436" y="1187"/>
                    </a:lnTo>
                    <a:lnTo>
                      <a:pt x="2067" y="1187"/>
                    </a:lnTo>
                    <a:cubicBezTo>
                      <a:pt x="2125" y="1187"/>
                      <a:pt x="2182" y="1149"/>
                      <a:pt x="2182" y="1072"/>
                    </a:cubicBezTo>
                    <a:cubicBezTo>
                      <a:pt x="2182" y="996"/>
                      <a:pt x="2125" y="958"/>
                      <a:pt x="2067" y="958"/>
                    </a:cubicBezTo>
                    <a:lnTo>
                      <a:pt x="1627" y="958"/>
                    </a:lnTo>
                    <a:lnTo>
                      <a:pt x="2086" y="632"/>
                    </a:lnTo>
                    <a:cubicBezTo>
                      <a:pt x="2125" y="594"/>
                      <a:pt x="2163" y="517"/>
                      <a:pt x="2106" y="479"/>
                    </a:cubicBezTo>
                    <a:cubicBezTo>
                      <a:pt x="2081" y="442"/>
                      <a:pt x="2040" y="421"/>
                      <a:pt x="1999" y="421"/>
                    </a:cubicBezTo>
                    <a:cubicBezTo>
                      <a:pt x="1976" y="421"/>
                      <a:pt x="1954" y="427"/>
                      <a:pt x="1933" y="441"/>
                    </a:cubicBezTo>
                    <a:lnTo>
                      <a:pt x="1302" y="900"/>
                    </a:lnTo>
                    <a:lnTo>
                      <a:pt x="1302" y="115"/>
                    </a:lnTo>
                    <a:cubicBezTo>
                      <a:pt x="1302" y="39"/>
                      <a:pt x="1244" y="1"/>
                      <a:pt x="1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8050049" y="4012490"/>
                <a:ext cx="114710" cy="82128"/>
              </a:xfrm>
              <a:custGeom>
                <a:rect b="b" l="l" r="r" t="t"/>
                <a:pathLst>
                  <a:path extrusionOk="0" h="1399" w="1954">
                    <a:moveTo>
                      <a:pt x="1789" y="1"/>
                    </a:moveTo>
                    <a:cubicBezTo>
                      <a:pt x="1766" y="1"/>
                      <a:pt x="1744" y="7"/>
                      <a:pt x="1723" y="21"/>
                    </a:cubicBezTo>
                    <a:lnTo>
                      <a:pt x="77" y="1169"/>
                    </a:lnTo>
                    <a:cubicBezTo>
                      <a:pt x="39" y="1227"/>
                      <a:pt x="1" y="1284"/>
                      <a:pt x="58" y="1341"/>
                    </a:cubicBezTo>
                    <a:cubicBezTo>
                      <a:pt x="77" y="1361"/>
                      <a:pt x="96" y="1399"/>
                      <a:pt x="154" y="1399"/>
                    </a:cubicBezTo>
                    <a:cubicBezTo>
                      <a:pt x="173" y="1399"/>
                      <a:pt x="192" y="1399"/>
                      <a:pt x="230" y="1361"/>
                    </a:cubicBezTo>
                    <a:lnTo>
                      <a:pt x="1876" y="212"/>
                    </a:lnTo>
                    <a:cubicBezTo>
                      <a:pt x="1915" y="174"/>
                      <a:pt x="1953" y="97"/>
                      <a:pt x="1896" y="59"/>
                    </a:cubicBezTo>
                    <a:cubicBezTo>
                      <a:pt x="1871" y="22"/>
                      <a:pt x="1830" y="1"/>
                      <a:pt x="1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8061320" y="4004389"/>
                <a:ext cx="89936" cy="93634"/>
              </a:xfrm>
              <a:custGeom>
                <a:rect b="b" l="l" r="r" t="t"/>
                <a:pathLst>
                  <a:path extrusionOk="0" h="1595" w="1532">
                    <a:moveTo>
                      <a:pt x="136" y="1"/>
                    </a:moveTo>
                    <a:cubicBezTo>
                      <a:pt x="105" y="1"/>
                      <a:pt x="77" y="15"/>
                      <a:pt x="58" y="44"/>
                    </a:cubicBezTo>
                    <a:cubicBezTo>
                      <a:pt x="0" y="82"/>
                      <a:pt x="0" y="159"/>
                      <a:pt x="58" y="216"/>
                    </a:cubicBezTo>
                    <a:lnTo>
                      <a:pt x="1321" y="1556"/>
                    </a:lnTo>
                    <a:cubicBezTo>
                      <a:pt x="1340" y="1575"/>
                      <a:pt x="1397" y="1594"/>
                      <a:pt x="1416" y="1594"/>
                    </a:cubicBezTo>
                    <a:cubicBezTo>
                      <a:pt x="1436" y="1594"/>
                      <a:pt x="1474" y="1594"/>
                      <a:pt x="1493" y="1556"/>
                    </a:cubicBezTo>
                    <a:cubicBezTo>
                      <a:pt x="1531" y="1499"/>
                      <a:pt x="1531" y="1422"/>
                      <a:pt x="1493" y="1384"/>
                    </a:cubicBezTo>
                    <a:lnTo>
                      <a:pt x="230" y="44"/>
                    </a:lnTo>
                    <a:cubicBezTo>
                      <a:pt x="201" y="15"/>
                      <a:pt x="168" y="1"/>
                      <a:pt x="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8037720" y="4044015"/>
                <a:ext cx="128153" cy="14676"/>
              </a:xfrm>
              <a:custGeom>
                <a:rect b="b" l="l" r="r" t="t"/>
                <a:pathLst>
                  <a:path extrusionOk="0" h="250" w="2183">
                    <a:moveTo>
                      <a:pt x="2067" y="1"/>
                    </a:moveTo>
                    <a:lnTo>
                      <a:pt x="115" y="20"/>
                    </a:lnTo>
                    <a:cubicBezTo>
                      <a:pt x="58" y="20"/>
                      <a:pt x="0" y="58"/>
                      <a:pt x="0" y="135"/>
                    </a:cubicBezTo>
                    <a:cubicBezTo>
                      <a:pt x="0" y="211"/>
                      <a:pt x="58" y="249"/>
                      <a:pt x="115" y="249"/>
                    </a:cubicBezTo>
                    <a:lnTo>
                      <a:pt x="2067" y="230"/>
                    </a:lnTo>
                    <a:cubicBezTo>
                      <a:pt x="2125" y="230"/>
                      <a:pt x="2182" y="173"/>
                      <a:pt x="2182" y="115"/>
                    </a:cubicBezTo>
                    <a:cubicBezTo>
                      <a:pt x="2182" y="39"/>
                      <a:pt x="2125"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 name="Google Shape;127;p4"/>
            <p:cNvSpPr/>
            <p:nvPr/>
          </p:nvSpPr>
          <p:spPr>
            <a:xfrm>
              <a:off x="8515199" y="3270235"/>
              <a:ext cx="98918" cy="96687"/>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8688313" y="2815800"/>
              <a:ext cx="215800" cy="213627"/>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8744658" y="4029962"/>
              <a:ext cx="156214" cy="157388"/>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0" name="Shape 130"/>
        <p:cNvGrpSpPr/>
        <p:nvPr/>
      </p:nvGrpSpPr>
      <p:grpSpPr>
        <a:xfrm>
          <a:off x="0" y="0"/>
          <a:ext cx="0" cy="0"/>
          <a:chOff x="0" y="0"/>
          <a:chExt cx="0" cy="0"/>
        </a:xfrm>
      </p:grpSpPr>
      <p:grpSp>
        <p:nvGrpSpPr>
          <p:cNvPr id="131" name="Google Shape;131;p5"/>
          <p:cNvGrpSpPr/>
          <p:nvPr/>
        </p:nvGrpSpPr>
        <p:grpSpPr>
          <a:xfrm>
            <a:off x="6993099" y="203077"/>
            <a:ext cx="912442" cy="904767"/>
            <a:chOff x="7775874" y="1308052"/>
            <a:chExt cx="912442" cy="904767"/>
          </a:xfrm>
        </p:grpSpPr>
        <p:sp>
          <p:nvSpPr>
            <p:cNvPr id="132" name="Google Shape;132;p5"/>
            <p:cNvSpPr/>
            <p:nvPr/>
          </p:nvSpPr>
          <p:spPr>
            <a:xfrm>
              <a:off x="7775874" y="1308052"/>
              <a:ext cx="912442" cy="904767"/>
            </a:xfrm>
            <a:custGeom>
              <a:rect b="b" l="l" r="r" t="t"/>
              <a:pathLst>
                <a:path extrusionOk="0" h="11199" w="11294">
                  <a:moveTo>
                    <a:pt x="4135" y="2642"/>
                  </a:moveTo>
                  <a:cubicBezTo>
                    <a:pt x="4288" y="2738"/>
                    <a:pt x="4441" y="2834"/>
                    <a:pt x="4594" y="2949"/>
                  </a:cubicBezTo>
                  <a:cubicBezTo>
                    <a:pt x="4728" y="3063"/>
                    <a:pt x="4919" y="3121"/>
                    <a:pt x="5092" y="3121"/>
                  </a:cubicBezTo>
                  <a:cubicBezTo>
                    <a:pt x="5187" y="3121"/>
                    <a:pt x="5264" y="3083"/>
                    <a:pt x="5360" y="3063"/>
                  </a:cubicBezTo>
                  <a:cubicBezTo>
                    <a:pt x="5532" y="3025"/>
                    <a:pt x="5647" y="2929"/>
                    <a:pt x="5761" y="2776"/>
                  </a:cubicBezTo>
                  <a:cubicBezTo>
                    <a:pt x="5838" y="2872"/>
                    <a:pt x="5934" y="2929"/>
                    <a:pt x="6029" y="2968"/>
                  </a:cubicBezTo>
                  <a:cubicBezTo>
                    <a:pt x="6144" y="3025"/>
                    <a:pt x="6278" y="3063"/>
                    <a:pt x="6393" y="3063"/>
                  </a:cubicBezTo>
                  <a:cubicBezTo>
                    <a:pt x="6565" y="3063"/>
                    <a:pt x="6699" y="3025"/>
                    <a:pt x="6814" y="2949"/>
                  </a:cubicBezTo>
                  <a:cubicBezTo>
                    <a:pt x="6872" y="2929"/>
                    <a:pt x="6891" y="2910"/>
                    <a:pt x="6948" y="2910"/>
                  </a:cubicBezTo>
                  <a:cubicBezTo>
                    <a:pt x="6948" y="3044"/>
                    <a:pt x="6967" y="3178"/>
                    <a:pt x="7063" y="3389"/>
                  </a:cubicBezTo>
                  <a:cubicBezTo>
                    <a:pt x="7120" y="3542"/>
                    <a:pt x="7350" y="3829"/>
                    <a:pt x="7810" y="3829"/>
                  </a:cubicBezTo>
                  <a:lnTo>
                    <a:pt x="7905" y="3829"/>
                  </a:lnTo>
                  <a:cubicBezTo>
                    <a:pt x="7982" y="3810"/>
                    <a:pt x="8116" y="3810"/>
                    <a:pt x="8288" y="3791"/>
                  </a:cubicBezTo>
                  <a:lnTo>
                    <a:pt x="8288" y="3791"/>
                  </a:lnTo>
                  <a:cubicBezTo>
                    <a:pt x="8250" y="3810"/>
                    <a:pt x="8250" y="3867"/>
                    <a:pt x="8231" y="3886"/>
                  </a:cubicBezTo>
                  <a:cubicBezTo>
                    <a:pt x="8154" y="4001"/>
                    <a:pt x="8077" y="4193"/>
                    <a:pt x="8135" y="4403"/>
                  </a:cubicBezTo>
                  <a:cubicBezTo>
                    <a:pt x="8154" y="4767"/>
                    <a:pt x="8441" y="5054"/>
                    <a:pt x="8786" y="5092"/>
                  </a:cubicBezTo>
                  <a:cubicBezTo>
                    <a:pt x="8824" y="5092"/>
                    <a:pt x="8862" y="5131"/>
                    <a:pt x="8901" y="5131"/>
                  </a:cubicBezTo>
                  <a:cubicBezTo>
                    <a:pt x="8824" y="5188"/>
                    <a:pt x="8728" y="5245"/>
                    <a:pt x="8633" y="5322"/>
                  </a:cubicBezTo>
                  <a:cubicBezTo>
                    <a:pt x="8613" y="5341"/>
                    <a:pt x="8594" y="5360"/>
                    <a:pt x="8537" y="5379"/>
                  </a:cubicBezTo>
                  <a:cubicBezTo>
                    <a:pt x="8384" y="5552"/>
                    <a:pt x="8288" y="5781"/>
                    <a:pt x="8288" y="5992"/>
                  </a:cubicBezTo>
                  <a:cubicBezTo>
                    <a:pt x="8288" y="6202"/>
                    <a:pt x="8326" y="6394"/>
                    <a:pt x="8499" y="6566"/>
                  </a:cubicBezTo>
                  <a:cubicBezTo>
                    <a:pt x="8518" y="6585"/>
                    <a:pt x="8575" y="6643"/>
                    <a:pt x="8613" y="6662"/>
                  </a:cubicBezTo>
                  <a:cubicBezTo>
                    <a:pt x="8671" y="6681"/>
                    <a:pt x="8709" y="6738"/>
                    <a:pt x="8767" y="6758"/>
                  </a:cubicBezTo>
                  <a:cubicBezTo>
                    <a:pt x="8633" y="6777"/>
                    <a:pt x="8518" y="6796"/>
                    <a:pt x="8384" y="6815"/>
                  </a:cubicBezTo>
                  <a:cubicBezTo>
                    <a:pt x="8307" y="6815"/>
                    <a:pt x="8231" y="6853"/>
                    <a:pt x="8192" y="6892"/>
                  </a:cubicBezTo>
                  <a:cubicBezTo>
                    <a:pt x="8039" y="6968"/>
                    <a:pt x="7944" y="7064"/>
                    <a:pt x="7905" y="7102"/>
                  </a:cubicBezTo>
                  <a:cubicBezTo>
                    <a:pt x="7848" y="7160"/>
                    <a:pt x="7810" y="7236"/>
                    <a:pt x="7752" y="7293"/>
                  </a:cubicBezTo>
                  <a:cubicBezTo>
                    <a:pt x="7618" y="7561"/>
                    <a:pt x="7637" y="7868"/>
                    <a:pt x="7771" y="8117"/>
                  </a:cubicBezTo>
                  <a:cubicBezTo>
                    <a:pt x="7771" y="8136"/>
                    <a:pt x="7810" y="8136"/>
                    <a:pt x="7810" y="8155"/>
                  </a:cubicBezTo>
                  <a:cubicBezTo>
                    <a:pt x="7733" y="8136"/>
                    <a:pt x="7656" y="8136"/>
                    <a:pt x="7618" y="8117"/>
                  </a:cubicBezTo>
                  <a:cubicBezTo>
                    <a:pt x="7542" y="8097"/>
                    <a:pt x="7465" y="8097"/>
                    <a:pt x="7388" y="8097"/>
                  </a:cubicBezTo>
                  <a:cubicBezTo>
                    <a:pt x="7082" y="8097"/>
                    <a:pt x="6795" y="8289"/>
                    <a:pt x="6661" y="8576"/>
                  </a:cubicBezTo>
                  <a:cubicBezTo>
                    <a:pt x="6623" y="8595"/>
                    <a:pt x="6623" y="8633"/>
                    <a:pt x="6604" y="8672"/>
                  </a:cubicBezTo>
                  <a:cubicBezTo>
                    <a:pt x="6585" y="8710"/>
                    <a:pt x="6585" y="8767"/>
                    <a:pt x="6565" y="8786"/>
                  </a:cubicBezTo>
                  <a:lnTo>
                    <a:pt x="6412" y="8576"/>
                  </a:lnTo>
                  <a:cubicBezTo>
                    <a:pt x="6393" y="8538"/>
                    <a:pt x="6374" y="8499"/>
                    <a:pt x="6336" y="8480"/>
                  </a:cubicBezTo>
                  <a:cubicBezTo>
                    <a:pt x="6278" y="8404"/>
                    <a:pt x="6202" y="8346"/>
                    <a:pt x="6125" y="8308"/>
                  </a:cubicBezTo>
                  <a:cubicBezTo>
                    <a:pt x="6087" y="8251"/>
                    <a:pt x="6010" y="8212"/>
                    <a:pt x="5934" y="8193"/>
                  </a:cubicBezTo>
                  <a:cubicBezTo>
                    <a:pt x="5838" y="8136"/>
                    <a:pt x="5742" y="8136"/>
                    <a:pt x="5666" y="8136"/>
                  </a:cubicBezTo>
                  <a:cubicBezTo>
                    <a:pt x="5474" y="8136"/>
                    <a:pt x="5321" y="8212"/>
                    <a:pt x="5168" y="8346"/>
                  </a:cubicBezTo>
                  <a:lnTo>
                    <a:pt x="4958" y="8576"/>
                  </a:lnTo>
                  <a:cubicBezTo>
                    <a:pt x="4900" y="8423"/>
                    <a:pt x="4843" y="8289"/>
                    <a:pt x="4709" y="8155"/>
                  </a:cubicBezTo>
                  <a:cubicBezTo>
                    <a:pt x="4613" y="8059"/>
                    <a:pt x="4479" y="8002"/>
                    <a:pt x="4326" y="7963"/>
                  </a:cubicBezTo>
                  <a:cubicBezTo>
                    <a:pt x="4288" y="7963"/>
                    <a:pt x="4230" y="7944"/>
                    <a:pt x="4173" y="7944"/>
                  </a:cubicBezTo>
                  <a:cubicBezTo>
                    <a:pt x="4039" y="7944"/>
                    <a:pt x="3924" y="7963"/>
                    <a:pt x="3809" y="8021"/>
                  </a:cubicBezTo>
                  <a:cubicBezTo>
                    <a:pt x="3694" y="8059"/>
                    <a:pt x="3560" y="8117"/>
                    <a:pt x="3426" y="8155"/>
                  </a:cubicBezTo>
                  <a:cubicBezTo>
                    <a:pt x="3426" y="8117"/>
                    <a:pt x="3465" y="8002"/>
                    <a:pt x="3465" y="8002"/>
                  </a:cubicBezTo>
                  <a:cubicBezTo>
                    <a:pt x="3522" y="7906"/>
                    <a:pt x="3541" y="7772"/>
                    <a:pt x="3541" y="7676"/>
                  </a:cubicBezTo>
                  <a:cubicBezTo>
                    <a:pt x="3541" y="7466"/>
                    <a:pt x="3465" y="7274"/>
                    <a:pt x="3311" y="7140"/>
                  </a:cubicBezTo>
                  <a:cubicBezTo>
                    <a:pt x="3254" y="7083"/>
                    <a:pt x="3082" y="6911"/>
                    <a:pt x="2852" y="6892"/>
                  </a:cubicBezTo>
                  <a:cubicBezTo>
                    <a:pt x="2776" y="6872"/>
                    <a:pt x="2680" y="6853"/>
                    <a:pt x="2603" y="6853"/>
                  </a:cubicBezTo>
                  <a:cubicBezTo>
                    <a:pt x="2661" y="6815"/>
                    <a:pt x="2699" y="6777"/>
                    <a:pt x="2737" y="6758"/>
                  </a:cubicBezTo>
                  <a:lnTo>
                    <a:pt x="2795" y="6681"/>
                  </a:lnTo>
                  <a:cubicBezTo>
                    <a:pt x="2967" y="6509"/>
                    <a:pt x="3063" y="6298"/>
                    <a:pt x="3063" y="6088"/>
                  </a:cubicBezTo>
                  <a:cubicBezTo>
                    <a:pt x="3063" y="5839"/>
                    <a:pt x="2967" y="5647"/>
                    <a:pt x="2795" y="5475"/>
                  </a:cubicBezTo>
                  <a:cubicBezTo>
                    <a:pt x="2756" y="5437"/>
                    <a:pt x="2699" y="5379"/>
                    <a:pt x="2642" y="5360"/>
                  </a:cubicBezTo>
                  <a:cubicBezTo>
                    <a:pt x="2546" y="5322"/>
                    <a:pt x="2412" y="5245"/>
                    <a:pt x="2335" y="5188"/>
                  </a:cubicBezTo>
                  <a:cubicBezTo>
                    <a:pt x="2412" y="5169"/>
                    <a:pt x="2488" y="5169"/>
                    <a:pt x="2565" y="5150"/>
                  </a:cubicBezTo>
                  <a:cubicBezTo>
                    <a:pt x="2680" y="5131"/>
                    <a:pt x="2814" y="5054"/>
                    <a:pt x="2910" y="4958"/>
                  </a:cubicBezTo>
                  <a:lnTo>
                    <a:pt x="2986" y="4882"/>
                  </a:lnTo>
                  <a:cubicBezTo>
                    <a:pt x="3139" y="4748"/>
                    <a:pt x="3235" y="4518"/>
                    <a:pt x="3235" y="4327"/>
                  </a:cubicBezTo>
                  <a:cubicBezTo>
                    <a:pt x="3235" y="4193"/>
                    <a:pt x="3178" y="4040"/>
                    <a:pt x="3101" y="3906"/>
                  </a:cubicBezTo>
                  <a:cubicBezTo>
                    <a:pt x="3082" y="3886"/>
                    <a:pt x="3063" y="3829"/>
                    <a:pt x="3063" y="3810"/>
                  </a:cubicBezTo>
                  <a:lnTo>
                    <a:pt x="3082" y="3810"/>
                  </a:lnTo>
                  <a:cubicBezTo>
                    <a:pt x="3139" y="3829"/>
                    <a:pt x="3178" y="3829"/>
                    <a:pt x="3254" y="3829"/>
                  </a:cubicBezTo>
                  <a:cubicBezTo>
                    <a:pt x="3484" y="3829"/>
                    <a:pt x="3713" y="3752"/>
                    <a:pt x="3847" y="3599"/>
                  </a:cubicBezTo>
                  <a:cubicBezTo>
                    <a:pt x="4020" y="3427"/>
                    <a:pt x="4115" y="3236"/>
                    <a:pt x="4115" y="2987"/>
                  </a:cubicBezTo>
                  <a:cubicBezTo>
                    <a:pt x="4115" y="2872"/>
                    <a:pt x="4115" y="2738"/>
                    <a:pt x="4135" y="2642"/>
                  </a:cubicBezTo>
                  <a:close/>
                  <a:moveTo>
                    <a:pt x="5647" y="1"/>
                  </a:moveTo>
                  <a:cubicBezTo>
                    <a:pt x="5149" y="1"/>
                    <a:pt x="4881" y="345"/>
                    <a:pt x="4613" y="1054"/>
                  </a:cubicBezTo>
                  <a:cubicBezTo>
                    <a:pt x="3809" y="556"/>
                    <a:pt x="3637" y="518"/>
                    <a:pt x="3407" y="518"/>
                  </a:cubicBezTo>
                  <a:cubicBezTo>
                    <a:pt x="3350" y="518"/>
                    <a:pt x="3273" y="518"/>
                    <a:pt x="3235" y="537"/>
                  </a:cubicBezTo>
                  <a:cubicBezTo>
                    <a:pt x="2680" y="671"/>
                    <a:pt x="2546" y="1130"/>
                    <a:pt x="2488" y="2049"/>
                  </a:cubicBezTo>
                  <a:cubicBezTo>
                    <a:pt x="2201" y="1992"/>
                    <a:pt x="1914" y="1953"/>
                    <a:pt x="1742" y="1953"/>
                  </a:cubicBezTo>
                  <a:cubicBezTo>
                    <a:pt x="1646" y="1953"/>
                    <a:pt x="1493" y="1953"/>
                    <a:pt x="1302" y="2049"/>
                  </a:cubicBezTo>
                  <a:cubicBezTo>
                    <a:pt x="1263" y="2068"/>
                    <a:pt x="1244" y="2068"/>
                    <a:pt x="1225" y="2087"/>
                  </a:cubicBezTo>
                  <a:cubicBezTo>
                    <a:pt x="651" y="2470"/>
                    <a:pt x="785" y="3063"/>
                    <a:pt x="1206" y="3906"/>
                  </a:cubicBezTo>
                  <a:cubicBezTo>
                    <a:pt x="498" y="4174"/>
                    <a:pt x="172" y="4499"/>
                    <a:pt x="96" y="4939"/>
                  </a:cubicBezTo>
                  <a:cubicBezTo>
                    <a:pt x="0" y="5399"/>
                    <a:pt x="249" y="5801"/>
                    <a:pt x="842" y="6279"/>
                  </a:cubicBezTo>
                  <a:cubicBezTo>
                    <a:pt x="364" y="6700"/>
                    <a:pt x="192" y="6968"/>
                    <a:pt x="211" y="7313"/>
                  </a:cubicBezTo>
                  <a:cubicBezTo>
                    <a:pt x="211" y="7370"/>
                    <a:pt x="249" y="7447"/>
                    <a:pt x="268" y="7542"/>
                  </a:cubicBezTo>
                  <a:cubicBezTo>
                    <a:pt x="402" y="7944"/>
                    <a:pt x="689" y="8136"/>
                    <a:pt x="1704" y="8461"/>
                  </a:cubicBezTo>
                  <a:cubicBezTo>
                    <a:pt x="1512" y="9169"/>
                    <a:pt x="1455" y="9418"/>
                    <a:pt x="1493" y="9610"/>
                  </a:cubicBezTo>
                  <a:cubicBezTo>
                    <a:pt x="1512" y="9992"/>
                    <a:pt x="1838" y="10375"/>
                    <a:pt x="2374" y="10375"/>
                  </a:cubicBezTo>
                  <a:cubicBezTo>
                    <a:pt x="2603" y="10375"/>
                    <a:pt x="2929" y="10299"/>
                    <a:pt x="3541" y="10050"/>
                  </a:cubicBezTo>
                  <a:cubicBezTo>
                    <a:pt x="3618" y="10394"/>
                    <a:pt x="3713" y="10624"/>
                    <a:pt x="3809" y="10758"/>
                  </a:cubicBezTo>
                  <a:lnTo>
                    <a:pt x="3886" y="10815"/>
                  </a:lnTo>
                  <a:cubicBezTo>
                    <a:pt x="4039" y="10988"/>
                    <a:pt x="4288" y="11083"/>
                    <a:pt x="4498" y="11083"/>
                  </a:cubicBezTo>
                  <a:cubicBezTo>
                    <a:pt x="4785" y="11083"/>
                    <a:pt x="5053" y="10968"/>
                    <a:pt x="5723" y="10375"/>
                  </a:cubicBezTo>
                  <a:cubicBezTo>
                    <a:pt x="6221" y="10988"/>
                    <a:pt x="6565" y="11198"/>
                    <a:pt x="6910" y="11198"/>
                  </a:cubicBezTo>
                  <a:lnTo>
                    <a:pt x="7044" y="11198"/>
                  </a:lnTo>
                  <a:cubicBezTo>
                    <a:pt x="7235" y="11198"/>
                    <a:pt x="7427" y="11141"/>
                    <a:pt x="7542" y="10988"/>
                  </a:cubicBezTo>
                  <a:cubicBezTo>
                    <a:pt x="7676" y="10854"/>
                    <a:pt x="7848" y="10509"/>
                    <a:pt x="8039" y="9992"/>
                  </a:cubicBezTo>
                  <a:cubicBezTo>
                    <a:pt x="8345" y="10031"/>
                    <a:pt x="8613" y="10050"/>
                    <a:pt x="8805" y="10050"/>
                  </a:cubicBezTo>
                  <a:cubicBezTo>
                    <a:pt x="9283" y="10050"/>
                    <a:pt x="9647" y="9897"/>
                    <a:pt x="9838" y="9552"/>
                  </a:cubicBezTo>
                  <a:cubicBezTo>
                    <a:pt x="10030" y="9227"/>
                    <a:pt x="9972" y="8863"/>
                    <a:pt x="9781" y="8365"/>
                  </a:cubicBezTo>
                  <a:cubicBezTo>
                    <a:pt x="10623" y="8117"/>
                    <a:pt x="10987" y="7829"/>
                    <a:pt x="11102" y="7408"/>
                  </a:cubicBezTo>
                  <a:cubicBezTo>
                    <a:pt x="11159" y="6853"/>
                    <a:pt x="10872" y="6413"/>
                    <a:pt x="10432" y="6011"/>
                  </a:cubicBezTo>
                  <a:cubicBezTo>
                    <a:pt x="11025" y="5494"/>
                    <a:pt x="11293" y="5073"/>
                    <a:pt x="11121" y="4576"/>
                  </a:cubicBezTo>
                  <a:lnTo>
                    <a:pt x="11121" y="4556"/>
                  </a:lnTo>
                  <a:cubicBezTo>
                    <a:pt x="11025" y="4269"/>
                    <a:pt x="10795" y="4020"/>
                    <a:pt x="10106" y="3772"/>
                  </a:cubicBezTo>
                  <a:cubicBezTo>
                    <a:pt x="10355" y="3197"/>
                    <a:pt x="10355" y="3025"/>
                    <a:pt x="10355" y="2910"/>
                  </a:cubicBezTo>
                  <a:cubicBezTo>
                    <a:pt x="10355" y="2681"/>
                    <a:pt x="10298" y="1992"/>
                    <a:pt x="9207" y="1992"/>
                  </a:cubicBezTo>
                  <a:cubicBezTo>
                    <a:pt x="9073" y="1992"/>
                    <a:pt x="8920" y="1992"/>
                    <a:pt x="8767" y="2011"/>
                  </a:cubicBezTo>
                  <a:cubicBezTo>
                    <a:pt x="8786" y="1513"/>
                    <a:pt x="8709" y="1054"/>
                    <a:pt x="8250" y="862"/>
                  </a:cubicBezTo>
                  <a:cubicBezTo>
                    <a:pt x="8135" y="786"/>
                    <a:pt x="8001" y="767"/>
                    <a:pt x="7829" y="767"/>
                  </a:cubicBezTo>
                  <a:cubicBezTo>
                    <a:pt x="7714" y="767"/>
                    <a:pt x="7484" y="767"/>
                    <a:pt x="6757" y="1130"/>
                  </a:cubicBezTo>
                  <a:cubicBezTo>
                    <a:pt x="6412" y="365"/>
                    <a:pt x="6240" y="192"/>
                    <a:pt x="6010" y="77"/>
                  </a:cubicBezTo>
                  <a:cubicBezTo>
                    <a:pt x="5915" y="39"/>
                    <a:pt x="5800" y="1"/>
                    <a:pt x="5704" y="1"/>
                  </a:cubicBezTo>
                  <a:close/>
                </a:path>
              </a:pathLst>
            </a:custGeom>
            <a:solidFill>
              <a:schemeClr val="lt1"/>
            </a:solidFill>
            <a:ln>
              <a:noFill/>
            </a:ln>
            <a:effectLst>
              <a:outerShdw blurRad="85725" rotWithShape="0" algn="bl" dir="4680000" dist="6667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116"/>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64"/>
                    <a:pt x="6144" y="9437"/>
                  </a:cubicBezTo>
                  <a:cubicBezTo>
                    <a:pt x="5991" y="9322"/>
                    <a:pt x="5532" y="8767"/>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67" y="8480"/>
                    <a:pt x="1742" y="8537"/>
                  </a:cubicBezTo>
                  <a:cubicBezTo>
                    <a:pt x="1780" y="8288"/>
                    <a:pt x="1972" y="7618"/>
                    <a:pt x="2125" y="7025"/>
                  </a:cubicBezTo>
                  <a:cubicBezTo>
                    <a:pt x="2163" y="7006"/>
                    <a:pt x="2163" y="6948"/>
                    <a:pt x="2125" y="6929"/>
                  </a:cubicBezTo>
                  <a:cubicBezTo>
                    <a:pt x="2106" y="6910"/>
                    <a:pt x="2086" y="6891"/>
                    <a:pt x="2067" y="6891"/>
                  </a:cubicBezTo>
                  <a:cubicBezTo>
                    <a:pt x="1436" y="6738"/>
                    <a:pt x="689" y="6527"/>
                    <a:pt x="498" y="6412"/>
                  </a:cubicBezTo>
                  <a:cubicBezTo>
                    <a:pt x="651" y="6240"/>
                    <a:pt x="1168" y="5800"/>
                    <a:pt x="1646" y="5455"/>
                  </a:cubicBezTo>
                  <a:cubicBezTo>
                    <a:pt x="1684" y="5417"/>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40"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47" y="0"/>
                    <a:pt x="4307" y="1436"/>
                  </a:cubicBezTo>
                  <a:cubicBezTo>
                    <a:pt x="3369" y="804"/>
                    <a:pt x="2852" y="498"/>
                    <a:pt x="2737" y="498"/>
                  </a:cubicBezTo>
                  <a:lnTo>
                    <a:pt x="2699" y="498"/>
                  </a:lnTo>
                  <a:cubicBezTo>
                    <a:pt x="2603" y="517"/>
                    <a:pt x="2508" y="536"/>
                    <a:pt x="2469" y="2201"/>
                  </a:cubicBezTo>
                  <a:cubicBezTo>
                    <a:pt x="2125" y="2106"/>
                    <a:pt x="1302" y="1914"/>
                    <a:pt x="1034" y="1914"/>
                  </a:cubicBezTo>
                  <a:cubicBezTo>
                    <a:pt x="976" y="1914"/>
                    <a:pt x="938" y="1914"/>
                    <a:pt x="881" y="1933"/>
                  </a:cubicBezTo>
                  <a:cubicBezTo>
                    <a:pt x="823" y="1991"/>
                    <a:pt x="689" y="2048"/>
                    <a:pt x="1512" y="3580"/>
                  </a:cubicBezTo>
                  <a:cubicBezTo>
                    <a:pt x="1015" y="3714"/>
                    <a:pt x="115" y="3962"/>
                    <a:pt x="77" y="4307"/>
                  </a:cubicBezTo>
                  <a:cubicBezTo>
                    <a:pt x="0" y="4632"/>
                    <a:pt x="842" y="5187"/>
                    <a:pt x="1321" y="5474"/>
                  </a:cubicBezTo>
                  <a:cubicBezTo>
                    <a:pt x="153" y="6336"/>
                    <a:pt x="191" y="6489"/>
                    <a:pt x="191" y="6546"/>
                  </a:cubicBezTo>
                  <a:cubicBezTo>
                    <a:pt x="211" y="6623"/>
                    <a:pt x="249" y="6757"/>
                    <a:pt x="1838" y="7178"/>
                  </a:cubicBezTo>
                  <a:cubicBezTo>
                    <a:pt x="1704" y="7676"/>
                    <a:pt x="1436" y="8594"/>
                    <a:pt x="1455" y="8748"/>
                  </a:cubicBezTo>
                  <a:cubicBezTo>
                    <a:pt x="1455" y="8786"/>
                    <a:pt x="1493"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79" y="8422"/>
                  </a:cubicBezTo>
                  <a:cubicBezTo>
                    <a:pt x="8594" y="8212"/>
                    <a:pt x="8250" y="7542"/>
                    <a:pt x="8020" y="7082"/>
                  </a:cubicBezTo>
                  <a:cubicBezTo>
                    <a:pt x="8671" y="6967"/>
                    <a:pt x="9590" y="6738"/>
                    <a:pt x="9666" y="6451"/>
                  </a:cubicBezTo>
                  <a:cubicBezTo>
                    <a:pt x="9743" y="6144"/>
                    <a:pt x="9073" y="5608"/>
                    <a:pt x="8594" y="5283"/>
                  </a:cubicBezTo>
                  <a:cubicBezTo>
                    <a:pt x="9877" y="4345"/>
                    <a:pt x="9781" y="4154"/>
                    <a:pt x="9762" y="4096"/>
                  </a:cubicBezTo>
                  <a:cubicBezTo>
                    <a:pt x="9685" y="3886"/>
                    <a:pt x="8996" y="3656"/>
                    <a:pt x="8384" y="3484"/>
                  </a:cubicBezTo>
                  <a:cubicBezTo>
                    <a:pt x="8594" y="3082"/>
                    <a:pt x="8958" y="2374"/>
                    <a:pt x="8958" y="2201"/>
                  </a:cubicBezTo>
                  <a:cubicBezTo>
                    <a:pt x="8958"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7919683" y="1468908"/>
              <a:ext cx="610853" cy="610934"/>
            </a:xfrm>
            <a:custGeom>
              <a:rect b="b" l="l" r="r" t="t"/>
              <a:pathLst>
                <a:path extrusionOk="0" h="7562" w="7561">
                  <a:moveTo>
                    <a:pt x="3771" y="1"/>
                  </a:moveTo>
                  <a:cubicBezTo>
                    <a:pt x="1685" y="1"/>
                    <a:pt x="0" y="1704"/>
                    <a:pt x="0" y="3790"/>
                  </a:cubicBezTo>
                  <a:cubicBezTo>
                    <a:pt x="0" y="5858"/>
                    <a:pt x="1685" y="7561"/>
                    <a:pt x="3771" y="7561"/>
                  </a:cubicBezTo>
                  <a:cubicBezTo>
                    <a:pt x="5857" y="7561"/>
                    <a:pt x="7561" y="5858"/>
                    <a:pt x="7561" y="3790"/>
                  </a:cubicBezTo>
                  <a:cubicBezTo>
                    <a:pt x="7561" y="1704"/>
                    <a:pt x="5857" y="1"/>
                    <a:pt x="37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097"/>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45"/>
                    <a:pt x="6144" y="9437"/>
                  </a:cubicBezTo>
                  <a:cubicBezTo>
                    <a:pt x="5991" y="9322"/>
                    <a:pt x="5532" y="8786"/>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48" y="8480"/>
                    <a:pt x="1742" y="8537"/>
                  </a:cubicBezTo>
                  <a:cubicBezTo>
                    <a:pt x="1780" y="8288"/>
                    <a:pt x="1972" y="7618"/>
                    <a:pt x="2125" y="7025"/>
                  </a:cubicBezTo>
                  <a:cubicBezTo>
                    <a:pt x="2163" y="7006"/>
                    <a:pt x="2144" y="6948"/>
                    <a:pt x="2125" y="6929"/>
                  </a:cubicBezTo>
                  <a:cubicBezTo>
                    <a:pt x="2106" y="6910"/>
                    <a:pt x="2086" y="6891"/>
                    <a:pt x="2067" y="6891"/>
                  </a:cubicBezTo>
                  <a:cubicBezTo>
                    <a:pt x="1436" y="6738"/>
                    <a:pt x="689" y="6527"/>
                    <a:pt x="498" y="6412"/>
                  </a:cubicBezTo>
                  <a:cubicBezTo>
                    <a:pt x="651" y="6240"/>
                    <a:pt x="1168" y="5800"/>
                    <a:pt x="1646" y="5455"/>
                  </a:cubicBezTo>
                  <a:cubicBezTo>
                    <a:pt x="1684" y="5436"/>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59"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28" y="0"/>
                    <a:pt x="4307" y="1436"/>
                  </a:cubicBezTo>
                  <a:cubicBezTo>
                    <a:pt x="3369" y="804"/>
                    <a:pt x="2852" y="498"/>
                    <a:pt x="2718" y="498"/>
                  </a:cubicBezTo>
                  <a:lnTo>
                    <a:pt x="2699" y="498"/>
                  </a:lnTo>
                  <a:cubicBezTo>
                    <a:pt x="2603" y="517"/>
                    <a:pt x="2508" y="555"/>
                    <a:pt x="2469" y="2201"/>
                  </a:cubicBezTo>
                  <a:cubicBezTo>
                    <a:pt x="2125" y="2106"/>
                    <a:pt x="1283" y="1914"/>
                    <a:pt x="1034" y="1914"/>
                  </a:cubicBezTo>
                  <a:cubicBezTo>
                    <a:pt x="976" y="1914"/>
                    <a:pt x="938" y="1914"/>
                    <a:pt x="881" y="1933"/>
                  </a:cubicBezTo>
                  <a:cubicBezTo>
                    <a:pt x="804" y="1991"/>
                    <a:pt x="689" y="2048"/>
                    <a:pt x="1512" y="3580"/>
                  </a:cubicBezTo>
                  <a:cubicBezTo>
                    <a:pt x="995" y="3714"/>
                    <a:pt x="115" y="3962"/>
                    <a:pt x="77" y="4307"/>
                  </a:cubicBezTo>
                  <a:cubicBezTo>
                    <a:pt x="0" y="4632"/>
                    <a:pt x="842" y="5187"/>
                    <a:pt x="1321" y="5474"/>
                  </a:cubicBezTo>
                  <a:cubicBezTo>
                    <a:pt x="134" y="6336"/>
                    <a:pt x="191" y="6489"/>
                    <a:pt x="191" y="6546"/>
                  </a:cubicBezTo>
                  <a:cubicBezTo>
                    <a:pt x="211" y="6623"/>
                    <a:pt x="230" y="6776"/>
                    <a:pt x="1838" y="7178"/>
                  </a:cubicBezTo>
                  <a:cubicBezTo>
                    <a:pt x="1704" y="7676"/>
                    <a:pt x="1436" y="8594"/>
                    <a:pt x="1455" y="8748"/>
                  </a:cubicBezTo>
                  <a:cubicBezTo>
                    <a:pt x="1455" y="8786"/>
                    <a:pt x="1474"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60" y="8422"/>
                  </a:cubicBezTo>
                  <a:cubicBezTo>
                    <a:pt x="8594" y="8192"/>
                    <a:pt x="8250" y="7523"/>
                    <a:pt x="8020" y="7082"/>
                  </a:cubicBezTo>
                  <a:cubicBezTo>
                    <a:pt x="8652" y="6967"/>
                    <a:pt x="9590" y="6738"/>
                    <a:pt x="9666" y="6451"/>
                  </a:cubicBezTo>
                  <a:cubicBezTo>
                    <a:pt x="9743" y="6144"/>
                    <a:pt x="9073" y="5608"/>
                    <a:pt x="8594" y="5283"/>
                  </a:cubicBezTo>
                  <a:cubicBezTo>
                    <a:pt x="9877" y="4345"/>
                    <a:pt x="9781" y="4154"/>
                    <a:pt x="9762" y="4096"/>
                  </a:cubicBezTo>
                  <a:cubicBezTo>
                    <a:pt x="9685" y="3886"/>
                    <a:pt x="8996" y="3656"/>
                    <a:pt x="8365" y="3484"/>
                  </a:cubicBezTo>
                  <a:cubicBezTo>
                    <a:pt x="8594" y="3082"/>
                    <a:pt x="8939" y="2374"/>
                    <a:pt x="8939" y="2201"/>
                  </a:cubicBezTo>
                  <a:cubicBezTo>
                    <a:pt x="8939"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8244384" y="1604962"/>
              <a:ext cx="40314" cy="24883"/>
            </a:xfrm>
            <a:custGeom>
              <a:rect b="b" l="l" r="r" t="t"/>
              <a:pathLst>
                <a:path extrusionOk="0" h="308" w="499">
                  <a:moveTo>
                    <a:pt x="1" y="1"/>
                  </a:moveTo>
                  <a:lnTo>
                    <a:pt x="498" y="307"/>
                  </a:lnTo>
                  <a:cubicBezTo>
                    <a:pt x="441"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8233558" y="1594136"/>
              <a:ext cx="61966" cy="45000"/>
            </a:xfrm>
            <a:custGeom>
              <a:rect b="b" l="l" r="r" t="t"/>
              <a:pathLst>
                <a:path extrusionOk="0" h="557" w="767">
                  <a:moveTo>
                    <a:pt x="154" y="1"/>
                  </a:moveTo>
                  <a:cubicBezTo>
                    <a:pt x="77" y="1"/>
                    <a:pt x="1" y="39"/>
                    <a:pt x="1" y="97"/>
                  </a:cubicBezTo>
                  <a:cubicBezTo>
                    <a:pt x="1" y="173"/>
                    <a:pt x="39" y="231"/>
                    <a:pt x="96" y="250"/>
                  </a:cubicBezTo>
                  <a:cubicBezTo>
                    <a:pt x="269" y="269"/>
                    <a:pt x="518" y="365"/>
                    <a:pt x="537" y="460"/>
                  </a:cubicBezTo>
                  <a:cubicBezTo>
                    <a:pt x="556" y="537"/>
                    <a:pt x="613" y="556"/>
                    <a:pt x="652" y="556"/>
                  </a:cubicBezTo>
                  <a:cubicBezTo>
                    <a:pt x="728" y="518"/>
                    <a:pt x="766" y="460"/>
                    <a:pt x="747" y="384"/>
                  </a:cubicBezTo>
                  <a:cubicBezTo>
                    <a:pt x="671" y="135"/>
                    <a:pt x="250" y="39"/>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8272257" y="1679210"/>
              <a:ext cx="41849" cy="26418"/>
            </a:xfrm>
            <a:custGeom>
              <a:rect b="b" l="l" r="r" t="t"/>
              <a:pathLst>
                <a:path extrusionOk="0" h="327" w="518">
                  <a:moveTo>
                    <a:pt x="0" y="1"/>
                  </a:moveTo>
                  <a:lnTo>
                    <a:pt x="517" y="326"/>
                  </a:lnTo>
                  <a:cubicBezTo>
                    <a:pt x="460" y="96"/>
                    <a:pt x="0" y="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8262966" y="1669918"/>
              <a:ext cx="61966" cy="44919"/>
            </a:xfrm>
            <a:custGeom>
              <a:rect b="b" l="l" r="r" t="t"/>
              <a:pathLst>
                <a:path extrusionOk="0" h="556" w="767">
                  <a:moveTo>
                    <a:pt x="154" y="1"/>
                  </a:moveTo>
                  <a:cubicBezTo>
                    <a:pt x="77" y="1"/>
                    <a:pt x="20" y="20"/>
                    <a:pt x="0" y="97"/>
                  </a:cubicBezTo>
                  <a:cubicBezTo>
                    <a:pt x="0" y="173"/>
                    <a:pt x="20" y="211"/>
                    <a:pt x="96" y="250"/>
                  </a:cubicBezTo>
                  <a:cubicBezTo>
                    <a:pt x="268" y="269"/>
                    <a:pt x="498" y="364"/>
                    <a:pt x="536" y="460"/>
                  </a:cubicBezTo>
                  <a:cubicBezTo>
                    <a:pt x="556" y="537"/>
                    <a:pt x="594" y="556"/>
                    <a:pt x="651" y="556"/>
                  </a:cubicBezTo>
                  <a:cubicBezTo>
                    <a:pt x="728" y="498"/>
                    <a:pt x="766" y="460"/>
                    <a:pt x="747" y="384"/>
                  </a:cubicBezTo>
                  <a:cubicBezTo>
                    <a:pt x="670" y="116"/>
                    <a:pt x="249" y="20"/>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8355715" y="1679210"/>
              <a:ext cx="37244" cy="31023"/>
            </a:xfrm>
            <a:custGeom>
              <a:rect b="b" l="l" r="r" t="t"/>
              <a:pathLst>
                <a:path extrusionOk="0" h="384" w="461">
                  <a:moveTo>
                    <a:pt x="1" y="1"/>
                  </a:moveTo>
                  <a:lnTo>
                    <a:pt x="460" y="383"/>
                  </a:lnTo>
                  <a:cubicBezTo>
                    <a:pt x="441" y="173"/>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8341819" y="1670969"/>
              <a:ext cx="60431" cy="50090"/>
            </a:xfrm>
            <a:custGeom>
              <a:rect b="b" l="l" r="r" t="t"/>
              <a:pathLst>
                <a:path extrusionOk="0" h="620" w="748">
                  <a:moveTo>
                    <a:pt x="141" y="0"/>
                  </a:moveTo>
                  <a:cubicBezTo>
                    <a:pt x="102" y="0"/>
                    <a:pt x="54" y="25"/>
                    <a:pt x="39" y="84"/>
                  </a:cubicBezTo>
                  <a:cubicBezTo>
                    <a:pt x="1" y="141"/>
                    <a:pt x="39" y="198"/>
                    <a:pt x="96" y="237"/>
                  </a:cubicBezTo>
                  <a:cubicBezTo>
                    <a:pt x="269" y="275"/>
                    <a:pt x="479" y="428"/>
                    <a:pt x="479" y="524"/>
                  </a:cubicBezTo>
                  <a:cubicBezTo>
                    <a:pt x="479" y="562"/>
                    <a:pt x="537" y="619"/>
                    <a:pt x="613" y="619"/>
                  </a:cubicBezTo>
                  <a:cubicBezTo>
                    <a:pt x="709" y="619"/>
                    <a:pt x="747" y="543"/>
                    <a:pt x="709" y="485"/>
                  </a:cubicBezTo>
                  <a:cubicBezTo>
                    <a:pt x="671" y="237"/>
                    <a:pt x="249" y="45"/>
                    <a:pt x="173" y="7"/>
                  </a:cubicBezTo>
                  <a:cubicBezTo>
                    <a:pt x="164" y="2"/>
                    <a:pt x="153" y="0"/>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8179428" y="1660627"/>
              <a:ext cx="41849" cy="24883"/>
            </a:xfrm>
            <a:custGeom>
              <a:rect b="b" l="l" r="r" t="t"/>
              <a:pathLst>
                <a:path extrusionOk="0" h="308" w="518">
                  <a:moveTo>
                    <a:pt x="1" y="1"/>
                  </a:moveTo>
                  <a:lnTo>
                    <a:pt x="518" y="307"/>
                  </a:lnTo>
                  <a:cubicBezTo>
                    <a:pt x="460"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8168601" y="1651417"/>
              <a:ext cx="61966" cy="43384"/>
            </a:xfrm>
            <a:custGeom>
              <a:rect b="b" l="l" r="r" t="t"/>
              <a:pathLst>
                <a:path extrusionOk="0" h="537" w="767">
                  <a:moveTo>
                    <a:pt x="135" y="0"/>
                  </a:moveTo>
                  <a:cubicBezTo>
                    <a:pt x="77" y="0"/>
                    <a:pt x="20" y="19"/>
                    <a:pt x="1" y="96"/>
                  </a:cubicBezTo>
                  <a:cubicBezTo>
                    <a:pt x="1" y="153"/>
                    <a:pt x="20" y="211"/>
                    <a:pt x="97" y="230"/>
                  </a:cubicBezTo>
                  <a:cubicBezTo>
                    <a:pt x="269" y="249"/>
                    <a:pt x="499" y="345"/>
                    <a:pt x="518" y="440"/>
                  </a:cubicBezTo>
                  <a:cubicBezTo>
                    <a:pt x="556" y="517"/>
                    <a:pt x="594" y="536"/>
                    <a:pt x="652" y="536"/>
                  </a:cubicBezTo>
                  <a:cubicBezTo>
                    <a:pt x="709" y="498"/>
                    <a:pt x="767" y="440"/>
                    <a:pt x="747" y="383"/>
                  </a:cubicBezTo>
                  <a:cubicBezTo>
                    <a:pt x="671" y="115"/>
                    <a:pt x="231" y="19"/>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8137739" y="1598741"/>
              <a:ext cx="46454" cy="15592"/>
            </a:xfrm>
            <a:custGeom>
              <a:rect b="b" l="l" r="r" t="t"/>
              <a:pathLst>
                <a:path extrusionOk="0" h="193" w="575">
                  <a:moveTo>
                    <a:pt x="30" y="1"/>
                  </a:moveTo>
                  <a:cubicBezTo>
                    <a:pt x="11" y="1"/>
                    <a:pt x="0" y="1"/>
                    <a:pt x="0" y="1"/>
                  </a:cubicBezTo>
                  <a:lnTo>
                    <a:pt x="574" y="193"/>
                  </a:lnTo>
                  <a:cubicBezTo>
                    <a:pt x="477" y="15"/>
                    <a:pt x="133" y="1"/>
                    <a:pt x="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8129983" y="1589531"/>
              <a:ext cx="65036" cy="34093"/>
            </a:xfrm>
            <a:custGeom>
              <a:rect b="b" l="l" r="r" t="t"/>
              <a:pathLst>
                <a:path extrusionOk="0" h="422" w="805">
                  <a:moveTo>
                    <a:pt x="115" y="1"/>
                  </a:moveTo>
                  <a:cubicBezTo>
                    <a:pt x="39" y="1"/>
                    <a:pt x="0" y="39"/>
                    <a:pt x="0" y="115"/>
                  </a:cubicBezTo>
                  <a:cubicBezTo>
                    <a:pt x="0" y="192"/>
                    <a:pt x="39" y="230"/>
                    <a:pt x="115" y="230"/>
                  </a:cubicBezTo>
                  <a:cubicBezTo>
                    <a:pt x="268" y="230"/>
                    <a:pt x="517" y="249"/>
                    <a:pt x="575" y="345"/>
                  </a:cubicBezTo>
                  <a:cubicBezTo>
                    <a:pt x="594" y="402"/>
                    <a:pt x="613" y="422"/>
                    <a:pt x="670" y="422"/>
                  </a:cubicBezTo>
                  <a:cubicBezTo>
                    <a:pt x="670" y="422"/>
                    <a:pt x="689" y="422"/>
                    <a:pt x="728" y="402"/>
                  </a:cubicBezTo>
                  <a:cubicBezTo>
                    <a:pt x="804" y="345"/>
                    <a:pt x="804" y="288"/>
                    <a:pt x="785" y="230"/>
                  </a:cubicBezTo>
                  <a:cubicBezTo>
                    <a:pt x="651" y="1"/>
                    <a:pt x="21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5"/>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a:spcBef>
                <a:spcPts val="0"/>
              </a:spcBef>
              <a:spcAft>
                <a:spcPts val="0"/>
              </a:spcAft>
              <a:buSzPts val="2800"/>
              <a:buNone/>
              <a:defRPr sz="3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9" name="Google Shape;149;p5"/>
          <p:cNvSpPr txBox="1"/>
          <p:nvPr>
            <p:ph idx="1" type="subTitle"/>
          </p:nvPr>
        </p:nvSpPr>
        <p:spPr>
          <a:xfrm>
            <a:off x="3508913" y="1780025"/>
            <a:ext cx="3323400" cy="704400"/>
          </a:xfrm>
          <a:prstGeom prst="rect">
            <a:avLst/>
          </a:prstGeom>
        </p:spPr>
        <p:txBody>
          <a:bodyPr anchorCtr="0" anchor="t" bIns="0" lIns="0" spcFirstLastPara="1" rIns="0" wrap="square" tIns="0">
            <a:noAutofit/>
          </a:bodyPr>
          <a:lstStyle>
            <a:lvl1pPr lvl="0" rtl="0" algn="r">
              <a:lnSpc>
                <a:spcPct val="100000"/>
              </a:lnSpc>
              <a:spcBef>
                <a:spcPts val="0"/>
              </a:spcBef>
              <a:spcAft>
                <a:spcPts val="0"/>
              </a:spcAft>
              <a:buSzPts val="1600"/>
              <a:buNone/>
              <a:defRPr sz="1400">
                <a:latin typeface="Assistant"/>
                <a:ea typeface="Assistant"/>
                <a:cs typeface="Assistant"/>
                <a:sym typeface="Assistant"/>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50" name="Google Shape;150;p5"/>
          <p:cNvSpPr txBox="1"/>
          <p:nvPr>
            <p:ph idx="2" type="subTitle"/>
          </p:nvPr>
        </p:nvSpPr>
        <p:spPr>
          <a:xfrm>
            <a:off x="3513113" y="1352550"/>
            <a:ext cx="3319200" cy="427200"/>
          </a:xfrm>
          <a:prstGeom prst="rect">
            <a:avLst/>
          </a:prstGeom>
        </p:spPr>
        <p:txBody>
          <a:bodyPr anchorCtr="0" anchor="t" bIns="0" lIns="0" spcFirstLastPara="1" rIns="0" wrap="square" tIns="0">
            <a:noAutofit/>
          </a:bodyPr>
          <a:lstStyle>
            <a:lvl1pPr lvl="0" rtl="0" algn="r">
              <a:lnSpc>
                <a:spcPct val="100000"/>
              </a:lnSpc>
              <a:spcBef>
                <a:spcPts val="0"/>
              </a:spcBef>
              <a:spcAft>
                <a:spcPts val="0"/>
              </a:spcAft>
              <a:buSzPts val="2500"/>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SzPts val="2500"/>
              <a:buNone/>
              <a:defRPr b="1" sz="2500"/>
            </a:lvl2pPr>
            <a:lvl3pPr lvl="2" rtl="0">
              <a:lnSpc>
                <a:spcPct val="100000"/>
              </a:lnSpc>
              <a:spcBef>
                <a:spcPts val="0"/>
              </a:spcBef>
              <a:spcAft>
                <a:spcPts val="0"/>
              </a:spcAft>
              <a:buSzPts val="2500"/>
              <a:buNone/>
              <a:defRPr b="1" sz="2500"/>
            </a:lvl3pPr>
            <a:lvl4pPr lvl="3" rtl="0">
              <a:lnSpc>
                <a:spcPct val="100000"/>
              </a:lnSpc>
              <a:spcBef>
                <a:spcPts val="0"/>
              </a:spcBef>
              <a:spcAft>
                <a:spcPts val="0"/>
              </a:spcAft>
              <a:buSzPts val="2500"/>
              <a:buNone/>
              <a:defRPr b="1" sz="2500"/>
            </a:lvl4pPr>
            <a:lvl5pPr lvl="4" rtl="0">
              <a:lnSpc>
                <a:spcPct val="100000"/>
              </a:lnSpc>
              <a:spcBef>
                <a:spcPts val="0"/>
              </a:spcBef>
              <a:spcAft>
                <a:spcPts val="0"/>
              </a:spcAft>
              <a:buSzPts val="2500"/>
              <a:buNone/>
              <a:defRPr b="1" sz="2500"/>
            </a:lvl5pPr>
            <a:lvl6pPr lvl="5" rtl="0">
              <a:lnSpc>
                <a:spcPct val="100000"/>
              </a:lnSpc>
              <a:spcBef>
                <a:spcPts val="0"/>
              </a:spcBef>
              <a:spcAft>
                <a:spcPts val="0"/>
              </a:spcAft>
              <a:buSzPts val="2500"/>
              <a:buNone/>
              <a:defRPr b="1" sz="2500"/>
            </a:lvl6pPr>
            <a:lvl7pPr lvl="6" rtl="0">
              <a:lnSpc>
                <a:spcPct val="100000"/>
              </a:lnSpc>
              <a:spcBef>
                <a:spcPts val="0"/>
              </a:spcBef>
              <a:spcAft>
                <a:spcPts val="0"/>
              </a:spcAft>
              <a:buSzPts val="2500"/>
              <a:buNone/>
              <a:defRPr b="1" sz="2500"/>
            </a:lvl7pPr>
            <a:lvl8pPr lvl="7" rtl="0">
              <a:lnSpc>
                <a:spcPct val="100000"/>
              </a:lnSpc>
              <a:spcBef>
                <a:spcPts val="0"/>
              </a:spcBef>
              <a:spcAft>
                <a:spcPts val="0"/>
              </a:spcAft>
              <a:buSzPts val="2500"/>
              <a:buNone/>
              <a:defRPr b="1" sz="2500"/>
            </a:lvl8pPr>
            <a:lvl9pPr lvl="8" rtl="0">
              <a:lnSpc>
                <a:spcPct val="100000"/>
              </a:lnSpc>
              <a:spcBef>
                <a:spcPts val="0"/>
              </a:spcBef>
              <a:spcAft>
                <a:spcPts val="0"/>
              </a:spcAft>
              <a:buSzPts val="2500"/>
              <a:buNone/>
              <a:defRPr b="1" sz="2500"/>
            </a:lvl9pPr>
          </a:lstStyle>
          <a:p/>
        </p:txBody>
      </p:sp>
      <p:sp>
        <p:nvSpPr>
          <p:cNvPr id="151" name="Google Shape;151;p5"/>
          <p:cNvSpPr txBox="1"/>
          <p:nvPr>
            <p:ph idx="3" type="subTitle"/>
          </p:nvPr>
        </p:nvSpPr>
        <p:spPr>
          <a:xfrm>
            <a:off x="3508913" y="3255900"/>
            <a:ext cx="3323400" cy="704100"/>
          </a:xfrm>
          <a:prstGeom prst="rect">
            <a:avLst/>
          </a:prstGeom>
        </p:spPr>
        <p:txBody>
          <a:bodyPr anchorCtr="0" anchor="t" bIns="0" lIns="0" spcFirstLastPara="1" rIns="0" wrap="square" tIns="0">
            <a:noAutofit/>
          </a:bodyPr>
          <a:lstStyle>
            <a:lvl1pPr lvl="0" rtl="0" algn="r">
              <a:lnSpc>
                <a:spcPct val="100000"/>
              </a:lnSpc>
              <a:spcBef>
                <a:spcPts val="0"/>
              </a:spcBef>
              <a:spcAft>
                <a:spcPts val="0"/>
              </a:spcAft>
              <a:buSzPts val="1600"/>
              <a:buNone/>
              <a:defRPr sz="1400">
                <a:latin typeface="Assistant"/>
                <a:ea typeface="Assistant"/>
                <a:cs typeface="Assistant"/>
                <a:sym typeface="Assistant"/>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52" name="Google Shape;152;p5"/>
          <p:cNvSpPr txBox="1"/>
          <p:nvPr>
            <p:ph idx="4" type="subTitle"/>
          </p:nvPr>
        </p:nvSpPr>
        <p:spPr>
          <a:xfrm>
            <a:off x="3513113" y="2828420"/>
            <a:ext cx="3319200" cy="427200"/>
          </a:xfrm>
          <a:prstGeom prst="rect">
            <a:avLst/>
          </a:prstGeom>
        </p:spPr>
        <p:txBody>
          <a:bodyPr anchorCtr="0" anchor="t" bIns="0" lIns="0" spcFirstLastPara="1" rIns="0" wrap="square" tIns="0">
            <a:noAutofit/>
          </a:bodyPr>
          <a:lstStyle>
            <a:lvl1pPr lvl="0" rtl="0" algn="r">
              <a:lnSpc>
                <a:spcPct val="100000"/>
              </a:lnSpc>
              <a:spcBef>
                <a:spcPts val="0"/>
              </a:spcBef>
              <a:spcAft>
                <a:spcPts val="0"/>
              </a:spcAft>
              <a:buSzPts val="2500"/>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SzPts val="2500"/>
              <a:buNone/>
              <a:defRPr b="1" sz="2500"/>
            </a:lvl2pPr>
            <a:lvl3pPr lvl="2" rtl="0">
              <a:lnSpc>
                <a:spcPct val="100000"/>
              </a:lnSpc>
              <a:spcBef>
                <a:spcPts val="0"/>
              </a:spcBef>
              <a:spcAft>
                <a:spcPts val="0"/>
              </a:spcAft>
              <a:buSzPts val="2500"/>
              <a:buNone/>
              <a:defRPr b="1" sz="2500"/>
            </a:lvl3pPr>
            <a:lvl4pPr lvl="3" rtl="0">
              <a:lnSpc>
                <a:spcPct val="100000"/>
              </a:lnSpc>
              <a:spcBef>
                <a:spcPts val="0"/>
              </a:spcBef>
              <a:spcAft>
                <a:spcPts val="0"/>
              </a:spcAft>
              <a:buSzPts val="2500"/>
              <a:buNone/>
              <a:defRPr b="1" sz="2500"/>
            </a:lvl4pPr>
            <a:lvl5pPr lvl="4" rtl="0">
              <a:lnSpc>
                <a:spcPct val="100000"/>
              </a:lnSpc>
              <a:spcBef>
                <a:spcPts val="0"/>
              </a:spcBef>
              <a:spcAft>
                <a:spcPts val="0"/>
              </a:spcAft>
              <a:buSzPts val="2500"/>
              <a:buNone/>
              <a:defRPr b="1" sz="2500"/>
            </a:lvl5pPr>
            <a:lvl6pPr lvl="5" rtl="0">
              <a:lnSpc>
                <a:spcPct val="100000"/>
              </a:lnSpc>
              <a:spcBef>
                <a:spcPts val="0"/>
              </a:spcBef>
              <a:spcAft>
                <a:spcPts val="0"/>
              </a:spcAft>
              <a:buSzPts val="2500"/>
              <a:buNone/>
              <a:defRPr b="1" sz="2500"/>
            </a:lvl6pPr>
            <a:lvl7pPr lvl="6" rtl="0">
              <a:lnSpc>
                <a:spcPct val="100000"/>
              </a:lnSpc>
              <a:spcBef>
                <a:spcPts val="0"/>
              </a:spcBef>
              <a:spcAft>
                <a:spcPts val="0"/>
              </a:spcAft>
              <a:buSzPts val="2500"/>
              <a:buNone/>
              <a:defRPr b="1" sz="2500"/>
            </a:lvl7pPr>
            <a:lvl8pPr lvl="7" rtl="0">
              <a:lnSpc>
                <a:spcPct val="100000"/>
              </a:lnSpc>
              <a:spcBef>
                <a:spcPts val="0"/>
              </a:spcBef>
              <a:spcAft>
                <a:spcPts val="0"/>
              </a:spcAft>
              <a:buSzPts val="2500"/>
              <a:buNone/>
              <a:defRPr b="1" sz="2500"/>
            </a:lvl8pPr>
            <a:lvl9pPr lvl="8" rtl="0">
              <a:lnSpc>
                <a:spcPct val="100000"/>
              </a:lnSpc>
              <a:spcBef>
                <a:spcPts val="0"/>
              </a:spcBef>
              <a:spcAft>
                <a:spcPts val="0"/>
              </a:spcAft>
              <a:buSzPts val="2500"/>
              <a:buNone/>
              <a:defRPr b="1" sz="2500"/>
            </a:lvl9pPr>
          </a:lstStyle>
          <a:p/>
        </p:txBody>
      </p:sp>
      <p:sp>
        <p:nvSpPr>
          <p:cNvPr id="153" name="Google Shape;153;p5"/>
          <p:cNvSpPr/>
          <p:nvPr/>
        </p:nvSpPr>
        <p:spPr>
          <a:xfrm>
            <a:off x="8511796" y="269658"/>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8213887" y="682475"/>
            <a:ext cx="97861" cy="97803"/>
          </a:xfrm>
          <a:custGeom>
            <a:rect b="b" l="l" r="r" t="t"/>
            <a:pathLst>
              <a:path extrusionOk="0" h="1666" w="1667">
                <a:moveTo>
                  <a:pt x="843" y="249"/>
                </a:moveTo>
                <a:cubicBezTo>
                  <a:pt x="996" y="249"/>
                  <a:pt x="1149" y="288"/>
                  <a:pt x="1245" y="441"/>
                </a:cubicBezTo>
                <a:cubicBezTo>
                  <a:pt x="1360" y="537"/>
                  <a:pt x="1417" y="671"/>
                  <a:pt x="1417" y="843"/>
                </a:cubicBezTo>
                <a:cubicBezTo>
                  <a:pt x="1417" y="1149"/>
                  <a:pt x="1130" y="1417"/>
                  <a:pt x="805" y="1417"/>
                </a:cubicBezTo>
                <a:cubicBezTo>
                  <a:pt x="499" y="1417"/>
                  <a:pt x="231" y="1149"/>
                  <a:pt x="231" y="824"/>
                </a:cubicBezTo>
                <a:cubicBezTo>
                  <a:pt x="231" y="517"/>
                  <a:pt x="499" y="249"/>
                  <a:pt x="843" y="249"/>
                </a:cubicBezTo>
                <a:close/>
                <a:moveTo>
                  <a:pt x="843" y="1"/>
                </a:moveTo>
                <a:cubicBezTo>
                  <a:pt x="384" y="1"/>
                  <a:pt x="1" y="364"/>
                  <a:pt x="1" y="824"/>
                </a:cubicBezTo>
                <a:cubicBezTo>
                  <a:pt x="1" y="1283"/>
                  <a:pt x="384" y="1666"/>
                  <a:pt x="843" y="1666"/>
                </a:cubicBezTo>
                <a:cubicBezTo>
                  <a:pt x="1283" y="1666"/>
                  <a:pt x="1647" y="1283"/>
                  <a:pt x="1666" y="824"/>
                </a:cubicBezTo>
                <a:cubicBezTo>
                  <a:pt x="1666" y="613"/>
                  <a:pt x="1571" y="422"/>
                  <a:pt x="1437" y="249"/>
                </a:cubicBezTo>
                <a:cubicBezTo>
                  <a:pt x="1264" y="96"/>
                  <a:pt x="1054"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rot="3452380">
            <a:off x="8371624" y="1126849"/>
            <a:ext cx="98917" cy="96686"/>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rot="3452380">
            <a:off x="8551928" y="821841"/>
            <a:ext cx="215797" cy="213625"/>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rot="3452380">
            <a:off x="8581714" y="1585204"/>
            <a:ext cx="156212" cy="157386"/>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 name="Google Shape;158;p5"/>
          <p:cNvGrpSpPr/>
          <p:nvPr/>
        </p:nvGrpSpPr>
        <p:grpSpPr>
          <a:xfrm>
            <a:off x="92004" y="3289653"/>
            <a:ext cx="912444" cy="643251"/>
            <a:chOff x="7168004" y="618516"/>
            <a:chExt cx="912444" cy="643251"/>
          </a:xfrm>
        </p:grpSpPr>
        <p:grpSp>
          <p:nvGrpSpPr>
            <p:cNvPr id="159" name="Google Shape;159;p5"/>
            <p:cNvGrpSpPr/>
            <p:nvPr/>
          </p:nvGrpSpPr>
          <p:grpSpPr>
            <a:xfrm>
              <a:off x="7168004" y="618516"/>
              <a:ext cx="912444" cy="643251"/>
              <a:chOff x="7168004" y="618516"/>
              <a:chExt cx="912444" cy="643251"/>
            </a:xfrm>
          </p:grpSpPr>
          <p:sp>
            <p:nvSpPr>
              <p:cNvPr id="160" name="Google Shape;160;p5"/>
              <p:cNvSpPr/>
              <p:nvPr/>
            </p:nvSpPr>
            <p:spPr>
              <a:xfrm>
                <a:off x="7168004" y="618516"/>
                <a:ext cx="912444" cy="643251"/>
              </a:xfrm>
              <a:custGeom>
                <a:rect b="b" l="l" r="r" t="t"/>
                <a:pathLst>
                  <a:path extrusionOk="0" h="6815" w="9667">
                    <a:moveTo>
                      <a:pt x="5839" y="1"/>
                    </a:moveTo>
                    <a:cubicBezTo>
                      <a:pt x="5437" y="1"/>
                      <a:pt x="5054" y="116"/>
                      <a:pt x="4729" y="326"/>
                    </a:cubicBezTo>
                    <a:cubicBezTo>
                      <a:pt x="4633" y="288"/>
                      <a:pt x="4499" y="269"/>
                      <a:pt x="4384" y="211"/>
                    </a:cubicBezTo>
                    <a:cubicBezTo>
                      <a:pt x="4078" y="97"/>
                      <a:pt x="3791" y="39"/>
                      <a:pt x="3523" y="39"/>
                    </a:cubicBezTo>
                    <a:cubicBezTo>
                      <a:pt x="3025" y="39"/>
                      <a:pt x="2585" y="231"/>
                      <a:pt x="2279" y="575"/>
                    </a:cubicBezTo>
                    <a:lnTo>
                      <a:pt x="2260" y="594"/>
                    </a:lnTo>
                    <a:cubicBezTo>
                      <a:pt x="2068" y="843"/>
                      <a:pt x="1972" y="1092"/>
                      <a:pt x="1896" y="1341"/>
                    </a:cubicBezTo>
                    <a:cubicBezTo>
                      <a:pt x="1207" y="1532"/>
                      <a:pt x="575" y="2145"/>
                      <a:pt x="307" y="2949"/>
                    </a:cubicBezTo>
                    <a:cubicBezTo>
                      <a:pt x="1" y="3867"/>
                      <a:pt x="269" y="4805"/>
                      <a:pt x="1035" y="5360"/>
                    </a:cubicBezTo>
                    <a:cubicBezTo>
                      <a:pt x="1303" y="5571"/>
                      <a:pt x="1609" y="5743"/>
                      <a:pt x="1915" y="5839"/>
                    </a:cubicBezTo>
                    <a:cubicBezTo>
                      <a:pt x="2260" y="6451"/>
                      <a:pt x="2872" y="6815"/>
                      <a:pt x="3638" y="6815"/>
                    </a:cubicBezTo>
                    <a:lnTo>
                      <a:pt x="3638" y="6777"/>
                    </a:lnTo>
                    <a:lnTo>
                      <a:pt x="3791" y="6777"/>
                    </a:lnTo>
                    <a:cubicBezTo>
                      <a:pt x="4461" y="6777"/>
                      <a:pt x="5054" y="6643"/>
                      <a:pt x="5533" y="6451"/>
                    </a:cubicBezTo>
                    <a:cubicBezTo>
                      <a:pt x="5820" y="6643"/>
                      <a:pt x="6126" y="6738"/>
                      <a:pt x="6490" y="6738"/>
                    </a:cubicBezTo>
                    <a:cubicBezTo>
                      <a:pt x="7561" y="6738"/>
                      <a:pt x="8825" y="5839"/>
                      <a:pt x="9342" y="4709"/>
                    </a:cubicBezTo>
                    <a:cubicBezTo>
                      <a:pt x="9667" y="3867"/>
                      <a:pt x="9552" y="3063"/>
                      <a:pt x="8997" y="2470"/>
                    </a:cubicBezTo>
                    <a:cubicBezTo>
                      <a:pt x="8729" y="2202"/>
                      <a:pt x="8461" y="2011"/>
                      <a:pt x="8174" y="1896"/>
                    </a:cubicBezTo>
                    <a:cubicBezTo>
                      <a:pt x="7983" y="1264"/>
                      <a:pt x="7561" y="709"/>
                      <a:pt x="6987" y="365"/>
                    </a:cubicBezTo>
                    <a:cubicBezTo>
                      <a:pt x="6643" y="116"/>
                      <a:pt x="6260" y="1"/>
                      <a:pt x="5839" y="1"/>
                    </a:cubicBezTo>
                    <a:close/>
                  </a:path>
                </a:pathLst>
              </a:custGeom>
              <a:solidFill>
                <a:schemeClr val="lt1"/>
              </a:solidFill>
              <a:ln>
                <a:noFill/>
              </a:ln>
              <a:effectLst>
                <a:outerShdw blurRad="71438" rotWithShape="0" algn="bl" dir="5100000" dist="952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7206137" y="697992"/>
                <a:ext cx="847222" cy="482792"/>
              </a:xfrm>
              <a:custGeom>
                <a:rect b="b" l="l" r="r" t="t"/>
                <a:pathLst>
                  <a:path extrusionOk="0" h="5115" w="8976">
                    <a:moveTo>
                      <a:pt x="5465" y="1"/>
                    </a:moveTo>
                    <a:cubicBezTo>
                      <a:pt x="5046" y="1"/>
                      <a:pt x="4674" y="236"/>
                      <a:pt x="4420" y="544"/>
                    </a:cubicBezTo>
                    <a:lnTo>
                      <a:pt x="4420" y="544"/>
                    </a:lnTo>
                    <a:cubicBezTo>
                      <a:pt x="4251" y="408"/>
                      <a:pt x="4031" y="286"/>
                      <a:pt x="3750" y="192"/>
                    </a:cubicBezTo>
                    <a:cubicBezTo>
                      <a:pt x="3513" y="113"/>
                      <a:pt x="3313" y="79"/>
                      <a:pt x="3145" y="79"/>
                    </a:cubicBezTo>
                    <a:cubicBezTo>
                      <a:pt x="2087" y="79"/>
                      <a:pt x="2257" y="1417"/>
                      <a:pt x="2257" y="1417"/>
                    </a:cubicBezTo>
                    <a:cubicBezTo>
                      <a:pt x="2148" y="1352"/>
                      <a:pt x="2030" y="1323"/>
                      <a:pt x="1911" y="1323"/>
                    </a:cubicBezTo>
                    <a:cubicBezTo>
                      <a:pt x="1013" y="1323"/>
                      <a:pt x="0" y="3003"/>
                      <a:pt x="1166" y="3848"/>
                    </a:cubicBezTo>
                    <a:cubicBezTo>
                      <a:pt x="1526" y="4118"/>
                      <a:pt x="1869" y="4241"/>
                      <a:pt x="2164" y="4262"/>
                    </a:cubicBezTo>
                    <a:lnTo>
                      <a:pt x="2164" y="4262"/>
                    </a:lnTo>
                    <a:cubicBezTo>
                      <a:pt x="2265" y="4709"/>
                      <a:pt x="2587" y="5098"/>
                      <a:pt x="3272" y="5112"/>
                    </a:cubicBezTo>
                    <a:cubicBezTo>
                      <a:pt x="3333" y="5114"/>
                      <a:pt x="3394" y="5114"/>
                      <a:pt x="3453" y="5114"/>
                    </a:cubicBezTo>
                    <a:cubicBezTo>
                      <a:pt x="4324" y="5114"/>
                      <a:pt x="4917" y="4910"/>
                      <a:pt x="5259" y="4603"/>
                    </a:cubicBezTo>
                    <a:lnTo>
                      <a:pt x="5259" y="4603"/>
                    </a:lnTo>
                    <a:cubicBezTo>
                      <a:pt x="5331" y="4700"/>
                      <a:pt x="5420" y="4794"/>
                      <a:pt x="5531" y="4882"/>
                    </a:cubicBezTo>
                    <a:cubicBezTo>
                      <a:pt x="5686" y="5004"/>
                      <a:pt x="5875" y="5058"/>
                      <a:pt x="6080" y="5058"/>
                    </a:cubicBezTo>
                    <a:cubicBezTo>
                      <a:pt x="7261" y="5058"/>
                      <a:pt x="8975" y="3259"/>
                      <a:pt x="7981" y="2183"/>
                    </a:cubicBezTo>
                    <a:cubicBezTo>
                      <a:pt x="7700" y="1875"/>
                      <a:pt x="7399" y="1759"/>
                      <a:pt x="7118" y="1759"/>
                    </a:cubicBezTo>
                    <a:cubicBezTo>
                      <a:pt x="7086" y="1759"/>
                      <a:pt x="7055" y="1761"/>
                      <a:pt x="7024" y="1763"/>
                    </a:cubicBezTo>
                    <a:lnTo>
                      <a:pt x="7024" y="1763"/>
                    </a:lnTo>
                    <a:cubicBezTo>
                      <a:pt x="7040" y="1237"/>
                      <a:pt x="6785" y="627"/>
                      <a:pt x="6143" y="212"/>
                    </a:cubicBezTo>
                    <a:cubicBezTo>
                      <a:pt x="5911" y="64"/>
                      <a:pt x="5681" y="1"/>
                      <a:pt x="5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p5"/>
            <p:cNvSpPr/>
            <p:nvPr/>
          </p:nvSpPr>
          <p:spPr>
            <a:xfrm>
              <a:off x="7240306" y="690818"/>
              <a:ext cx="766143" cy="504124"/>
            </a:xfrm>
            <a:custGeom>
              <a:rect b="b" l="l" r="r" t="t"/>
              <a:pathLst>
                <a:path extrusionOk="0" h="5341" w="8117">
                  <a:moveTo>
                    <a:pt x="4078" y="824"/>
                  </a:moveTo>
                  <a:cubicBezTo>
                    <a:pt x="4403" y="1130"/>
                    <a:pt x="4460" y="1493"/>
                    <a:pt x="4365" y="1723"/>
                  </a:cubicBezTo>
                  <a:cubicBezTo>
                    <a:pt x="4317" y="1853"/>
                    <a:pt x="4234" y="1925"/>
                    <a:pt x="4141" y="1925"/>
                  </a:cubicBezTo>
                  <a:cubicBezTo>
                    <a:pt x="4083" y="1925"/>
                    <a:pt x="4021" y="1897"/>
                    <a:pt x="3963" y="1838"/>
                  </a:cubicBezTo>
                  <a:cubicBezTo>
                    <a:pt x="3733" y="1647"/>
                    <a:pt x="3790" y="1206"/>
                    <a:pt x="4078" y="824"/>
                  </a:cubicBezTo>
                  <a:close/>
                  <a:moveTo>
                    <a:pt x="6547" y="2010"/>
                  </a:moveTo>
                  <a:lnTo>
                    <a:pt x="6547" y="2010"/>
                  </a:lnTo>
                  <a:cubicBezTo>
                    <a:pt x="6489" y="2451"/>
                    <a:pt x="6221" y="2776"/>
                    <a:pt x="5877" y="2833"/>
                  </a:cubicBezTo>
                  <a:lnTo>
                    <a:pt x="5800" y="2833"/>
                  </a:lnTo>
                  <a:cubicBezTo>
                    <a:pt x="5704" y="2833"/>
                    <a:pt x="5704" y="2795"/>
                    <a:pt x="5704" y="2776"/>
                  </a:cubicBezTo>
                  <a:cubicBezTo>
                    <a:pt x="5685" y="2585"/>
                    <a:pt x="6030" y="2125"/>
                    <a:pt x="6547" y="2010"/>
                  </a:cubicBezTo>
                  <a:close/>
                  <a:moveTo>
                    <a:pt x="2278" y="3120"/>
                  </a:moveTo>
                  <a:cubicBezTo>
                    <a:pt x="2355" y="3120"/>
                    <a:pt x="2393" y="3178"/>
                    <a:pt x="2451" y="3235"/>
                  </a:cubicBezTo>
                  <a:cubicBezTo>
                    <a:pt x="2623" y="3446"/>
                    <a:pt x="2661" y="3714"/>
                    <a:pt x="2565" y="3905"/>
                  </a:cubicBezTo>
                  <a:cubicBezTo>
                    <a:pt x="2451" y="4116"/>
                    <a:pt x="2202" y="4250"/>
                    <a:pt x="1895" y="4250"/>
                  </a:cubicBezTo>
                  <a:cubicBezTo>
                    <a:pt x="1819" y="3848"/>
                    <a:pt x="1934" y="3427"/>
                    <a:pt x="2106" y="3235"/>
                  </a:cubicBezTo>
                  <a:cubicBezTo>
                    <a:pt x="2163" y="3159"/>
                    <a:pt x="2221" y="3120"/>
                    <a:pt x="2278" y="3120"/>
                  </a:cubicBezTo>
                  <a:close/>
                  <a:moveTo>
                    <a:pt x="4977" y="3465"/>
                  </a:moveTo>
                  <a:cubicBezTo>
                    <a:pt x="5015" y="3465"/>
                    <a:pt x="5054" y="3522"/>
                    <a:pt x="5111" y="3637"/>
                  </a:cubicBezTo>
                  <a:cubicBezTo>
                    <a:pt x="5207" y="3943"/>
                    <a:pt x="5149" y="4250"/>
                    <a:pt x="4939" y="4499"/>
                  </a:cubicBezTo>
                  <a:cubicBezTo>
                    <a:pt x="4747" y="4173"/>
                    <a:pt x="4767" y="3809"/>
                    <a:pt x="4862" y="3599"/>
                  </a:cubicBezTo>
                  <a:cubicBezTo>
                    <a:pt x="4920" y="3503"/>
                    <a:pt x="4958" y="3465"/>
                    <a:pt x="4977" y="3465"/>
                  </a:cubicBezTo>
                  <a:close/>
                  <a:moveTo>
                    <a:pt x="5084" y="267"/>
                  </a:moveTo>
                  <a:cubicBezTo>
                    <a:pt x="5293" y="267"/>
                    <a:pt x="5505" y="329"/>
                    <a:pt x="5704" y="460"/>
                  </a:cubicBezTo>
                  <a:cubicBezTo>
                    <a:pt x="6202" y="766"/>
                    <a:pt x="6508" y="1264"/>
                    <a:pt x="6547" y="1800"/>
                  </a:cubicBezTo>
                  <a:cubicBezTo>
                    <a:pt x="5915" y="1895"/>
                    <a:pt x="5417" y="2470"/>
                    <a:pt x="5437" y="2795"/>
                  </a:cubicBezTo>
                  <a:cubicBezTo>
                    <a:pt x="5437" y="2948"/>
                    <a:pt x="5532" y="3082"/>
                    <a:pt x="5781" y="3082"/>
                  </a:cubicBezTo>
                  <a:lnTo>
                    <a:pt x="5877" y="3082"/>
                  </a:lnTo>
                  <a:cubicBezTo>
                    <a:pt x="6374" y="3025"/>
                    <a:pt x="6719" y="2585"/>
                    <a:pt x="6776" y="2010"/>
                  </a:cubicBezTo>
                  <a:cubicBezTo>
                    <a:pt x="7044" y="2029"/>
                    <a:pt x="7312" y="2163"/>
                    <a:pt x="7523" y="2393"/>
                  </a:cubicBezTo>
                  <a:cubicBezTo>
                    <a:pt x="7906" y="2795"/>
                    <a:pt x="7810" y="3274"/>
                    <a:pt x="7657" y="3618"/>
                  </a:cubicBezTo>
                  <a:cubicBezTo>
                    <a:pt x="7331" y="4384"/>
                    <a:pt x="6394" y="5073"/>
                    <a:pt x="5704" y="5073"/>
                  </a:cubicBezTo>
                  <a:cubicBezTo>
                    <a:pt x="5513" y="5073"/>
                    <a:pt x="5341" y="4996"/>
                    <a:pt x="5226" y="4901"/>
                  </a:cubicBezTo>
                  <a:cubicBezTo>
                    <a:pt x="5149" y="4843"/>
                    <a:pt x="5073" y="4786"/>
                    <a:pt x="5035" y="4709"/>
                  </a:cubicBezTo>
                  <a:cubicBezTo>
                    <a:pt x="5322" y="4403"/>
                    <a:pt x="5417" y="4001"/>
                    <a:pt x="5303" y="3599"/>
                  </a:cubicBezTo>
                  <a:cubicBezTo>
                    <a:pt x="5207" y="3312"/>
                    <a:pt x="5054" y="3254"/>
                    <a:pt x="4958" y="3254"/>
                  </a:cubicBezTo>
                  <a:cubicBezTo>
                    <a:pt x="4843" y="3254"/>
                    <a:pt x="4728" y="3350"/>
                    <a:pt x="4633" y="3522"/>
                  </a:cubicBezTo>
                  <a:cubicBezTo>
                    <a:pt x="4479" y="3809"/>
                    <a:pt x="4460" y="4269"/>
                    <a:pt x="4728" y="4690"/>
                  </a:cubicBezTo>
                  <a:cubicBezTo>
                    <a:pt x="4460" y="4901"/>
                    <a:pt x="3924" y="5130"/>
                    <a:pt x="3006" y="5130"/>
                  </a:cubicBezTo>
                  <a:lnTo>
                    <a:pt x="2910" y="5130"/>
                  </a:lnTo>
                  <a:cubicBezTo>
                    <a:pt x="2297" y="5092"/>
                    <a:pt x="2049" y="4805"/>
                    <a:pt x="1953" y="4499"/>
                  </a:cubicBezTo>
                  <a:cubicBezTo>
                    <a:pt x="2336" y="4479"/>
                    <a:pt x="2642" y="4288"/>
                    <a:pt x="2757" y="4039"/>
                  </a:cubicBezTo>
                  <a:cubicBezTo>
                    <a:pt x="2910" y="3752"/>
                    <a:pt x="2853" y="3427"/>
                    <a:pt x="2623" y="3140"/>
                  </a:cubicBezTo>
                  <a:cubicBezTo>
                    <a:pt x="2489" y="2967"/>
                    <a:pt x="2374" y="2948"/>
                    <a:pt x="2278" y="2948"/>
                  </a:cubicBezTo>
                  <a:cubicBezTo>
                    <a:pt x="2144" y="2948"/>
                    <a:pt x="2010" y="3006"/>
                    <a:pt x="1915" y="3140"/>
                  </a:cubicBezTo>
                  <a:cubicBezTo>
                    <a:pt x="1723" y="3369"/>
                    <a:pt x="1589" y="3829"/>
                    <a:pt x="1628" y="4288"/>
                  </a:cubicBezTo>
                  <a:cubicBezTo>
                    <a:pt x="1379" y="4231"/>
                    <a:pt x="1111" y="4097"/>
                    <a:pt x="843" y="3905"/>
                  </a:cubicBezTo>
                  <a:cubicBezTo>
                    <a:pt x="230" y="3446"/>
                    <a:pt x="364" y="2814"/>
                    <a:pt x="441" y="2565"/>
                  </a:cubicBezTo>
                  <a:cubicBezTo>
                    <a:pt x="613" y="2010"/>
                    <a:pt x="1111" y="1551"/>
                    <a:pt x="1513" y="1551"/>
                  </a:cubicBezTo>
                  <a:cubicBezTo>
                    <a:pt x="1608" y="1551"/>
                    <a:pt x="1704" y="1570"/>
                    <a:pt x="1800" y="1627"/>
                  </a:cubicBezTo>
                  <a:cubicBezTo>
                    <a:pt x="1809" y="1637"/>
                    <a:pt x="1829" y="1642"/>
                    <a:pt x="1850" y="1642"/>
                  </a:cubicBezTo>
                  <a:cubicBezTo>
                    <a:pt x="1872" y="1642"/>
                    <a:pt x="1895" y="1637"/>
                    <a:pt x="1915" y="1627"/>
                  </a:cubicBezTo>
                  <a:cubicBezTo>
                    <a:pt x="1953" y="1608"/>
                    <a:pt x="1972" y="1551"/>
                    <a:pt x="1972" y="1513"/>
                  </a:cubicBezTo>
                  <a:cubicBezTo>
                    <a:pt x="1972" y="1513"/>
                    <a:pt x="1876" y="862"/>
                    <a:pt x="2183" y="517"/>
                  </a:cubicBezTo>
                  <a:cubicBezTo>
                    <a:pt x="2326" y="385"/>
                    <a:pt x="2501" y="323"/>
                    <a:pt x="2726" y="323"/>
                  </a:cubicBezTo>
                  <a:cubicBezTo>
                    <a:pt x="2891" y="323"/>
                    <a:pt x="3084" y="357"/>
                    <a:pt x="3312" y="422"/>
                  </a:cubicBezTo>
                  <a:cubicBezTo>
                    <a:pt x="3522" y="498"/>
                    <a:pt x="3714" y="575"/>
                    <a:pt x="3867" y="690"/>
                  </a:cubicBezTo>
                  <a:cubicBezTo>
                    <a:pt x="3542" y="1149"/>
                    <a:pt x="3427" y="1742"/>
                    <a:pt x="3790" y="2049"/>
                  </a:cubicBezTo>
                  <a:cubicBezTo>
                    <a:pt x="3886" y="2144"/>
                    <a:pt x="4001" y="2202"/>
                    <a:pt x="4116" y="2202"/>
                  </a:cubicBezTo>
                  <a:cubicBezTo>
                    <a:pt x="4345" y="2202"/>
                    <a:pt x="4499" y="2049"/>
                    <a:pt x="4575" y="1838"/>
                  </a:cubicBezTo>
                  <a:cubicBezTo>
                    <a:pt x="4690" y="1532"/>
                    <a:pt x="4633" y="1053"/>
                    <a:pt x="4212" y="670"/>
                  </a:cubicBezTo>
                  <a:cubicBezTo>
                    <a:pt x="4464" y="407"/>
                    <a:pt x="4771" y="267"/>
                    <a:pt x="5084" y="267"/>
                  </a:cubicBezTo>
                  <a:close/>
                  <a:moveTo>
                    <a:pt x="5073" y="1"/>
                  </a:moveTo>
                  <a:cubicBezTo>
                    <a:pt x="4690" y="1"/>
                    <a:pt x="4307" y="173"/>
                    <a:pt x="4020" y="479"/>
                  </a:cubicBezTo>
                  <a:cubicBezTo>
                    <a:pt x="3867" y="364"/>
                    <a:pt x="3637" y="230"/>
                    <a:pt x="3408" y="173"/>
                  </a:cubicBezTo>
                  <a:cubicBezTo>
                    <a:pt x="3162" y="83"/>
                    <a:pt x="2945" y="40"/>
                    <a:pt x="2755" y="40"/>
                  </a:cubicBezTo>
                  <a:cubicBezTo>
                    <a:pt x="2456" y="40"/>
                    <a:pt x="2224" y="146"/>
                    <a:pt x="2049" y="345"/>
                  </a:cubicBezTo>
                  <a:cubicBezTo>
                    <a:pt x="1800" y="632"/>
                    <a:pt x="1742" y="1053"/>
                    <a:pt x="1742" y="1302"/>
                  </a:cubicBezTo>
                  <a:cubicBezTo>
                    <a:pt x="1685" y="1264"/>
                    <a:pt x="1608" y="1264"/>
                    <a:pt x="1532" y="1264"/>
                  </a:cubicBezTo>
                  <a:cubicBezTo>
                    <a:pt x="1015" y="1264"/>
                    <a:pt x="441" y="1800"/>
                    <a:pt x="230" y="2431"/>
                  </a:cubicBezTo>
                  <a:cubicBezTo>
                    <a:pt x="1" y="3063"/>
                    <a:pt x="173" y="3656"/>
                    <a:pt x="709" y="4039"/>
                  </a:cubicBezTo>
                  <a:cubicBezTo>
                    <a:pt x="1015" y="4288"/>
                    <a:pt x="1379" y="4422"/>
                    <a:pt x="1685" y="4479"/>
                  </a:cubicBezTo>
                  <a:cubicBezTo>
                    <a:pt x="1819" y="4996"/>
                    <a:pt x="2259" y="5341"/>
                    <a:pt x="2872" y="5341"/>
                  </a:cubicBezTo>
                  <a:lnTo>
                    <a:pt x="3006" y="5341"/>
                  </a:lnTo>
                  <a:cubicBezTo>
                    <a:pt x="3810" y="5341"/>
                    <a:pt x="4460" y="5168"/>
                    <a:pt x="4862" y="4881"/>
                  </a:cubicBezTo>
                  <a:cubicBezTo>
                    <a:pt x="4901" y="4958"/>
                    <a:pt x="5015" y="5034"/>
                    <a:pt x="5073" y="5092"/>
                  </a:cubicBezTo>
                  <a:cubicBezTo>
                    <a:pt x="5245" y="5245"/>
                    <a:pt x="5456" y="5302"/>
                    <a:pt x="5704" y="5302"/>
                  </a:cubicBezTo>
                  <a:cubicBezTo>
                    <a:pt x="6489" y="5302"/>
                    <a:pt x="7485" y="4575"/>
                    <a:pt x="7887" y="3714"/>
                  </a:cubicBezTo>
                  <a:cubicBezTo>
                    <a:pt x="8116" y="3140"/>
                    <a:pt x="8040" y="2604"/>
                    <a:pt x="7695" y="2221"/>
                  </a:cubicBezTo>
                  <a:cubicBezTo>
                    <a:pt x="7427" y="1934"/>
                    <a:pt x="7121" y="1761"/>
                    <a:pt x="6776" y="1761"/>
                  </a:cubicBezTo>
                  <a:cubicBezTo>
                    <a:pt x="6738" y="1168"/>
                    <a:pt x="6394" y="594"/>
                    <a:pt x="5819" y="230"/>
                  </a:cubicBezTo>
                  <a:cubicBezTo>
                    <a:pt x="5590" y="77"/>
                    <a:pt x="5341" y="1"/>
                    <a:pt x="50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5"/>
          <p:cNvGrpSpPr/>
          <p:nvPr/>
        </p:nvGrpSpPr>
        <p:grpSpPr>
          <a:xfrm>
            <a:off x="453843" y="4022428"/>
            <a:ext cx="657409" cy="788792"/>
            <a:chOff x="4036318" y="3820178"/>
            <a:chExt cx="657409" cy="788792"/>
          </a:xfrm>
        </p:grpSpPr>
        <p:sp>
          <p:nvSpPr>
            <p:cNvPr id="164" name="Google Shape;164;p5"/>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1" name="Shape 171"/>
        <p:cNvGrpSpPr/>
        <p:nvPr/>
      </p:nvGrpSpPr>
      <p:grpSpPr>
        <a:xfrm>
          <a:off x="0" y="0"/>
          <a:ext cx="0" cy="0"/>
          <a:chOff x="0" y="0"/>
          <a:chExt cx="0" cy="0"/>
        </a:xfrm>
      </p:grpSpPr>
      <p:sp>
        <p:nvSpPr>
          <p:cNvPr id="172" name="Google Shape;172;p6"/>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73" name="Google Shape;173;p6"/>
          <p:cNvGrpSpPr/>
          <p:nvPr/>
        </p:nvGrpSpPr>
        <p:grpSpPr>
          <a:xfrm>
            <a:off x="6746543" y="114659"/>
            <a:ext cx="2285724" cy="820018"/>
            <a:chOff x="6746543" y="114659"/>
            <a:chExt cx="2285724" cy="820018"/>
          </a:xfrm>
        </p:grpSpPr>
        <p:sp>
          <p:nvSpPr>
            <p:cNvPr id="174" name="Google Shape;174;p6"/>
            <p:cNvSpPr/>
            <p:nvPr/>
          </p:nvSpPr>
          <p:spPr>
            <a:xfrm>
              <a:off x="8716862" y="836875"/>
              <a:ext cx="97861" cy="97803"/>
            </a:xfrm>
            <a:custGeom>
              <a:rect b="b" l="l" r="r" t="t"/>
              <a:pathLst>
                <a:path extrusionOk="0" h="1666" w="1667">
                  <a:moveTo>
                    <a:pt x="843" y="249"/>
                  </a:moveTo>
                  <a:cubicBezTo>
                    <a:pt x="996" y="249"/>
                    <a:pt x="1149" y="288"/>
                    <a:pt x="1245" y="441"/>
                  </a:cubicBezTo>
                  <a:cubicBezTo>
                    <a:pt x="1360" y="537"/>
                    <a:pt x="1417" y="671"/>
                    <a:pt x="1417" y="843"/>
                  </a:cubicBezTo>
                  <a:cubicBezTo>
                    <a:pt x="1417" y="1149"/>
                    <a:pt x="1130" y="1417"/>
                    <a:pt x="805" y="1417"/>
                  </a:cubicBezTo>
                  <a:cubicBezTo>
                    <a:pt x="499" y="1417"/>
                    <a:pt x="231" y="1149"/>
                    <a:pt x="231" y="824"/>
                  </a:cubicBezTo>
                  <a:cubicBezTo>
                    <a:pt x="231" y="517"/>
                    <a:pt x="499" y="249"/>
                    <a:pt x="843" y="249"/>
                  </a:cubicBezTo>
                  <a:close/>
                  <a:moveTo>
                    <a:pt x="843" y="1"/>
                  </a:moveTo>
                  <a:cubicBezTo>
                    <a:pt x="384" y="1"/>
                    <a:pt x="1" y="364"/>
                    <a:pt x="1" y="824"/>
                  </a:cubicBezTo>
                  <a:cubicBezTo>
                    <a:pt x="1" y="1283"/>
                    <a:pt x="384" y="1666"/>
                    <a:pt x="843" y="1666"/>
                  </a:cubicBezTo>
                  <a:cubicBezTo>
                    <a:pt x="1283" y="1666"/>
                    <a:pt x="1647" y="1283"/>
                    <a:pt x="1666" y="824"/>
                  </a:cubicBezTo>
                  <a:cubicBezTo>
                    <a:pt x="1666" y="613"/>
                    <a:pt x="1571" y="422"/>
                    <a:pt x="1437" y="249"/>
                  </a:cubicBezTo>
                  <a:cubicBezTo>
                    <a:pt x="1264" y="96"/>
                    <a:pt x="1054"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rot="3452380">
              <a:off x="8515211" y="268924"/>
              <a:ext cx="98917" cy="96686"/>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rot="3452380">
              <a:off x="7658478" y="156216"/>
              <a:ext cx="215797" cy="213625"/>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 name="Google Shape;177;p6"/>
            <p:cNvGrpSpPr/>
            <p:nvPr/>
          </p:nvGrpSpPr>
          <p:grpSpPr>
            <a:xfrm>
              <a:off x="8904114" y="197268"/>
              <a:ext cx="128153" cy="131499"/>
              <a:chOff x="4915051" y="3921555"/>
              <a:chExt cx="128153" cy="131499"/>
            </a:xfrm>
          </p:grpSpPr>
          <p:sp>
            <p:nvSpPr>
              <p:cNvPr id="178" name="Google Shape;178;p6"/>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 name="Google Shape;183;p6"/>
            <p:cNvSpPr/>
            <p:nvPr/>
          </p:nvSpPr>
          <p:spPr>
            <a:xfrm>
              <a:off x="6746543" y="143515"/>
              <a:ext cx="155157" cy="157388"/>
            </a:xfrm>
            <a:custGeom>
              <a:rect b="b" l="l" r="r" t="t"/>
              <a:pathLst>
                <a:path extrusionOk="0" h="2681" w="2643">
                  <a:moveTo>
                    <a:pt x="1398" y="307"/>
                  </a:moveTo>
                  <a:cubicBezTo>
                    <a:pt x="1436" y="403"/>
                    <a:pt x="1475" y="575"/>
                    <a:pt x="1494" y="671"/>
                  </a:cubicBezTo>
                  <a:cubicBezTo>
                    <a:pt x="1570" y="958"/>
                    <a:pt x="1589" y="1015"/>
                    <a:pt x="1628" y="1053"/>
                  </a:cubicBezTo>
                  <a:cubicBezTo>
                    <a:pt x="1666" y="1111"/>
                    <a:pt x="1723" y="1130"/>
                    <a:pt x="1972" y="1226"/>
                  </a:cubicBezTo>
                  <a:cubicBezTo>
                    <a:pt x="2068" y="1245"/>
                    <a:pt x="2221" y="1302"/>
                    <a:pt x="2317" y="1341"/>
                  </a:cubicBezTo>
                  <a:cubicBezTo>
                    <a:pt x="2164" y="1417"/>
                    <a:pt x="1934" y="1513"/>
                    <a:pt x="1723" y="1589"/>
                  </a:cubicBezTo>
                  <a:lnTo>
                    <a:pt x="1647" y="1647"/>
                  </a:lnTo>
                  <a:cubicBezTo>
                    <a:pt x="1551" y="1915"/>
                    <a:pt x="1436" y="2183"/>
                    <a:pt x="1341" y="2355"/>
                  </a:cubicBezTo>
                  <a:cubicBezTo>
                    <a:pt x="1264" y="2183"/>
                    <a:pt x="1188" y="1896"/>
                    <a:pt x="1130" y="1628"/>
                  </a:cubicBezTo>
                  <a:cubicBezTo>
                    <a:pt x="1092" y="1589"/>
                    <a:pt x="1073" y="1532"/>
                    <a:pt x="1034" y="1532"/>
                  </a:cubicBezTo>
                  <a:cubicBezTo>
                    <a:pt x="786" y="1513"/>
                    <a:pt x="498" y="1436"/>
                    <a:pt x="326" y="1398"/>
                  </a:cubicBezTo>
                  <a:cubicBezTo>
                    <a:pt x="498" y="1302"/>
                    <a:pt x="805" y="1149"/>
                    <a:pt x="1073" y="1015"/>
                  </a:cubicBezTo>
                  <a:cubicBezTo>
                    <a:pt x="1092" y="977"/>
                    <a:pt x="1149" y="958"/>
                    <a:pt x="1149" y="939"/>
                  </a:cubicBezTo>
                  <a:cubicBezTo>
                    <a:pt x="1226" y="728"/>
                    <a:pt x="1341" y="460"/>
                    <a:pt x="1398" y="307"/>
                  </a:cubicBezTo>
                  <a:close/>
                  <a:moveTo>
                    <a:pt x="1436" y="1"/>
                  </a:moveTo>
                  <a:cubicBezTo>
                    <a:pt x="1360" y="1"/>
                    <a:pt x="1245" y="1"/>
                    <a:pt x="920" y="843"/>
                  </a:cubicBezTo>
                  <a:cubicBezTo>
                    <a:pt x="39" y="1187"/>
                    <a:pt x="20" y="1321"/>
                    <a:pt x="1" y="1360"/>
                  </a:cubicBezTo>
                  <a:cubicBezTo>
                    <a:pt x="1" y="1398"/>
                    <a:pt x="1" y="1455"/>
                    <a:pt x="20" y="1494"/>
                  </a:cubicBezTo>
                  <a:cubicBezTo>
                    <a:pt x="39" y="1513"/>
                    <a:pt x="116" y="1609"/>
                    <a:pt x="900" y="1743"/>
                  </a:cubicBezTo>
                  <a:cubicBezTo>
                    <a:pt x="1149" y="2680"/>
                    <a:pt x="1226" y="2680"/>
                    <a:pt x="1302" y="2680"/>
                  </a:cubicBezTo>
                  <a:cubicBezTo>
                    <a:pt x="1417" y="2680"/>
                    <a:pt x="1475" y="2680"/>
                    <a:pt x="1838" y="1819"/>
                  </a:cubicBezTo>
                  <a:cubicBezTo>
                    <a:pt x="2049" y="1743"/>
                    <a:pt x="2508" y="1570"/>
                    <a:pt x="2604" y="1494"/>
                  </a:cubicBezTo>
                  <a:cubicBezTo>
                    <a:pt x="2623" y="1455"/>
                    <a:pt x="2642" y="1417"/>
                    <a:pt x="2642" y="1360"/>
                  </a:cubicBezTo>
                  <a:cubicBezTo>
                    <a:pt x="2623" y="1245"/>
                    <a:pt x="2508" y="1207"/>
                    <a:pt x="2049" y="1034"/>
                  </a:cubicBezTo>
                  <a:cubicBezTo>
                    <a:pt x="1953" y="977"/>
                    <a:pt x="1857" y="958"/>
                    <a:pt x="1819" y="939"/>
                  </a:cubicBezTo>
                  <a:cubicBezTo>
                    <a:pt x="1781" y="862"/>
                    <a:pt x="1762" y="747"/>
                    <a:pt x="1743" y="651"/>
                  </a:cubicBezTo>
                  <a:cubicBezTo>
                    <a:pt x="1666" y="345"/>
                    <a:pt x="1589" y="116"/>
                    <a:pt x="1551" y="58"/>
                  </a:cubicBezTo>
                  <a:cubicBezTo>
                    <a:pt x="1532" y="20"/>
                    <a:pt x="1475"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6"/>
          <p:cNvGrpSpPr/>
          <p:nvPr/>
        </p:nvGrpSpPr>
        <p:grpSpPr>
          <a:xfrm>
            <a:off x="733989" y="4593117"/>
            <a:ext cx="773154" cy="349422"/>
            <a:chOff x="6892614" y="3632855"/>
            <a:chExt cx="773154" cy="349422"/>
          </a:xfrm>
        </p:grpSpPr>
        <p:sp>
          <p:nvSpPr>
            <p:cNvPr id="185" name="Google Shape;185;p6"/>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6"/>
          <p:cNvGrpSpPr/>
          <p:nvPr/>
        </p:nvGrpSpPr>
        <p:grpSpPr>
          <a:xfrm>
            <a:off x="-59936" y="4155855"/>
            <a:ext cx="773154" cy="349422"/>
            <a:chOff x="6892614" y="3632855"/>
            <a:chExt cx="773154" cy="349422"/>
          </a:xfrm>
        </p:grpSpPr>
        <p:sp>
          <p:nvSpPr>
            <p:cNvPr id="188" name="Google Shape;188;p6"/>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 name="Google Shape;190;p6"/>
          <p:cNvGrpSpPr/>
          <p:nvPr/>
        </p:nvGrpSpPr>
        <p:grpSpPr>
          <a:xfrm rot="-1230385">
            <a:off x="8277514" y="4181395"/>
            <a:ext cx="657386" cy="788764"/>
            <a:chOff x="4036318" y="3820178"/>
            <a:chExt cx="657409" cy="788792"/>
          </a:xfrm>
        </p:grpSpPr>
        <p:sp>
          <p:nvSpPr>
            <p:cNvPr id="191" name="Google Shape;191;p6"/>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6"/>
          <p:cNvGrpSpPr/>
          <p:nvPr/>
        </p:nvGrpSpPr>
        <p:grpSpPr>
          <a:xfrm flipH="1">
            <a:off x="8017828" y="198775"/>
            <a:ext cx="984372" cy="866371"/>
            <a:chOff x="118461" y="156125"/>
            <a:chExt cx="984372" cy="866371"/>
          </a:xfrm>
        </p:grpSpPr>
        <p:sp>
          <p:nvSpPr>
            <p:cNvPr id="199" name="Google Shape;199;p6"/>
            <p:cNvSpPr/>
            <p:nvPr/>
          </p:nvSpPr>
          <p:spPr>
            <a:xfrm>
              <a:off x="766923" y="198687"/>
              <a:ext cx="259535" cy="165255"/>
            </a:xfrm>
            <a:custGeom>
              <a:rect b="b" l="l" r="r" t="t"/>
              <a:pathLst>
                <a:path extrusionOk="0" h="2815" w="4421">
                  <a:moveTo>
                    <a:pt x="2465" y="0"/>
                  </a:moveTo>
                  <a:cubicBezTo>
                    <a:pt x="1858" y="0"/>
                    <a:pt x="1646" y="1023"/>
                    <a:pt x="1664" y="1572"/>
                  </a:cubicBezTo>
                  <a:cubicBezTo>
                    <a:pt x="1530" y="1438"/>
                    <a:pt x="1312" y="1320"/>
                    <a:pt x="1063" y="1320"/>
                  </a:cubicBezTo>
                  <a:cubicBezTo>
                    <a:pt x="919" y="1320"/>
                    <a:pt x="765" y="1359"/>
                    <a:pt x="611" y="1457"/>
                  </a:cubicBezTo>
                  <a:cubicBezTo>
                    <a:pt x="1" y="1841"/>
                    <a:pt x="865" y="2814"/>
                    <a:pt x="1782" y="2814"/>
                  </a:cubicBezTo>
                  <a:cubicBezTo>
                    <a:pt x="2101" y="2814"/>
                    <a:pt x="2426" y="2696"/>
                    <a:pt x="2698" y="2395"/>
                  </a:cubicBezTo>
                  <a:cubicBezTo>
                    <a:pt x="2698" y="2395"/>
                    <a:pt x="4420" y="481"/>
                    <a:pt x="2621" y="22"/>
                  </a:cubicBezTo>
                  <a:cubicBezTo>
                    <a:pt x="2566" y="7"/>
                    <a:pt x="2514" y="0"/>
                    <a:pt x="24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742091" y="156125"/>
              <a:ext cx="360742" cy="371955"/>
            </a:xfrm>
            <a:custGeom>
              <a:rect b="b" l="l" r="r" t="t"/>
              <a:pathLst>
                <a:path extrusionOk="0" h="6336" w="6145">
                  <a:moveTo>
                    <a:pt x="2872" y="0"/>
                  </a:moveTo>
                  <a:cubicBezTo>
                    <a:pt x="2508" y="0"/>
                    <a:pt x="2202" y="134"/>
                    <a:pt x="1934" y="402"/>
                  </a:cubicBezTo>
                  <a:cubicBezTo>
                    <a:pt x="1704" y="670"/>
                    <a:pt x="1551" y="976"/>
                    <a:pt x="1455" y="1321"/>
                  </a:cubicBezTo>
                  <a:cubicBezTo>
                    <a:pt x="1168" y="1321"/>
                    <a:pt x="881" y="1417"/>
                    <a:pt x="632" y="1570"/>
                  </a:cubicBezTo>
                  <a:cubicBezTo>
                    <a:pt x="173" y="1857"/>
                    <a:pt x="1" y="2374"/>
                    <a:pt x="154" y="2871"/>
                  </a:cubicBezTo>
                  <a:cubicBezTo>
                    <a:pt x="307" y="3445"/>
                    <a:pt x="862" y="3924"/>
                    <a:pt x="1494" y="4135"/>
                  </a:cubicBezTo>
                  <a:cubicBezTo>
                    <a:pt x="1417" y="4402"/>
                    <a:pt x="1398" y="4670"/>
                    <a:pt x="1417" y="4919"/>
                  </a:cubicBezTo>
                  <a:cubicBezTo>
                    <a:pt x="1455" y="5761"/>
                    <a:pt x="1991" y="6336"/>
                    <a:pt x="2642" y="6336"/>
                  </a:cubicBezTo>
                  <a:cubicBezTo>
                    <a:pt x="2776" y="6336"/>
                    <a:pt x="2929" y="6317"/>
                    <a:pt x="3082" y="6240"/>
                  </a:cubicBezTo>
                  <a:cubicBezTo>
                    <a:pt x="3370" y="6125"/>
                    <a:pt x="3618" y="5934"/>
                    <a:pt x="3791" y="5685"/>
                  </a:cubicBezTo>
                  <a:cubicBezTo>
                    <a:pt x="4039" y="5781"/>
                    <a:pt x="4307" y="5838"/>
                    <a:pt x="4556" y="5838"/>
                  </a:cubicBezTo>
                  <a:cubicBezTo>
                    <a:pt x="5150" y="5838"/>
                    <a:pt x="5628" y="5532"/>
                    <a:pt x="5820" y="4996"/>
                  </a:cubicBezTo>
                  <a:cubicBezTo>
                    <a:pt x="6145" y="4230"/>
                    <a:pt x="5953" y="3713"/>
                    <a:pt x="5743" y="3407"/>
                  </a:cubicBezTo>
                  <a:cubicBezTo>
                    <a:pt x="5456" y="2986"/>
                    <a:pt x="4958" y="2737"/>
                    <a:pt x="4288" y="2661"/>
                  </a:cubicBezTo>
                  <a:cubicBezTo>
                    <a:pt x="4499" y="2201"/>
                    <a:pt x="4671" y="1665"/>
                    <a:pt x="4499" y="1149"/>
                  </a:cubicBezTo>
                  <a:cubicBezTo>
                    <a:pt x="4384" y="766"/>
                    <a:pt x="4078" y="268"/>
                    <a:pt x="3216" y="38"/>
                  </a:cubicBezTo>
                  <a:cubicBezTo>
                    <a:pt x="3082" y="19"/>
                    <a:pt x="2987" y="0"/>
                    <a:pt x="2872" y="0"/>
                  </a:cubicBezTo>
                  <a:close/>
                </a:path>
              </a:pathLst>
            </a:custGeom>
            <a:solidFill>
              <a:schemeClr val="lt1"/>
            </a:solidFill>
            <a:ln>
              <a:noFill/>
            </a:ln>
            <a:effectLst>
              <a:outerShdw blurRad="85725" rotWithShape="0" algn="bl" dir="4860000" dist="571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849346" y="351321"/>
              <a:ext cx="224840" cy="136078"/>
            </a:xfrm>
            <a:custGeom>
              <a:rect b="b" l="l" r="r" t="t"/>
              <a:pathLst>
                <a:path extrusionOk="0" h="2318" w="3830">
                  <a:moveTo>
                    <a:pt x="1899" y="1"/>
                  </a:moveTo>
                  <a:cubicBezTo>
                    <a:pt x="1637" y="1"/>
                    <a:pt x="1447" y="25"/>
                    <a:pt x="1447" y="25"/>
                  </a:cubicBezTo>
                  <a:cubicBezTo>
                    <a:pt x="0" y="221"/>
                    <a:pt x="87" y="2317"/>
                    <a:pt x="835" y="2317"/>
                  </a:cubicBezTo>
                  <a:cubicBezTo>
                    <a:pt x="889" y="2317"/>
                    <a:pt x="946" y="2306"/>
                    <a:pt x="1007" y="2283"/>
                  </a:cubicBezTo>
                  <a:cubicBezTo>
                    <a:pt x="1485" y="2092"/>
                    <a:pt x="1581" y="1652"/>
                    <a:pt x="1523" y="1345"/>
                  </a:cubicBezTo>
                  <a:lnTo>
                    <a:pt x="1523" y="1345"/>
                  </a:lnTo>
                  <a:cubicBezTo>
                    <a:pt x="1813" y="1577"/>
                    <a:pt x="2319" y="1815"/>
                    <a:pt x="2733" y="1815"/>
                  </a:cubicBezTo>
                  <a:cubicBezTo>
                    <a:pt x="3004" y="1815"/>
                    <a:pt x="3236" y="1714"/>
                    <a:pt x="3342" y="1441"/>
                  </a:cubicBezTo>
                  <a:cubicBezTo>
                    <a:pt x="3829" y="173"/>
                    <a:pt x="2603" y="1"/>
                    <a:pt x="18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947737" y="315687"/>
              <a:ext cx="112420" cy="42737"/>
            </a:xfrm>
            <a:custGeom>
              <a:rect b="b" l="l" r="r" t="t"/>
              <a:pathLst>
                <a:path extrusionOk="0" h="728" w="1915">
                  <a:moveTo>
                    <a:pt x="914" y="1"/>
                  </a:moveTo>
                  <a:cubicBezTo>
                    <a:pt x="461" y="1"/>
                    <a:pt x="90" y="252"/>
                    <a:pt x="58" y="268"/>
                  </a:cubicBezTo>
                  <a:cubicBezTo>
                    <a:pt x="20" y="326"/>
                    <a:pt x="1" y="402"/>
                    <a:pt x="39" y="440"/>
                  </a:cubicBezTo>
                  <a:cubicBezTo>
                    <a:pt x="61" y="474"/>
                    <a:pt x="96" y="494"/>
                    <a:pt x="133" y="494"/>
                  </a:cubicBezTo>
                  <a:cubicBezTo>
                    <a:pt x="160" y="494"/>
                    <a:pt x="187" y="484"/>
                    <a:pt x="211" y="460"/>
                  </a:cubicBezTo>
                  <a:cubicBezTo>
                    <a:pt x="211" y="460"/>
                    <a:pt x="583" y="230"/>
                    <a:pt x="981" y="230"/>
                  </a:cubicBezTo>
                  <a:cubicBezTo>
                    <a:pt x="1043" y="230"/>
                    <a:pt x="1106" y="236"/>
                    <a:pt x="1168" y="249"/>
                  </a:cubicBezTo>
                  <a:cubicBezTo>
                    <a:pt x="1379" y="326"/>
                    <a:pt x="1551" y="440"/>
                    <a:pt x="1685" y="689"/>
                  </a:cubicBezTo>
                  <a:cubicBezTo>
                    <a:pt x="1723" y="708"/>
                    <a:pt x="1742" y="727"/>
                    <a:pt x="1781" y="727"/>
                  </a:cubicBezTo>
                  <a:cubicBezTo>
                    <a:pt x="1806" y="727"/>
                    <a:pt x="1823" y="719"/>
                    <a:pt x="1832" y="719"/>
                  </a:cubicBezTo>
                  <a:cubicBezTo>
                    <a:pt x="1836" y="719"/>
                    <a:pt x="1838" y="721"/>
                    <a:pt x="1838" y="727"/>
                  </a:cubicBezTo>
                  <a:cubicBezTo>
                    <a:pt x="1915" y="689"/>
                    <a:pt x="1915" y="613"/>
                    <a:pt x="1876" y="555"/>
                  </a:cubicBezTo>
                  <a:cubicBezTo>
                    <a:pt x="1723" y="268"/>
                    <a:pt x="1493" y="115"/>
                    <a:pt x="1206" y="38"/>
                  </a:cubicBezTo>
                  <a:cubicBezTo>
                    <a:pt x="1107" y="12"/>
                    <a:pt x="1009" y="1"/>
                    <a:pt x="9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942101" y="229977"/>
              <a:ext cx="69742" cy="100327"/>
            </a:xfrm>
            <a:custGeom>
              <a:rect b="b" l="l" r="r" t="t"/>
              <a:pathLst>
                <a:path extrusionOk="0" h="1709" w="1188">
                  <a:moveTo>
                    <a:pt x="821" y="1"/>
                  </a:moveTo>
                  <a:cubicBezTo>
                    <a:pt x="790" y="1"/>
                    <a:pt x="757" y="15"/>
                    <a:pt x="728" y="44"/>
                  </a:cubicBezTo>
                  <a:cubicBezTo>
                    <a:pt x="690" y="82"/>
                    <a:pt x="690" y="159"/>
                    <a:pt x="728" y="197"/>
                  </a:cubicBezTo>
                  <a:cubicBezTo>
                    <a:pt x="728" y="197"/>
                    <a:pt x="920" y="427"/>
                    <a:pt x="881" y="714"/>
                  </a:cubicBezTo>
                  <a:cubicBezTo>
                    <a:pt x="824" y="962"/>
                    <a:pt x="537" y="1250"/>
                    <a:pt x="58" y="1479"/>
                  </a:cubicBezTo>
                  <a:cubicBezTo>
                    <a:pt x="20" y="1518"/>
                    <a:pt x="1" y="1594"/>
                    <a:pt x="20" y="1632"/>
                  </a:cubicBezTo>
                  <a:cubicBezTo>
                    <a:pt x="39" y="1690"/>
                    <a:pt x="77" y="1709"/>
                    <a:pt x="135" y="1709"/>
                  </a:cubicBezTo>
                  <a:cubicBezTo>
                    <a:pt x="135" y="1709"/>
                    <a:pt x="154" y="1709"/>
                    <a:pt x="135" y="1690"/>
                  </a:cubicBezTo>
                  <a:cubicBezTo>
                    <a:pt x="690" y="1422"/>
                    <a:pt x="1015" y="1116"/>
                    <a:pt x="1092" y="752"/>
                  </a:cubicBezTo>
                  <a:cubicBezTo>
                    <a:pt x="1188" y="350"/>
                    <a:pt x="900" y="63"/>
                    <a:pt x="900" y="44"/>
                  </a:cubicBezTo>
                  <a:cubicBezTo>
                    <a:pt x="881" y="15"/>
                    <a:pt x="853" y="1"/>
                    <a:pt x="8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734224" y="390537"/>
              <a:ext cx="41622" cy="28589"/>
            </a:xfrm>
            <a:custGeom>
              <a:rect b="b" l="l" r="r" t="t"/>
              <a:pathLst>
                <a:path extrusionOk="0" h="487" w="709">
                  <a:moveTo>
                    <a:pt x="139" y="1"/>
                  </a:moveTo>
                  <a:cubicBezTo>
                    <a:pt x="83" y="1"/>
                    <a:pt x="35" y="26"/>
                    <a:pt x="20" y="84"/>
                  </a:cubicBezTo>
                  <a:cubicBezTo>
                    <a:pt x="1" y="142"/>
                    <a:pt x="20" y="218"/>
                    <a:pt x="96" y="237"/>
                  </a:cubicBezTo>
                  <a:cubicBezTo>
                    <a:pt x="326" y="371"/>
                    <a:pt x="498" y="448"/>
                    <a:pt x="498" y="448"/>
                  </a:cubicBezTo>
                  <a:cubicBezTo>
                    <a:pt x="518" y="486"/>
                    <a:pt x="537" y="486"/>
                    <a:pt x="575" y="486"/>
                  </a:cubicBezTo>
                  <a:cubicBezTo>
                    <a:pt x="613" y="486"/>
                    <a:pt x="632" y="448"/>
                    <a:pt x="690" y="390"/>
                  </a:cubicBezTo>
                  <a:cubicBezTo>
                    <a:pt x="709" y="314"/>
                    <a:pt x="690" y="237"/>
                    <a:pt x="632" y="218"/>
                  </a:cubicBezTo>
                  <a:cubicBezTo>
                    <a:pt x="613" y="218"/>
                    <a:pt x="441" y="122"/>
                    <a:pt x="192" y="8"/>
                  </a:cubicBezTo>
                  <a:cubicBezTo>
                    <a:pt x="174" y="3"/>
                    <a:pt x="156" y="1"/>
                    <a:pt x="1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680333" y="375214"/>
              <a:ext cx="42737" cy="21427"/>
            </a:xfrm>
            <a:custGeom>
              <a:rect b="b" l="l" r="r" t="t"/>
              <a:pathLst>
                <a:path extrusionOk="0" h="365" w="728">
                  <a:moveTo>
                    <a:pt x="153" y="1"/>
                  </a:moveTo>
                  <a:cubicBezTo>
                    <a:pt x="77" y="1"/>
                    <a:pt x="19" y="20"/>
                    <a:pt x="0" y="96"/>
                  </a:cubicBezTo>
                  <a:cubicBezTo>
                    <a:pt x="0" y="173"/>
                    <a:pt x="19" y="211"/>
                    <a:pt x="96" y="249"/>
                  </a:cubicBezTo>
                  <a:cubicBezTo>
                    <a:pt x="249" y="269"/>
                    <a:pt x="402" y="307"/>
                    <a:pt x="555" y="364"/>
                  </a:cubicBezTo>
                  <a:lnTo>
                    <a:pt x="593" y="364"/>
                  </a:lnTo>
                  <a:cubicBezTo>
                    <a:pt x="651" y="364"/>
                    <a:pt x="689" y="345"/>
                    <a:pt x="689" y="269"/>
                  </a:cubicBezTo>
                  <a:cubicBezTo>
                    <a:pt x="727" y="211"/>
                    <a:pt x="689" y="154"/>
                    <a:pt x="632" y="115"/>
                  </a:cubicBezTo>
                  <a:cubicBezTo>
                    <a:pt x="459" y="77"/>
                    <a:pt x="306" y="20"/>
                    <a:pt x="1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766923" y="198745"/>
              <a:ext cx="259535" cy="165196"/>
            </a:xfrm>
            <a:custGeom>
              <a:rect b="b" l="l" r="r" t="t"/>
              <a:pathLst>
                <a:path extrusionOk="0" h="2814" w="4421">
                  <a:moveTo>
                    <a:pt x="2467" y="0"/>
                  </a:moveTo>
                  <a:cubicBezTo>
                    <a:pt x="1863" y="0"/>
                    <a:pt x="1628" y="1009"/>
                    <a:pt x="1655" y="1563"/>
                  </a:cubicBezTo>
                  <a:lnTo>
                    <a:pt x="1655" y="1563"/>
                  </a:lnTo>
                  <a:cubicBezTo>
                    <a:pt x="1514" y="1433"/>
                    <a:pt x="1305" y="1317"/>
                    <a:pt x="1063" y="1317"/>
                  </a:cubicBezTo>
                  <a:cubicBezTo>
                    <a:pt x="922" y="1317"/>
                    <a:pt x="769" y="1356"/>
                    <a:pt x="611" y="1456"/>
                  </a:cubicBezTo>
                  <a:cubicBezTo>
                    <a:pt x="1" y="1840"/>
                    <a:pt x="865" y="2813"/>
                    <a:pt x="1782" y="2813"/>
                  </a:cubicBezTo>
                  <a:cubicBezTo>
                    <a:pt x="2101" y="2813"/>
                    <a:pt x="2426" y="2695"/>
                    <a:pt x="2698" y="2394"/>
                  </a:cubicBezTo>
                  <a:cubicBezTo>
                    <a:pt x="2698" y="2394"/>
                    <a:pt x="4420" y="480"/>
                    <a:pt x="2621" y="21"/>
                  </a:cubicBezTo>
                  <a:cubicBezTo>
                    <a:pt x="2567" y="7"/>
                    <a:pt x="2516" y="0"/>
                    <a:pt x="246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849346" y="351321"/>
              <a:ext cx="224840" cy="136078"/>
            </a:xfrm>
            <a:custGeom>
              <a:rect b="b" l="l" r="r" t="t"/>
              <a:pathLst>
                <a:path extrusionOk="0" h="2318" w="3830">
                  <a:moveTo>
                    <a:pt x="1899" y="1"/>
                  </a:moveTo>
                  <a:cubicBezTo>
                    <a:pt x="1637" y="1"/>
                    <a:pt x="1447" y="25"/>
                    <a:pt x="1447" y="25"/>
                  </a:cubicBezTo>
                  <a:cubicBezTo>
                    <a:pt x="0" y="221"/>
                    <a:pt x="87" y="2317"/>
                    <a:pt x="835" y="2317"/>
                  </a:cubicBezTo>
                  <a:cubicBezTo>
                    <a:pt x="889" y="2317"/>
                    <a:pt x="946" y="2306"/>
                    <a:pt x="1007" y="2283"/>
                  </a:cubicBezTo>
                  <a:cubicBezTo>
                    <a:pt x="1489" y="2084"/>
                    <a:pt x="1569" y="1655"/>
                    <a:pt x="1524" y="1352"/>
                  </a:cubicBezTo>
                  <a:lnTo>
                    <a:pt x="1524" y="1352"/>
                  </a:lnTo>
                  <a:cubicBezTo>
                    <a:pt x="1811" y="1572"/>
                    <a:pt x="2330" y="1814"/>
                    <a:pt x="2748" y="1814"/>
                  </a:cubicBezTo>
                  <a:cubicBezTo>
                    <a:pt x="3018" y="1814"/>
                    <a:pt x="3245" y="1714"/>
                    <a:pt x="3342" y="1441"/>
                  </a:cubicBezTo>
                  <a:cubicBezTo>
                    <a:pt x="3829" y="173"/>
                    <a:pt x="2603" y="1"/>
                    <a:pt x="189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946621" y="315687"/>
              <a:ext cx="112420" cy="42737"/>
            </a:xfrm>
            <a:custGeom>
              <a:rect b="b" l="l" r="r" t="t"/>
              <a:pathLst>
                <a:path extrusionOk="0" h="728" w="1915">
                  <a:moveTo>
                    <a:pt x="933" y="1"/>
                  </a:moveTo>
                  <a:cubicBezTo>
                    <a:pt x="480" y="1"/>
                    <a:pt x="109" y="252"/>
                    <a:pt x="77" y="268"/>
                  </a:cubicBezTo>
                  <a:cubicBezTo>
                    <a:pt x="39" y="326"/>
                    <a:pt x="0" y="383"/>
                    <a:pt x="58" y="440"/>
                  </a:cubicBezTo>
                  <a:cubicBezTo>
                    <a:pt x="91" y="474"/>
                    <a:pt x="125" y="494"/>
                    <a:pt x="158" y="494"/>
                  </a:cubicBezTo>
                  <a:cubicBezTo>
                    <a:pt x="182" y="494"/>
                    <a:pt x="206" y="484"/>
                    <a:pt x="230" y="460"/>
                  </a:cubicBezTo>
                  <a:cubicBezTo>
                    <a:pt x="230" y="460"/>
                    <a:pt x="602" y="230"/>
                    <a:pt x="1000" y="230"/>
                  </a:cubicBezTo>
                  <a:cubicBezTo>
                    <a:pt x="1062" y="230"/>
                    <a:pt x="1125" y="236"/>
                    <a:pt x="1187" y="249"/>
                  </a:cubicBezTo>
                  <a:cubicBezTo>
                    <a:pt x="1398" y="326"/>
                    <a:pt x="1570" y="440"/>
                    <a:pt x="1704" y="689"/>
                  </a:cubicBezTo>
                  <a:cubicBezTo>
                    <a:pt x="1742" y="708"/>
                    <a:pt x="1761" y="727"/>
                    <a:pt x="1800" y="727"/>
                  </a:cubicBezTo>
                  <a:cubicBezTo>
                    <a:pt x="1825" y="727"/>
                    <a:pt x="1842" y="719"/>
                    <a:pt x="1851" y="719"/>
                  </a:cubicBezTo>
                  <a:cubicBezTo>
                    <a:pt x="1855" y="719"/>
                    <a:pt x="1857" y="721"/>
                    <a:pt x="1857" y="727"/>
                  </a:cubicBezTo>
                  <a:cubicBezTo>
                    <a:pt x="1914" y="689"/>
                    <a:pt x="1914" y="613"/>
                    <a:pt x="1895" y="555"/>
                  </a:cubicBezTo>
                  <a:cubicBezTo>
                    <a:pt x="1742" y="268"/>
                    <a:pt x="1512" y="115"/>
                    <a:pt x="1225" y="38"/>
                  </a:cubicBezTo>
                  <a:cubicBezTo>
                    <a:pt x="1126" y="12"/>
                    <a:pt x="1028" y="1"/>
                    <a:pt x="9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942101" y="229977"/>
              <a:ext cx="69742" cy="100327"/>
            </a:xfrm>
            <a:custGeom>
              <a:rect b="b" l="l" r="r" t="t"/>
              <a:pathLst>
                <a:path extrusionOk="0" h="1709" w="1188">
                  <a:moveTo>
                    <a:pt x="821" y="1"/>
                  </a:moveTo>
                  <a:cubicBezTo>
                    <a:pt x="790" y="1"/>
                    <a:pt x="757" y="15"/>
                    <a:pt x="728" y="44"/>
                  </a:cubicBezTo>
                  <a:cubicBezTo>
                    <a:pt x="690" y="82"/>
                    <a:pt x="690" y="159"/>
                    <a:pt x="728" y="197"/>
                  </a:cubicBezTo>
                  <a:cubicBezTo>
                    <a:pt x="728" y="197"/>
                    <a:pt x="920" y="427"/>
                    <a:pt x="881" y="714"/>
                  </a:cubicBezTo>
                  <a:cubicBezTo>
                    <a:pt x="824" y="962"/>
                    <a:pt x="537" y="1250"/>
                    <a:pt x="58" y="1479"/>
                  </a:cubicBezTo>
                  <a:cubicBezTo>
                    <a:pt x="20" y="1518"/>
                    <a:pt x="1" y="1594"/>
                    <a:pt x="20" y="1632"/>
                  </a:cubicBezTo>
                  <a:cubicBezTo>
                    <a:pt x="39" y="1690"/>
                    <a:pt x="97" y="1709"/>
                    <a:pt x="135" y="1709"/>
                  </a:cubicBezTo>
                  <a:cubicBezTo>
                    <a:pt x="135" y="1709"/>
                    <a:pt x="154" y="1709"/>
                    <a:pt x="135" y="1690"/>
                  </a:cubicBezTo>
                  <a:cubicBezTo>
                    <a:pt x="690" y="1422"/>
                    <a:pt x="1015" y="1116"/>
                    <a:pt x="1092" y="752"/>
                  </a:cubicBezTo>
                  <a:cubicBezTo>
                    <a:pt x="1188" y="350"/>
                    <a:pt x="900" y="63"/>
                    <a:pt x="900" y="44"/>
                  </a:cubicBezTo>
                  <a:cubicBezTo>
                    <a:pt x="881" y="15"/>
                    <a:pt x="853" y="1"/>
                    <a:pt x="8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821872" y="273654"/>
              <a:ext cx="105669" cy="80250"/>
            </a:xfrm>
            <a:custGeom>
              <a:rect b="b" l="l" r="r" t="t"/>
              <a:pathLst>
                <a:path extrusionOk="0" h="1367" w="1800">
                  <a:moveTo>
                    <a:pt x="1487" y="1"/>
                  </a:moveTo>
                  <a:cubicBezTo>
                    <a:pt x="1472" y="1"/>
                    <a:pt x="1455" y="3"/>
                    <a:pt x="1436" y="8"/>
                  </a:cubicBezTo>
                  <a:cubicBezTo>
                    <a:pt x="1245" y="65"/>
                    <a:pt x="1053" y="391"/>
                    <a:pt x="939" y="659"/>
                  </a:cubicBezTo>
                  <a:cubicBezTo>
                    <a:pt x="738" y="573"/>
                    <a:pt x="461" y="465"/>
                    <a:pt x="263" y="465"/>
                  </a:cubicBezTo>
                  <a:cubicBezTo>
                    <a:pt x="197" y="465"/>
                    <a:pt x="140" y="477"/>
                    <a:pt x="96" y="506"/>
                  </a:cubicBezTo>
                  <a:cubicBezTo>
                    <a:pt x="77" y="544"/>
                    <a:pt x="1" y="601"/>
                    <a:pt x="39" y="735"/>
                  </a:cubicBezTo>
                  <a:cubicBezTo>
                    <a:pt x="77" y="1118"/>
                    <a:pt x="594" y="1348"/>
                    <a:pt x="652" y="1367"/>
                  </a:cubicBezTo>
                  <a:lnTo>
                    <a:pt x="709" y="1367"/>
                  </a:lnTo>
                  <a:cubicBezTo>
                    <a:pt x="747" y="1367"/>
                    <a:pt x="805" y="1348"/>
                    <a:pt x="805" y="1271"/>
                  </a:cubicBezTo>
                  <a:cubicBezTo>
                    <a:pt x="824" y="1214"/>
                    <a:pt x="805" y="1137"/>
                    <a:pt x="728" y="1118"/>
                  </a:cubicBezTo>
                  <a:cubicBezTo>
                    <a:pt x="613" y="1061"/>
                    <a:pt x="288" y="888"/>
                    <a:pt x="250" y="678"/>
                  </a:cubicBezTo>
                  <a:cubicBezTo>
                    <a:pt x="345" y="678"/>
                    <a:pt x="652" y="774"/>
                    <a:pt x="939" y="927"/>
                  </a:cubicBezTo>
                  <a:lnTo>
                    <a:pt x="1034" y="927"/>
                  </a:lnTo>
                  <a:lnTo>
                    <a:pt x="1111" y="850"/>
                  </a:lnTo>
                  <a:cubicBezTo>
                    <a:pt x="1226" y="582"/>
                    <a:pt x="1398" y="314"/>
                    <a:pt x="1475" y="257"/>
                  </a:cubicBezTo>
                  <a:lnTo>
                    <a:pt x="1475" y="257"/>
                  </a:lnTo>
                  <a:cubicBezTo>
                    <a:pt x="1494" y="372"/>
                    <a:pt x="1494" y="678"/>
                    <a:pt x="1417" y="965"/>
                  </a:cubicBezTo>
                  <a:cubicBezTo>
                    <a:pt x="1417" y="1042"/>
                    <a:pt x="1436" y="1080"/>
                    <a:pt x="1513" y="1118"/>
                  </a:cubicBezTo>
                  <a:cubicBezTo>
                    <a:pt x="1589" y="1118"/>
                    <a:pt x="1628" y="1080"/>
                    <a:pt x="1666" y="1022"/>
                  </a:cubicBezTo>
                  <a:cubicBezTo>
                    <a:pt x="1704" y="793"/>
                    <a:pt x="1800" y="218"/>
                    <a:pt x="1609" y="65"/>
                  </a:cubicBezTo>
                  <a:cubicBezTo>
                    <a:pt x="1565" y="22"/>
                    <a:pt x="1533" y="1"/>
                    <a:pt x="14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883689" y="352319"/>
              <a:ext cx="116940" cy="90406"/>
            </a:xfrm>
            <a:custGeom>
              <a:rect b="b" l="l" r="r" t="t"/>
              <a:pathLst>
                <a:path extrusionOk="0" h="1540" w="1992">
                  <a:moveTo>
                    <a:pt x="1038" y="1"/>
                  </a:moveTo>
                  <a:cubicBezTo>
                    <a:pt x="982" y="1"/>
                    <a:pt x="934" y="26"/>
                    <a:pt x="919" y="84"/>
                  </a:cubicBezTo>
                  <a:cubicBezTo>
                    <a:pt x="900" y="161"/>
                    <a:pt x="919" y="218"/>
                    <a:pt x="996" y="257"/>
                  </a:cubicBezTo>
                  <a:cubicBezTo>
                    <a:pt x="1340" y="410"/>
                    <a:pt x="1666" y="601"/>
                    <a:pt x="1723" y="697"/>
                  </a:cubicBezTo>
                  <a:cubicBezTo>
                    <a:pt x="1692" y="713"/>
                    <a:pt x="1634" y="720"/>
                    <a:pt x="1558" y="720"/>
                  </a:cubicBezTo>
                  <a:cubicBezTo>
                    <a:pt x="1358" y="720"/>
                    <a:pt x="1033" y="670"/>
                    <a:pt x="728" y="601"/>
                  </a:cubicBezTo>
                  <a:cubicBezTo>
                    <a:pt x="717" y="599"/>
                    <a:pt x="708" y="597"/>
                    <a:pt x="698" y="597"/>
                  </a:cubicBezTo>
                  <a:cubicBezTo>
                    <a:pt x="641" y="597"/>
                    <a:pt x="608" y="645"/>
                    <a:pt x="575" y="678"/>
                  </a:cubicBezTo>
                  <a:cubicBezTo>
                    <a:pt x="479" y="869"/>
                    <a:pt x="383" y="1118"/>
                    <a:pt x="326" y="1233"/>
                  </a:cubicBezTo>
                  <a:cubicBezTo>
                    <a:pt x="288" y="1080"/>
                    <a:pt x="268" y="831"/>
                    <a:pt x="249" y="582"/>
                  </a:cubicBezTo>
                  <a:cubicBezTo>
                    <a:pt x="249" y="505"/>
                    <a:pt x="192" y="467"/>
                    <a:pt x="134" y="467"/>
                  </a:cubicBezTo>
                  <a:cubicBezTo>
                    <a:pt x="58" y="467"/>
                    <a:pt x="0" y="505"/>
                    <a:pt x="0" y="582"/>
                  </a:cubicBezTo>
                  <a:cubicBezTo>
                    <a:pt x="39" y="1424"/>
                    <a:pt x="154" y="1501"/>
                    <a:pt x="192" y="1520"/>
                  </a:cubicBezTo>
                  <a:cubicBezTo>
                    <a:pt x="230" y="1539"/>
                    <a:pt x="249" y="1539"/>
                    <a:pt x="268" y="1539"/>
                  </a:cubicBezTo>
                  <a:cubicBezTo>
                    <a:pt x="268" y="1539"/>
                    <a:pt x="288" y="1539"/>
                    <a:pt x="345" y="1501"/>
                  </a:cubicBezTo>
                  <a:cubicBezTo>
                    <a:pt x="441" y="1462"/>
                    <a:pt x="575" y="1233"/>
                    <a:pt x="747" y="831"/>
                  </a:cubicBezTo>
                  <a:cubicBezTo>
                    <a:pt x="996" y="879"/>
                    <a:pt x="1264" y="917"/>
                    <a:pt x="1486" y="917"/>
                  </a:cubicBezTo>
                  <a:cubicBezTo>
                    <a:pt x="1709" y="917"/>
                    <a:pt x="1886" y="879"/>
                    <a:pt x="1953" y="773"/>
                  </a:cubicBezTo>
                  <a:cubicBezTo>
                    <a:pt x="1991" y="735"/>
                    <a:pt x="1991" y="659"/>
                    <a:pt x="1972" y="601"/>
                  </a:cubicBezTo>
                  <a:cubicBezTo>
                    <a:pt x="1876" y="371"/>
                    <a:pt x="1283" y="84"/>
                    <a:pt x="1092" y="8"/>
                  </a:cubicBezTo>
                  <a:cubicBezTo>
                    <a:pt x="1073" y="3"/>
                    <a:pt x="1055" y="1"/>
                    <a:pt x="10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118461" y="369579"/>
              <a:ext cx="657379" cy="652917"/>
            </a:xfrm>
            <a:custGeom>
              <a:rect b="b" l="l" r="r" t="t"/>
              <a:pathLst>
                <a:path extrusionOk="0" h="11122" w="11198">
                  <a:moveTo>
                    <a:pt x="8767" y="1"/>
                  </a:moveTo>
                  <a:cubicBezTo>
                    <a:pt x="8691" y="1"/>
                    <a:pt x="8633" y="58"/>
                    <a:pt x="8633" y="116"/>
                  </a:cubicBezTo>
                  <a:cubicBezTo>
                    <a:pt x="8633" y="192"/>
                    <a:pt x="8710" y="250"/>
                    <a:pt x="8767" y="250"/>
                  </a:cubicBezTo>
                  <a:lnTo>
                    <a:pt x="8825" y="250"/>
                  </a:lnTo>
                  <a:cubicBezTo>
                    <a:pt x="8978" y="250"/>
                    <a:pt x="9093" y="250"/>
                    <a:pt x="9246" y="269"/>
                  </a:cubicBezTo>
                  <a:cubicBezTo>
                    <a:pt x="9303" y="269"/>
                    <a:pt x="9360" y="211"/>
                    <a:pt x="9341" y="173"/>
                  </a:cubicBezTo>
                  <a:cubicBezTo>
                    <a:pt x="9360" y="97"/>
                    <a:pt x="9303" y="20"/>
                    <a:pt x="9246" y="20"/>
                  </a:cubicBezTo>
                  <a:cubicBezTo>
                    <a:pt x="9093" y="1"/>
                    <a:pt x="8978" y="1"/>
                    <a:pt x="8825" y="1"/>
                  </a:cubicBezTo>
                  <a:close/>
                  <a:moveTo>
                    <a:pt x="8288" y="73"/>
                  </a:moveTo>
                  <a:cubicBezTo>
                    <a:pt x="8276" y="73"/>
                    <a:pt x="8263" y="74"/>
                    <a:pt x="8250" y="77"/>
                  </a:cubicBezTo>
                  <a:cubicBezTo>
                    <a:pt x="8097" y="97"/>
                    <a:pt x="7925" y="154"/>
                    <a:pt x="7772" y="192"/>
                  </a:cubicBezTo>
                  <a:cubicBezTo>
                    <a:pt x="7714" y="211"/>
                    <a:pt x="7676" y="269"/>
                    <a:pt x="7714" y="345"/>
                  </a:cubicBezTo>
                  <a:cubicBezTo>
                    <a:pt x="7734" y="384"/>
                    <a:pt x="7772" y="403"/>
                    <a:pt x="7829" y="403"/>
                  </a:cubicBezTo>
                  <a:cubicBezTo>
                    <a:pt x="7848" y="403"/>
                    <a:pt x="7848" y="403"/>
                    <a:pt x="7848" y="441"/>
                  </a:cubicBezTo>
                  <a:cubicBezTo>
                    <a:pt x="8002" y="384"/>
                    <a:pt x="8155" y="345"/>
                    <a:pt x="8308" y="307"/>
                  </a:cubicBezTo>
                  <a:cubicBezTo>
                    <a:pt x="8384" y="288"/>
                    <a:pt x="8403" y="250"/>
                    <a:pt x="8403" y="173"/>
                  </a:cubicBezTo>
                  <a:cubicBezTo>
                    <a:pt x="8388" y="110"/>
                    <a:pt x="8345" y="73"/>
                    <a:pt x="8288" y="73"/>
                  </a:cubicBezTo>
                  <a:close/>
                  <a:moveTo>
                    <a:pt x="9724" y="97"/>
                  </a:moveTo>
                  <a:cubicBezTo>
                    <a:pt x="9648" y="97"/>
                    <a:pt x="9590" y="116"/>
                    <a:pt x="9571" y="192"/>
                  </a:cubicBezTo>
                  <a:cubicBezTo>
                    <a:pt x="9571" y="269"/>
                    <a:pt x="9590" y="307"/>
                    <a:pt x="9667" y="345"/>
                  </a:cubicBezTo>
                  <a:cubicBezTo>
                    <a:pt x="9820" y="365"/>
                    <a:pt x="9973" y="403"/>
                    <a:pt x="10126" y="460"/>
                  </a:cubicBezTo>
                  <a:lnTo>
                    <a:pt x="10164" y="460"/>
                  </a:lnTo>
                  <a:cubicBezTo>
                    <a:pt x="10222" y="460"/>
                    <a:pt x="10260" y="441"/>
                    <a:pt x="10260" y="365"/>
                  </a:cubicBezTo>
                  <a:cubicBezTo>
                    <a:pt x="10298" y="307"/>
                    <a:pt x="10260" y="250"/>
                    <a:pt x="10203" y="211"/>
                  </a:cubicBezTo>
                  <a:cubicBezTo>
                    <a:pt x="10030" y="173"/>
                    <a:pt x="9877" y="116"/>
                    <a:pt x="9724" y="97"/>
                  </a:cubicBezTo>
                  <a:close/>
                  <a:moveTo>
                    <a:pt x="10628" y="358"/>
                  </a:moveTo>
                  <a:cubicBezTo>
                    <a:pt x="10572" y="358"/>
                    <a:pt x="10524" y="383"/>
                    <a:pt x="10509" y="441"/>
                  </a:cubicBezTo>
                  <a:cubicBezTo>
                    <a:pt x="10490" y="499"/>
                    <a:pt x="10509" y="575"/>
                    <a:pt x="10585" y="594"/>
                  </a:cubicBezTo>
                  <a:cubicBezTo>
                    <a:pt x="10815" y="728"/>
                    <a:pt x="10987" y="805"/>
                    <a:pt x="10987" y="805"/>
                  </a:cubicBezTo>
                  <a:cubicBezTo>
                    <a:pt x="11007" y="843"/>
                    <a:pt x="11026" y="843"/>
                    <a:pt x="11064" y="843"/>
                  </a:cubicBezTo>
                  <a:cubicBezTo>
                    <a:pt x="11102" y="843"/>
                    <a:pt x="11121" y="824"/>
                    <a:pt x="11179" y="747"/>
                  </a:cubicBezTo>
                  <a:cubicBezTo>
                    <a:pt x="11198" y="671"/>
                    <a:pt x="11179" y="594"/>
                    <a:pt x="11121" y="575"/>
                  </a:cubicBezTo>
                  <a:cubicBezTo>
                    <a:pt x="11102" y="575"/>
                    <a:pt x="10930" y="479"/>
                    <a:pt x="10681" y="365"/>
                  </a:cubicBezTo>
                  <a:cubicBezTo>
                    <a:pt x="10663" y="360"/>
                    <a:pt x="10645" y="358"/>
                    <a:pt x="10628" y="358"/>
                  </a:cubicBezTo>
                  <a:close/>
                  <a:moveTo>
                    <a:pt x="7332" y="384"/>
                  </a:moveTo>
                  <a:cubicBezTo>
                    <a:pt x="7178" y="460"/>
                    <a:pt x="7044" y="556"/>
                    <a:pt x="6910" y="671"/>
                  </a:cubicBezTo>
                  <a:cubicBezTo>
                    <a:pt x="6872" y="728"/>
                    <a:pt x="6872" y="786"/>
                    <a:pt x="6910" y="843"/>
                  </a:cubicBezTo>
                  <a:cubicBezTo>
                    <a:pt x="6949" y="862"/>
                    <a:pt x="6987" y="881"/>
                    <a:pt x="7006" y="881"/>
                  </a:cubicBezTo>
                  <a:cubicBezTo>
                    <a:pt x="7044" y="881"/>
                    <a:pt x="7064" y="881"/>
                    <a:pt x="7083" y="843"/>
                  </a:cubicBezTo>
                  <a:cubicBezTo>
                    <a:pt x="7198" y="747"/>
                    <a:pt x="7332" y="652"/>
                    <a:pt x="7446" y="575"/>
                  </a:cubicBezTo>
                  <a:lnTo>
                    <a:pt x="7389" y="479"/>
                  </a:lnTo>
                  <a:lnTo>
                    <a:pt x="7332" y="384"/>
                  </a:lnTo>
                  <a:close/>
                  <a:moveTo>
                    <a:pt x="6681" y="1033"/>
                  </a:moveTo>
                  <a:cubicBezTo>
                    <a:pt x="6638" y="1033"/>
                    <a:pt x="6597" y="1049"/>
                    <a:pt x="6585" y="1073"/>
                  </a:cubicBezTo>
                  <a:cubicBezTo>
                    <a:pt x="6509" y="1226"/>
                    <a:pt x="6432" y="1360"/>
                    <a:pt x="6375" y="1532"/>
                  </a:cubicBezTo>
                  <a:cubicBezTo>
                    <a:pt x="6336" y="1590"/>
                    <a:pt x="6375" y="1647"/>
                    <a:pt x="6432" y="1685"/>
                  </a:cubicBezTo>
                  <a:lnTo>
                    <a:pt x="6489" y="1685"/>
                  </a:lnTo>
                  <a:cubicBezTo>
                    <a:pt x="6528" y="1685"/>
                    <a:pt x="6585" y="1647"/>
                    <a:pt x="6585" y="1628"/>
                  </a:cubicBezTo>
                  <a:cubicBezTo>
                    <a:pt x="6623" y="1494"/>
                    <a:pt x="6700" y="1341"/>
                    <a:pt x="6777" y="1226"/>
                  </a:cubicBezTo>
                  <a:cubicBezTo>
                    <a:pt x="6815" y="1168"/>
                    <a:pt x="6796" y="1073"/>
                    <a:pt x="6757" y="1054"/>
                  </a:cubicBezTo>
                  <a:cubicBezTo>
                    <a:pt x="6735" y="1039"/>
                    <a:pt x="6708" y="1033"/>
                    <a:pt x="6681" y="1033"/>
                  </a:cubicBezTo>
                  <a:close/>
                  <a:moveTo>
                    <a:pt x="4843" y="2125"/>
                  </a:moveTo>
                  <a:cubicBezTo>
                    <a:pt x="4767" y="2125"/>
                    <a:pt x="4709" y="2183"/>
                    <a:pt x="4709" y="2240"/>
                  </a:cubicBezTo>
                  <a:cubicBezTo>
                    <a:pt x="4709" y="2317"/>
                    <a:pt x="4767" y="2374"/>
                    <a:pt x="4843" y="2374"/>
                  </a:cubicBezTo>
                  <a:cubicBezTo>
                    <a:pt x="4996" y="2374"/>
                    <a:pt x="5150" y="2374"/>
                    <a:pt x="5322" y="2393"/>
                  </a:cubicBezTo>
                  <a:cubicBezTo>
                    <a:pt x="5379" y="2393"/>
                    <a:pt x="5437" y="2355"/>
                    <a:pt x="5437" y="2279"/>
                  </a:cubicBezTo>
                  <a:cubicBezTo>
                    <a:pt x="5456" y="2221"/>
                    <a:pt x="5418" y="2164"/>
                    <a:pt x="5341" y="2164"/>
                  </a:cubicBezTo>
                  <a:cubicBezTo>
                    <a:pt x="5169" y="2125"/>
                    <a:pt x="4996" y="2125"/>
                    <a:pt x="4843" y="2125"/>
                  </a:cubicBezTo>
                  <a:close/>
                  <a:moveTo>
                    <a:pt x="4394" y="2197"/>
                  </a:moveTo>
                  <a:cubicBezTo>
                    <a:pt x="4384" y="2197"/>
                    <a:pt x="4375" y="2199"/>
                    <a:pt x="4365" y="2202"/>
                  </a:cubicBezTo>
                  <a:cubicBezTo>
                    <a:pt x="4193" y="2259"/>
                    <a:pt x="4020" y="2298"/>
                    <a:pt x="3886" y="2374"/>
                  </a:cubicBezTo>
                  <a:cubicBezTo>
                    <a:pt x="3829" y="2413"/>
                    <a:pt x="3810" y="2489"/>
                    <a:pt x="3829" y="2547"/>
                  </a:cubicBezTo>
                  <a:cubicBezTo>
                    <a:pt x="3829" y="2585"/>
                    <a:pt x="3867" y="2604"/>
                    <a:pt x="3925" y="2604"/>
                  </a:cubicBezTo>
                  <a:cubicBezTo>
                    <a:pt x="3944" y="2604"/>
                    <a:pt x="3944" y="2604"/>
                    <a:pt x="3982" y="2585"/>
                  </a:cubicBezTo>
                  <a:lnTo>
                    <a:pt x="4403" y="2451"/>
                  </a:lnTo>
                  <a:cubicBezTo>
                    <a:pt x="4480" y="2413"/>
                    <a:pt x="4518" y="2374"/>
                    <a:pt x="4499" y="2298"/>
                  </a:cubicBezTo>
                  <a:cubicBezTo>
                    <a:pt x="4483" y="2234"/>
                    <a:pt x="4441" y="2197"/>
                    <a:pt x="4394" y="2197"/>
                  </a:cubicBezTo>
                  <a:close/>
                  <a:moveTo>
                    <a:pt x="6401" y="1891"/>
                  </a:moveTo>
                  <a:cubicBezTo>
                    <a:pt x="6351" y="1891"/>
                    <a:pt x="6298" y="1928"/>
                    <a:pt x="6298" y="1991"/>
                  </a:cubicBezTo>
                  <a:cubicBezTo>
                    <a:pt x="6279" y="2106"/>
                    <a:pt x="6241" y="2221"/>
                    <a:pt x="6241" y="2355"/>
                  </a:cubicBezTo>
                  <a:cubicBezTo>
                    <a:pt x="6107" y="2298"/>
                    <a:pt x="5992" y="2259"/>
                    <a:pt x="5839" y="2221"/>
                  </a:cubicBezTo>
                  <a:cubicBezTo>
                    <a:pt x="5762" y="2221"/>
                    <a:pt x="5705" y="2240"/>
                    <a:pt x="5705" y="2317"/>
                  </a:cubicBezTo>
                  <a:cubicBezTo>
                    <a:pt x="5705" y="2393"/>
                    <a:pt x="5724" y="2451"/>
                    <a:pt x="5800" y="2470"/>
                  </a:cubicBezTo>
                  <a:lnTo>
                    <a:pt x="6221" y="2604"/>
                  </a:lnTo>
                  <a:lnTo>
                    <a:pt x="6336" y="2604"/>
                  </a:lnTo>
                  <a:cubicBezTo>
                    <a:pt x="6394" y="2604"/>
                    <a:pt x="6470" y="2566"/>
                    <a:pt x="6509" y="2489"/>
                  </a:cubicBezTo>
                  <a:lnTo>
                    <a:pt x="6509" y="2470"/>
                  </a:lnTo>
                  <a:cubicBezTo>
                    <a:pt x="6509" y="2317"/>
                    <a:pt x="6509" y="2183"/>
                    <a:pt x="6528" y="2030"/>
                  </a:cubicBezTo>
                  <a:cubicBezTo>
                    <a:pt x="6566" y="1972"/>
                    <a:pt x="6509" y="1896"/>
                    <a:pt x="6432" y="1896"/>
                  </a:cubicBezTo>
                  <a:cubicBezTo>
                    <a:pt x="6422" y="1893"/>
                    <a:pt x="6412" y="1891"/>
                    <a:pt x="6401" y="1891"/>
                  </a:cubicBezTo>
                  <a:close/>
                  <a:moveTo>
                    <a:pt x="6674" y="2597"/>
                  </a:moveTo>
                  <a:cubicBezTo>
                    <a:pt x="6627" y="2597"/>
                    <a:pt x="6580" y="2618"/>
                    <a:pt x="6566" y="2661"/>
                  </a:cubicBezTo>
                  <a:cubicBezTo>
                    <a:pt x="6528" y="2719"/>
                    <a:pt x="6566" y="2795"/>
                    <a:pt x="6604" y="2815"/>
                  </a:cubicBezTo>
                  <a:cubicBezTo>
                    <a:pt x="6757" y="2891"/>
                    <a:pt x="6872" y="2987"/>
                    <a:pt x="6968" y="3083"/>
                  </a:cubicBezTo>
                  <a:cubicBezTo>
                    <a:pt x="6987" y="3121"/>
                    <a:pt x="7044" y="3121"/>
                    <a:pt x="7064" y="3121"/>
                  </a:cubicBezTo>
                  <a:cubicBezTo>
                    <a:pt x="7083" y="3121"/>
                    <a:pt x="7102" y="3121"/>
                    <a:pt x="7140" y="3083"/>
                  </a:cubicBezTo>
                  <a:cubicBezTo>
                    <a:pt x="7178" y="3044"/>
                    <a:pt x="7178" y="2968"/>
                    <a:pt x="7140" y="2929"/>
                  </a:cubicBezTo>
                  <a:cubicBezTo>
                    <a:pt x="7006" y="2795"/>
                    <a:pt x="6891" y="2700"/>
                    <a:pt x="6719" y="2604"/>
                  </a:cubicBezTo>
                  <a:cubicBezTo>
                    <a:pt x="6705" y="2599"/>
                    <a:pt x="6689" y="2597"/>
                    <a:pt x="6674" y="2597"/>
                  </a:cubicBezTo>
                  <a:close/>
                  <a:moveTo>
                    <a:pt x="3509" y="2632"/>
                  </a:moveTo>
                  <a:cubicBezTo>
                    <a:pt x="3488" y="2632"/>
                    <a:pt x="3467" y="2640"/>
                    <a:pt x="3446" y="2661"/>
                  </a:cubicBezTo>
                  <a:cubicBezTo>
                    <a:pt x="3293" y="2757"/>
                    <a:pt x="3178" y="2872"/>
                    <a:pt x="3082" y="3025"/>
                  </a:cubicBezTo>
                  <a:cubicBezTo>
                    <a:pt x="3044" y="3063"/>
                    <a:pt x="3063" y="3140"/>
                    <a:pt x="3121" y="3178"/>
                  </a:cubicBezTo>
                  <a:cubicBezTo>
                    <a:pt x="3140" y="3216"/>
                    <a:pt x="3159" y="3216"/>
                    <a:pt x="3178" y="3216"/>
                  </a:cubicBezTo>
                  <a:cubicBezTo>
                    <a:pt x="3235" y="3216"/>
                    <a:pt x="3255" y="3178"/>
                    <a:pt x="3274" y="3178"/>
                  </a:cubicBezTo>
                  <a:cubicBezTo>
                    <a:pt x="3369" y="3044"/>
                    <a:pt x="3465" y="2949"/>
                    <a:pt x="3599" y="2853"/>
                  </a:cubicBezTo>
                  <a:cubicBezTo>
                    <a:pt x="3637" y="2795"/>
                    <a:pt x="3657" y="2738"/>
                    <a:pt x="3618" y="2681"/>
                  </a:cubicBezTo>
                  <a:cubicBezTo>
                    <a:pt x="3582" y="2656"/>
                    <a:pt x="3546" y="2632"/>
                    <a:pt x="3509" y="2632"/>
                  </a:cubicBezTo>
                  <a:close/>
                  <a:moveTo>
                    <a:pt x="6423" y="2867"/>
                  </a:moveTo>
                  <a:cubicBezTo>
                    <a:pt x="6413" y="2867"/>
                    <a:pt x="6404" y="2869"/>
                    <a:pt x="6394" y="2872"/>
                  </a:cubicBezTo>
                  <a:cubicBezTo>
                    <a:pt x="6317" y="2891"/>
                    <a:pt x="6279" y="2949"/>
                    <a:pt x="6298" y="3025"/>
                  </a:cubicBezTo>
                  <a:cubicBezTo>
                    <a:pt x="6317" y="3216"/>
                    <a:pt x="6394" y="3370"/>
                    <a:pt x="6470" y="3504"/>
                  </a:cubicBezTo>
                  <a:cubicBezTo>
                    <a:pt x="6489" y="3523"/>
                    <a:pt x="6509" y="3542"/>
                    <a:pt x="6566" y="3542"/>
                  </a:cubicBezTo>
                  <a:lnTo>
                    <a:pt x="6623" y="3542"/>
                  </a:lnTo>
                  <a:cubicBezTo>
                    <a:pt x="6700" y="3484"/>
                    <a:pt x="6700" y="3427"/>
                    <a:pt x="6681" y="3370"/>
                  </a:cubicBezTo>
                  <a:cubicBezTo>
                    <a:pt x="6623" y="3274"/>
                    <a:pt x="6566" y="3140"/>
                    <a:pt x="6528" y="2968"/>
                  </a:cubicBezTo>
                  <a:cubicBezTo>
                    <a:pt x="6512" y="2904"/>
                    <a:pt x="6470" y="2867"/>
                    <a:pt x="6423" y="2867"/>
                  </a:cubicBezTo>
                  <a:close/>
                  <a:moveTo>
                    <a:pt x="7269" y="3270"/>
                  </a:moveTo>
                  <a:cubicBezTo>
                    <a:pt x="7217" y="3270"/>
                    <a:pt x="7159" y="3320"/>
                    <a:pt x="7159" y="3370"/>
                  </a:cubicBezTo>
                  <a:cubicBezTo>
                    <a:pt x="7159" y="3427"/>
                    <a:pt x="7140" y="3465"/>
                    <a:pt x="7083" y="3504"/>
                  </a:cubicBezTo>
                  <a:cubicBezTo>
                    <a:pt x="7006" y="3542"/>
                    <a:pt x="6968" y="3561"/>
                    <a:pt x="6910" y="3561"/>
                  </a:cubicBezTo>
                  <a:cubicBezTo>
                    <a:pt x="6853" y="3561"/>
                    <a:pt x="6796" y="3618"/>
                    <a:pt x="6796" y="3695"/>
                  </a:cubicBezTo>
                  <a:cubicBezTo>
                    <a:pt x="6796" y="3752"/>
                    <a:pt x="6853" y="3810"/>
                    <a:pt x="6910" y="3810"/>
                  </a:cubicBezTo>
                  <a:cubicBezTo>
                    <a:pt x="7006" y="3810"/>
                    <a:pt x="7140" y="3791"/>
                    <a:pt x="7236" y="3695"/>
                  </a:cubicBezTo>
                  <a:cubicBezTo>
                    <a:pt x="7332" y="3618"/>
                    <a:pt x="7370" y="3523"/>
                    <a:pt x="7389" y="3427"/>
                  </a:cubicBezTo>
                  <a:cubicBezTo>
                    <a:pt x="7427" y="3350"/>
                    <a:pt x="7370" y="3274"/>
                    <a:pt x="7293" y="3274"/>
                  </a:cubicBezTo>
                  <a:cubicBezTo>
                    <a:pt x="7286" y="3271"/>
                    <a:pt x="7278" y="3270"/>
                    <a:pt x="7269" y="3270"/>
                  </a:cubicBezTo>
                  <a:close/>
                  <a:moveTo>
                    <a:pt x="2902" y="3392"/>
                  </a:moveTo>
                  <a:cubicBezTo>
                    <a:pt x="2851" y="3392"/>
                    <a:pt x="2809" y="3419"/>
                    <a:pt x="2795" y="3446"/>
                  </a:cubicBezTo>
                  <a:cubicBezTo>
                    <a:pt x="2738" y="3599"/>
                    <a:pt x="2661" y="3752"/>
                    <a:pt x="2604" y="3906"/>
                  </a:cubicBezTo>
                  <a:cubicBezTo>
                    <a:pt x="2585" y="3944"/>
                    <a:pt x="2604" y="4020"/>
                    <a:pt x="2680" y="4040"/>
                  </a:cubicBezTo>
                  <a:lnTo>
                    <a:pt x="2738" y="4040"/>
                  </a:lnTo>
                  <a:cubicBezTo>
                    <a:pt x="2776" y="4040"/>
                    <a:pt x="2814" y="4020"/>
                    <a:pt x="2834" y="4001"/>
                  </a:cubicBezTo>
                  <a:cubicBezTo>
                    <a:pt x="2872" y="3848"/>
                    <a:pt x="2948" y="3714"/>
                    <a:pt x="3025" y="3561"/>
                  </a:cubicBezTo>
                  <a:cubicBezTo>
                    <a:pt x="3044" y="3504"/>
                    <a:pt x="3025" y="3427"/>
                    <a:pt x="2968" y="3408"/>
                  </a:cubicBezTo>
                  <a:cubicBezTo>
                    <a:pt x="2945" y="3397"/>
                    <a:pt x="2923" y="3392"/>
                    <a:pt x="2902" y="3392"/>
                  </a:cubicBezTo>
                  <a:close/>
                  <a:moveTo>
                    <a:pt x="2642" y="4269"/>
                  </a:moveTo>
                  <a:cubicBezTo>
                    <a:pt x="2566" y="4269"/>
                    <a:pt x="2508" y="4288"/>
                    <a:pt x="2489" y="4365"/>
                  </a:cubicBezTo>
                  <a:cubicBezTo>
                    <a:pt x="2470" y="4518"/>
                    <a:pt x="2451" y="4690"/>
                    <a:pt x="2451" y="4863"/>
                  </a:cubicBezTo>
                  <a:cubicBezTo>
                    <a:pt x="2451" y="4939"/>
                    <a:pt x="2489" y="4977"/>
                    <a:pt x="2566" y="4977"/>
                  </a:cubicBezTo>
                  <a:cubicBezTo>
                    <a:pt x="2604" y="4977"/>
                    <a:pt x="2680" y="4939"/>
                    <a:pt x="2680" y="4863"/>
                  </a:cubicBezTo>
                  <a:cubicBezTo>
                    <a:pt x="2680" y="4709"/>
                    <a:pt x="2700" y="4556"/>
                    <a:pt x="2738" y="4403"/>
                  </a:cubicBezTo>
                  <a:cubicBezTo>
                    <a:pt x="2738" y="4327"/>
                    <a:pt x="2700" y="4288"/>
                    <a:pt x="2642" y="4269"/>
                  </a:cubicBezTo>
                  <a:close/>
                  <a:moveTo>
                    <a:pt x="2566" y="5245"/>
                  </a:moveTo>
                  <a:cubicBezTo>
                    <a:pt x="2508" y="5245"/>
                    <a:pt x="2470" y="5284"/>
                    <a:pt x="2470" y="5360"/>
                  </a:cubicBezTo>
                  <a:cubicBezTo>
                    <a:pt x="2470" y="5513"/>
                    <a:pt x="2489" y="5666"/>
                    <a:pt x="2546" y="5839"/>
                  </a:cubicBezTo>
                  <a:cubicBezTo>
                    <a:pt x="2566" y="5896"/>
                    <a:pt x="2604" y="5934"/>
                    <a:pt x="2661" y="5934"/>
                  </a:cubicBezTo>
                  <a:cubicBezTo>
                    <a:pt x="2738" y="5915"/>
                    <a:pt x="2776" y="5858"/>
                    <a:pt x="2757" y="5800"/>
                  </a:cubicBezTo>
                  <a:cubicBezTo>
                    <a:pt x="2738" y="5647"/>
                    <a:pt x="2700" y="5475"/>
                    <a:pt x="2680" y="5341"/>
                  </a:cubicBezTo>
                  <a:cubicBezTo>
                    <a:pt x="2680" y="5284"/>
                    <a:pt x="2642" y="5245"/>
                    <a:pt x="2566" y="5245"/>
                  </a:cubicBezTo>
                  <a:close/>
                  <a:moveTo>
                    <a:pt x="2123" y="6102"/>
                  </a:moveTo>
                  <a:cubicBezTo>
                    <a:pt x="2112" y="6102"/>
                    <a:pt x="2100" y="6103"/>
                    <a:pt x="2087" y="6107"/>
                  </a:cubicBezTo>
                  <a:cubicBezTo>
                    <a:pt x="1915" y="6126"/>
                    <a:pt x="1781" y="6202"/>
                    <a:pt x="1609" y="6279"/>
                  </a:cubicBezTo>
                  <a:cubicBezTo>
                    <a:pt x="1551" y="6317"/>
                    <a:pt x="1532" y="6394"/>
                    <a:pt x="1551" y="6432"/>
                  </a:cubicBezTo>
                  <a:cubicBezTo>
                    <a:pt x="1551" y="6490"/>
                    <a:pt x="1609" y="6509"/>
                    <a:pt x="1647" y="6509"/>
                  </a:cubicBezTo>
                  <a:cubicBezTo>
                    <a:pt x="1685" y="6509"/>
                    <a:pt x="1704" y="6509"/>
                    <a:pt x="1704" y="6490"/>
                  </a:cubicBezTo>
                  <a:cubicBezTo>
                    <a:pt x="1838" y="6432"/>
                    <a:pt x="1991" y="6375"/>
                    <a:pt x="2125" y="6336"/>
                  </a:cubicBezTo>
                  <a:cubicBezTo>
                    <a:pt x="2202" y="6317"/>
                    <a:pt x="2259" y="6279"/>
                    <a:pt x="2221" y="6202"/>
                  </a:cubicBezTo>
                  <a:cubicBezTo>
                    <a:pt x="2205" y="6139"/>
                    <a:pt x="2176" y="6102"/>
                    <a:pt x="2123" y="6102"/>
                  </a:cubicBezTo>
                  <a:close/>
                  <a:moveTo>
                    <a:pt x="2585" y="6049"/>
                  </a:moveTo>
                  <a:cubicBezTo>
                    <a:pt x="2546" y="6049"/>
                    <a:pt x="2470" y="6126"/>
                    <a:pt x="2470" y="6164"/>
                  </a:cubicBezTo>
                  <a:cubicBezTo>
                    <a:pt x="2470" y="6222"/>
                    <a:pt x="2508" y="6298"/>
                    <a:pt x="2585" y="6298"/>
                  </a:cubicBezTo>
                  <a:cubicBezTo>
                    <a:pt x="2642" y="6317"/>
                    <a:pt x="2661" y="6317"/>
                    <a:pt x="2700" y="6317"/>
                  </a:cubicBezTo>
                  <a:cubicBezTo>
                    <a:pt x="2757" y="6470"/>
                    <a:pt x="2834" y="6604"/>
                    <a:pt x="2891" y="6758"/>
                  </a:cubicBezTo>
                  <a:cubicBezTo>
                    <a:pt x="2891" y="6796"/>
                    <a:pt x="2948" y="6815"/>
                    <a:pt x="2987" y="6815"/>
                  </a:cubicBezTo>
                  <a:lnTo>
                    <a:pt x="3044" y="6815"/>
                  </a:lnTo>
                  <a:cubicBezTo>
                    <a:pt x="3082" y="6777"/>
                    <a:pt x="3121" y="6700"/>
                    <a:pt x="3082" y="6643"/>
                  </a:cubicBezTo>
                  <a:cubicBezTo>
                    <a:pt x="3044" y="6585"/>
                    <a:pt x="2987" y="6490"/>
                    <a:pt x="2968" y="6413"/>
                  </a:cubicBezTo>
                  <a:lnTo>
                    <a:pt x="2987" y="6413"/>
                  </a:lnTo>
                  <a:cubicBezTo>
                    <a:pt x="3005" y="6417"/>
                    <a:pt x="3023" y="6420"/>
                    <a:pt x="3040" y="6420"/>
                  </a:cubicBezTo>
                  <a:cubicBezTo>
                    <a:pt x="3096" y="6420"/>
                    <a:pt x="3144" y="6395"/>
                    <a:pt x="3159" y="6336"/>
                  </a:cubicBezTo>
                  <a:cubicBezTo>
                    <a:pt x="3178" y="6260"/>
                    <a:pt x="3159" y="6202"/>
                    <a:pt x="3082" y="6164"/>
                  </a:cubicBezTo>
                  <a:cubicBezTo>
                    <a:pt x="2929" y="6107"/>
                    <a:pt x="2757" y="6068"/>
                    <a:pt x="2585" y="6049"/>
                  </a:cubicBezTo>
                  <a:close/>
                  <a:moveTo>
                    <a:pt x="1269" y="6531"/>
                  </a:moveTo>
                  <a:cubicBezTo>
                    <a:pt x="1245" y="6531"/>
                    <a:pt x="1223" y="6542"/>
                    <a:pt x="1207" y="6566"/>
                  </a:cubicBezTo>
                  <a:cubicBezTo>
                    <a:pt x="1073" y="6662"/>
                    <a:pt x="958" y="6777"/>
                    <a:pt x="843" y="6891"/>
                  </a:cubicBezTo>
                  <a:cubicBezTo>
                    <a:pt x="786" y="6949"/>
                    <a:pt x="786" y="7006"/>
                    <a:pt x="843" y="7064"/>
                  </a:cubicBezTo>
                  <a:cubicBezTo>
                    <a:pt x="862" y="7083"/>
                    <a:pt x="881" y="7083"/>
                    <a:pt x="900" y="7083"/>
                  </a:cubicBezTo>
                  <a:cubicBezTo>
                    <a:pt x="939" y="7083"/>
                    <a:pt x="958" y="7083"/>
                    <a:pt x="1015" y="7064"/>
                  </a:cubicBezTo>
                  <a:cubicBezTo>
                    <a:pt x="1111" y="6949"/>
                    <a:pt x="1226" y="6853"/>
                    <a:pt x="1341" y="6758"/>
                  </a:cubicBezTo>
                  <a:cubicBezTo>
                    <a:pt x="1398" y="6700"/>
                    <a:pt x="1417" y="6624"/>
                    <a:pt x="1360" y="6585"/>
                  </a:cubicBezTo>
                  <a:cubicBezTo>
                    <a:pt x="1337" y="6552"/>
                    <a:pt x="1302" y="6531"/>
                    <a:pt x="1269" y="6531"/>
                  </a:cubicBezTo>
                  <a:close/>
                  <a:moveTo>
                    <a:pt x="3436" y="6480"/>
                  </a:moveTo>
                  <a:cubicBezTo>
                    <a:pt x="3408" y="6480"/>
                    <a:pt x="3379" y="6490"/>
                    <a:pt x="3350" y="6509"/>
                  </a:cubicBezTo>
                  <a:cubicBezTo>
                    <a:pt x="3293" y="6566"/>
                    <a:pt x="3293" y="6624"/>
                    <a:pt x="3350" y="6681"/>
                  </a:cubicBezTo>
                  <a:cubicBezTo>
                    <a:pt x="3446" y="6777"/>
                    <a:pt x="3523" y="6911"/>
                    <a:pt x="3561" y="7045"/>
                  </a:cubicBezTo>
                  <a:cubicBezTo>
                    <a:pt x="3599" y="7083"/>
                    <a:pt x="3637" y="7102"/>
                    <a:pt x="3695" y="7102"/>
                  </a:cubicBezTo>
                  <a:lnTo>
                    <a:pt x="3733" y="7102"/>
                  </a:lnTo>
                  <a:cubicBezTo>
                    <a:pt x="3791" y="7083"/>
                    <a:pt x="3829" y="7045"/>
                    <a:pt x="3810" y="6968"/>
                  </a:cubicBezTo>
                  <a:cubicBezTo>
                    <a:pt x="3733" y="6796"/>
                    <a:pt x="3637" y="6624"/>
                    <a:pt x="3523" y="6509"/>
                  </a:cubicBezTo>
                  <a:cubicBezTo>
                    <a:pt x="3494" y="6490"/>
                    <a:pt x="3465" y="6480"/>
                    <a:pt x="3436" y="6480"/>
                  </a:cubicBezTo>
                  <a:close/>
                  <a:moveTo>
                    <a:pt x="3244" y="6986"/>
                  </a:moveTo>
                  <a:cubicBezTo>
                    <a:pt x="3221" y="6986"/>
                    <a:pt x="3198" y="6993"/>
                    <a:pt x="3178" y="7006"/>
                  </a:cubicBezTo>
                  <a:cubicBezTo>
                    <a:pt x="3140" y="7064"/>
                    <a:pt x="3121" y="7140"/>
                    <a:pt x="3159" y="7179"/>
                  </a:cubicBezTo>
                  <a:cubicBezTo>
                    <a:pt x="3274" y="7332"/>
                    <a:pt x="3446" y="7485"/>
                    <a:pt x="3618" y="7523"/>
                  </a:cubicBezTo>
                  <a:cubicBezTo>
                    <a:pt x="3657" y="7523"/>
                    <a:pt x="3733" y="7466"/>
                    <a:pt x="3752" y="7389"/>
                  </a:cubicBezTo>
                  <a:cubicBezTo>
                    <a:pt x="3752" y="7351"/>
                    <a:pt x="3714" y="7274"/>
                    <a:pt x="3637" y="7274"/>
                  </a:cubicBezTo>
                  <a:cubicBezTo>
                    <a:pt x="3618" y="7274"/>
                    <a:pt x="3523" y="7236"/>
                    <a:pt x="3350" y="7045"/>
                  </a:cubicBezTo>
                  <a:cubicBezTo>
                    <a:pt x="3326" y="7008"/>
                    <a:pt x="3285" y="6986"/>
                    <a:pt x="3244" y="6986"/>
                  </a:cubicBezTo>
                  <a:close/>
                  <a:moveTo>
                    <a:pt x="626" y="7201"/>
                  </a:moveTo>
                  <a:cubicBezTo>
                    <a:pt x="591" y="7201"/>
                    <a:pt x="551" y="7222"/>
                    <a:pt x="518" y="7255"/>
                  </a:cubicBezTo>
                  <a:cubicBezTo>
                    <a:pt x="498" y="7293"/>
                    <a:pt x="479" y="7332"/>
                    <a:pt x="460" y="7351"/>
                  </a:cubicBezTo>
                  <a:cubicBezTo>
                    <a:pt x="364" y="7466"/>
                    <a:pt x="288" y="7561"/>
                    <a:pt x="230" y="7676"/>
                  </a:cubicBezTo>
                  <a:cubicBezTo>
                    <a:pt x="211" y="7753"/>
                    <a:pt x="230" y="7829"/>
                    <a:pt x="288" y="7849"/>
                  </a:cubicBezTo>
                  <a:cubicBezTo>
                    <a:pt x="288" y="7868"/>
                    <a:pt x="307" y="7868"/>
                    <a:pt x="345" y="7868"/>
                  </a:cubicBezTo>
                  <a:cubicBezTo>
                    <a:pt x="384" y="7868"/>
                    <a:pt x="403" y="7849"/>
                    <a:pt x="460" y="7772"/>
                  </a:cubicBezTo>
                  <a:cubicBezTo>
                    <a:pt x="498" y="7657"/>
                    <a:pt x="575" y="7561"/>
                    <a:pt x="652" y="7466"/>
                  </a:cubicBezTo>
                  <a:lnTo>
                    <a:pt x="709" y="7389"/>
                  </a:lnTo>
                  <a:cubicBezTo>
                    <a:pt x="766" y="7351"/>
                    <a:pt x="747" y="7274"/>
                    <a:pt x="690" y="7236"/>
                  </a:cubicBezTo>
                  <a:cubicBezTo>
                    <a:pt x="674" y="7212"/>
                    <a:pt x="651" y="7201"/>
                    <a:pt x="626" y="7201"/>
                  </a:cubicBezTo>
                  <a:close/>
                  <a:moveTo>
                    <a:pt x="192" y="8040"/>
                  </a:moveTo>
                  <a:cubicBezTo>
                    <a:pt x="116" y="8040"/>
                    <a:pt x="77" y="8059"/>
                    <a:pt x="58" y="8136"/>
                  </a:cubicBezTo>
                  <a:cubicBezTo>
                    <a:pt x="20" y="8308"/>
                    <a:pt x="1" y="8442"/>
                    <a:pt x="1" y="8595"/>
                  </a:cubicBezTo>
                  <a:lnTo>
                    <a:pt x="1" y="8672"/>
                  </a:lnTo>
                  <a:cubicBezTo>
                    <a:pt x="1" y="8729"/>
                    <a:pt x="58" y="8786"/>
                    <a:pt x="116" y="8786"/>
                  </a:cubicBezTo>
                  <a:cubicBezTo>
                    <a:pt x="192" y="8786"/>
                    <a:pt x="250" y="8729"/>
                    <a:pt x="250" y="8614"/>
                  </a:cubicBezTo>
                  <a:lnTo>
                    <a:pt x="250" y="8576"/>
                  </a:lnTo>
                  <a:cubicBezTo>
                    <a:pt x="250" y="8442"/>
                    <a:pt x="269" y="8308"/>
                    <a:pt x="288" y="8193"/>
                  </a:cubicBezTo>
                  <a:cubicBezTo>
                    <a:pt x="288" y="8116"/>
                    <a:pt x="269" y="8059"/>
                    <a:pt x="192" y="8040"/>
                  </a:cubicBezTo>
                  <a:close/>
                  <a:moveTo>
                    <a:pt x="177" y="9012"/>
                  </a:moveTo>
                  <a:cubicBezTo>
                    <a:pt x="170" y="9012"/>
                    <a:pt x="162" y="9013"/>
                    <a:pt x="154" y="9016"/>
                  </a:cubicBezTo>
                  <a:cubicBezTo>
                    <a:pt x="96" y="9054"/>
                    <a:pt x="58" y="9093"/>
                    <a:pt x="77" y="9169"/>
                  </a:cubicBezTo>
                  <a:cubicBezTo>
                    <a:pt x="116" y="9303"/>
                    <a:pt x="192" y="9475"/>
                    <a:pt x="269" y="9629"/>
                  </a:cubicBezTo>
                  <a:cubicBezTo>
                    <a:pt x="269" y="9667"/>
                    <a:pt x="307" y="9686"/>
                    <a:pt x="364" y="9686"/>
                  </a:cubicBezTo>
                  <a:lnTo>
                    <a:pt x="403" y="9686"/>
                  </a:lnTo>
                  <a:cubicBezTo>
                    <a:pt x="460" y="9648"/>
                    <a:pt x="479" y="9571"/>
                    <a:pt x="460" y="9533"/>
                  </a:cubicBezTo>
                  <a:cubicBezTo>
                    <a:pt x="384" y="9380"/>
                    <a:pt x="345" y="9246"/>
                    <a:pt x="288" y="9093"/>
                  </a:cubicBezTo>
                  <a:cubicBezTo>
                    <a:pt x="271" y="9060"/>
                    <a:pt x="226" y="9012"/>
                    <a:pt x="177" y="9012"/>
                  </a:cubicBezTo>
                  <a:close/>
                  <a:moveTo>
                    <a:pt x="608" y="9858"/>
                  </a:moveTo>
                  <a:cubicBezTo>
                    <a:pt x="588" y="9858"/>
                    <a:pt x="569" y="9864"/>
                    <a:pt x="556" y="9877"/>
                  </a:cubicBezTo>
                  <a:cubicBezTo>
                    <a:pt x="498" y="9935"/>
                    <a:pt x="479" y="10011"/>
                    <a:pt x="537" y="10050"/>
                  </a:cubicBezTo>
                  <a:cubicBezTo>
                    <a:pt x="632" y="10165"/>
                    <a:pt x="728" y="10318"/>
                    <a:pt x="843" y="10432"/>
                  </a:cubicBezTo>
                  <a:cubicBezTo>
                    <a:pt x="862" y="10452"/>
                    <a:pt x="900" y="10490"/>
                    <a:pt x="939" y="10490"/>
                  </a:cubicBezTo>
                  <a:cubicBezTo>
                    <a:pt x="958" y="10490"/>
                    <a:pt x="977" y="10452"/>
                    <a:pt x="1015" y="10432"/>
                  </a:cubicBezTo>
                  <a:cubicBezTo>
                    <a:pt x="1053" y="10394"/>
                    <a:pt x="1053" y="10318"/>
                    <a:pt x="1015" y="10260"/>
                  </a:cubicBezTo>
                  <a:lnTo>
                    <a:pt x="728" y="9916"/>
                  </a:lnTo>
                  <a:cubicBezTo>
                    <a:pt x="691" y="9879"/>
                    <a:pt x="646" y="9858"/>
                    <a:pt x="608" y="9858"/>
                  </a:cubicBezTo>
                  <a:close/>
                  <a:moveTo>
                    <a:pt x="1262" y="10595"/>
                  </a:moveTo>
                  <a:cubicBezTo>
                    <a:pt x="1231" y="10595"/>
                    <a:pt x="1197" y="10605"/>
                    <a:pt x="1168" y="10624"/>
                  </a:cubicBezTo>
                  <a:cubicBezTo>
                    <a:pt x="1130" y="10662"/>
                    <a:pt x="1130" y="10739"/>
                    <a:pt x="1168" y="10796"/>
                  </a:cubicBezTo>
                  <a:cubicBezTo>
                    <a:pt x="1302" y="10911"/>
                    <a:pt x="1436" y="11007"/>
                    <a:pt x="1551" y="11102"/>
                  </a:cubicBezTo>
                  <a:cubicBezTo>
                    <a:pt x="1570" y="11122"/>
                    <a:pt x="1609" y="11122"/>
                    <a:pt x="1628" y="11122"/>
                  </a:cubicBezTo>
                  <a:cubicBezTo>
                    <a:pt x="1685" y="11122"/>
                    <a:pt x="1704" y="11102"/>
                    <a:pt x="1723" y="11083"/>
                  </a:cubicBezTo>
                  <a:cubicBezTo>
                    <a:pt x="1781" y="11026"/>
                    <a:pt x="1743" y="10949"/>
                    <a:pt x="1704" y="10911"/>
                  </a:cubicBezTo>
                  <a:cubicBezTo>
                    <a:pt x="1589" y="10834"/>
                    <a:pt x="1455" y="10720"/>
                    <a:pt x="1341" y="10624"/>
                  </a:cubicBezTo>
                  <a:cubicBezTo>
                    <a:pt x="1321" y="10605"/>
                    <a:pt x="1293" y="10595"/>
                    <a:pt x="1262" y="1059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3" name="Shape 213"/>
        <p:cNvGrpSpPr/>
        <p:nvPr/>
      </p:nvGrpSpPr>
      <p:grpSpPr>
        <a:xfrm>
          <a:off x="0" y="0"/>
          <a:ext cx="0" cy="0"/>
          <a:chOff x="0" y="0"/>
          <a:chExt cx="0" cy="0"/>
        </a:xfrm>
      </p:grpSpPr>
      <p:sp>
        <p:nvSpPr>
          <p:cNvPr id="214" name="Google Shape;214;p7"/>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15" name="Google Shape;215;p7"/>
          <p:cNvGrpSpPr/>
          <p:nvPr/>
        </p:nvGrpSpPr>
        <p:grpSpPr>
          <a:xfrm rot="10800000">
            <a:off x="250893" y="4106409"/>
            <a:ext cx="2285724" cy="820018"/>
            <a:chOff x="6746543" y="114659"/>
            <a:chExt cx="2285724" cy="820018"/>
          </a:xfrm>
        </p:grpSpPr>
        <p:sp>
          <p:nvSpPr>
            <p:cNvPr id="216" name="Google Shape;216;p7"/>
            <p:cNvSpPr/>
            <p:nvPr/>
          </p:nvSpPr>
          <p:spPr>
            <a:xfrm>
              <a:off x="8716862" y="836875"/>
              <a:ext cx="97861" cy="97803"/>
            </a:xfrm>
            <a:custGeom>
              <a:rect b="b" l="l" r="r" t="t"/>
              <a:pathLst>
                <a:path extrusionOk="0" h="1666" w="1667">
                  <a:moveTo>
                    <a:pt x="843" y="249"/>
                  </a:moveTo>
                  <a:cubicBezTo>
                    <a:pt x="996" y="249"/>
                    <a:pt x="1149" y="288"/>
                    <a:pt x="1245" y="441"/>
                  </a:cubicBezTo>
                  <a:cubicBezTo>
                    <a:pt x="1360" y="537"/>
                    <a:pt x="1417" y="671"/>
                    <a:pt x="1417" y="843"/>
                  </a:cubicBezTo>
                  <a:cubicBezTo>
                    <a:pt x="1417" y="1149"/>
                    <a:pt x="1130" y="1417"/>
                    <a:pt x="805" y="1417"/>
                  </a:cubicBezTo>
                  <a:cubicBezTo>
                    <a:pt x="499" y="1417"/>
                    <a:pt x="231" y="1149"/>
                    <a:pt x="231" y="824"/>
                  </a:cubicBezTo>
                  <a:cubicBezTo>
                    <a:pt x="231" y="517"/>
                    <a:pt x="499" y="249"/>
                    <a:pt x="843" y="249"/>
                  </a:cubicBezTo>
                  <a:close/>
                  <a:moveTo>
                    <a:pt x="843" y="1"/>
                  </a:moveTo>
                  <a:cubicBezTo>
                    <a:pt x="384" y="1"/>
                    <a:pt x="1" y="364"/>
                    <a:pt x="1" y="824"/>
                  </a:cubicBezTo>
                  <a:cubicBezTo>
                    <a:pt x="1" y="1283"/>
                    <a:pt x="384" y="1666"/>
                    <a:pt x="843" y="1666"/>
                  </a:cubicBezTo>
                  <a:cubicBezTo>
                    <a:pt x="1283" y="1666"/>
                    <a:pt x="1647" y="1283"/>
                    <a:pt x="1666" y="824"/>
                  </a:cubicBezTo>
                  <a:cubicBezTo>
                    <a:pt x="1666" y="613"/>
                    <a:pt x="1571" y="422"/>
                    <a:pt x="1437" y="249"/>
                  </a:cubicBezTo>
                  <a:cubicBezTo>
                    <a:pt x="1264" y="96"/>
                    <a:pt x="1054"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rot="3452380">
              <a:off x="8515211" y="268924"/>
              <a:ext cx="98917" cy="96686"/>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rot="3452380">
              <a:off x="7658478" y="156216"/>
              <a:ext cx="215797" cy="213625"/>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9" name="Google Shape;219;p7"/>
            <p:cNvGrpSpPr/>
            <p:nvPr/>
          </p:nvGrpSpPr>
          <p:grpSpPr>
            <a:xfrm>
              <a:off x="8904114" y="197268"/>
              <a:ext cx="128153" cy="131499"/>
              <a:chOff x="4915051" y="3921555"/>
              <a:chExt cx="128153" cy="131499"/>
            </a:xfrm>
          </p:grpSpPr>
          <p:sp>
            <p:nvSpPr>
              <p:cNvPr id="220" name="Google Shape;220;p7"/>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7"/>
            <p:cNvSpPr/>
            <p:nvPr/>
          </p:nvSpPr>
          <p:spPr>
            <a:xfrm>
              <a:off x="6746543" y="143515"/>
              <a:ext cx="155157" cy="157388"/>
            </a:xfrm>
            <a:custGeom>
              <a:rect b="b" l="l" r="r" t="t"/>
              <a:pathLst>
                <a:path extrusionOk="0" h="2681" w="2643">
                  <a:moveTo>
                    <a:pt x="1398" y="307"/>
                  </a:moveTo>
                  <a:cubicBezTo>
                    <a:pt x="1436" y="403"/>
                    <a:pt x="1475" y="575"/>
                    <a:pt x="1494" y="671"/>
                  </a:cubicBezTo>
                  <a:cubicBezTo>
                    <a:pt x="1570" y="958"/>
                    <a:pt x="1589" y="1015"/>
                    <a:pt x="1628" y="1053"/>
                  </a:cubicBezTo>
                  <a:cubicBezTo>
                    <a:pt x="1666" y="1111"/>
                    <a:pt x="1723" y="1130"/>
                    <a:pt x="1972" y="1226"/>
                  </a:cubicBezTo>
                  <a:cubicBezTo>
                    <a:pt x="2068" y="1245"/>
                    <a:pt x="2221" y="1302"/>
                    <a:pt x="2317" y="1341"/>
                  </a:cubicBezTo>
                  <a:cubicBezTo>
                    <a:pt x="2164" y="1417"/>
                    <a:pt x="1934" y="1513"/>
                    <a:pt x="1723" y="1589"/>
                  </a:cubicBezTo>
                  <a:lnTo>
                    <a:pt x="1647" y="1647"/>
                  </a:lnTo>
                  <a:cubicBezTo>
                    <a:pt x="1551" y="1915"/>
                    <a:pt x="1436" y="2183"/>
                    <a:pt x="1341" y="2355"/>
                  </a:cubicBezTo>
                  <a:cubicBezTo>
                    <a:pt x="1264" y="2183"/>
                    <a:pt x="1188" y="1896"/>
                    <a:pt x="1130" y="1628"/>
                  </a:cubicBezTo>
                  <a:cubicBezTo>
                    <a:pt x="1092" y="1589"/>
                    <a:pt x="1073" y="1532"/>
                    <a:pt x="1034" y="1532"/>
                  </a:cubicBezTo>
                  <a:cubicBezTo>
                    <a:pt x="786" y="1513"/>
                    <a:pt x="498" y="1436"/>
                    <a:pt x="326" y="1398"/>
                  </a:cubicBezTo>
                  <a:cubicBezTo>
                    <a:pt x="498" y="1302"/>
                    <a:pt x="805" y="1149"/>
                    <a:pt x="1073" y="1015"/>
                  </a:cubicBezTo>
                  <a:cubicBezTo>
                    <a:pt x="1092" y="977"/>
                    <a:pt x="1149" y="958"/>
                    <a:pt x="1149" y="939"/>
                  </a:cubicBezTo>
                  <a:cubicBezTo>
                    <a:pt x="1226" y="728"/>
                    <a:pt x="1341" y="460"/>
                    <a:pt x="1398" y="307"/>
                  </a:cubicBezTo>
                  <a:close/>
                  <a:moveTo>
                    <a:pt x="1436" y="1"/>
                  </a:moveTo>
                  <a:cubicBezTo>
                    <a:pt x="1360" y="1"/>
                    <a:pt x="1245" y="1"/>
                    <a:pt x="920" y="843"/>
                  </a:cubicBezTo>
                  <a:cubicBezTo>
                    <a:pt x="39" y="1187"/>
                    <a:pt x="20" y="1321"/>
                    <a:pt x="1" y="1360"/>
                  </a:cubicBezTo>
                  <a:cubicBezTo>
                    <a:pt x="1" y="1398"/>
                    <a:pt x="1" y="1455"/>
                    <a:pt x="20" y="1494"/>
                  </a:cubicBezTo>
                  <a:cubicBezTo>
                    <a:pt x="39" y="1513"/>
                    <a:pt x="116" y="1609"/>
                    <a:pt x="900" y="1743"/>
                  </a:cubicBezTo>
                  <a:cubicBezTo>
                    <a:pt x="1149" y="2680"/>
                    <a:pt x="1226" y="2680"/>
                    <a:pt x="1302" y="2680"/>
                  </a:cubicBezTo>
                  <a:cubicBezTo>
                    <a:pt x="1417" y="2680"/>
                    <a:pt x="1475" y="2680"/>
                    <a:pt x="1838" y="1819"/>
                  </a:cubicBezTo>
                  <a:cubicBezTo>
                    <a:pt x="2049" y="1743"/>
                    <a:pt x="2508" y="1570"/>
                    <a:pt x="2604" y="1494"/>
                  </a:cubicBezTo>
                  <a:cubicBezTo>
                    <a:pt x="2623" y="1455"/>
                    <a:pt x="2642" y="1417"/>
                    <a:pt x="2642" y="1360"/>
                  </a:cubicBezTo>
                  <a:cubicBezTo>
                    <a:pt x="2623" y="1245"/>
                    <a:pt x="2508" y="1207"/>
                    <a:pt x="2049" y="1034"/>
                  </a:cubicBezTo>
                  <a:cubicBezTo>
                    <a:pt x="1953" y="977"/>
                    <a:pt x="1857" y="958"/>
                    <a:pt x="1819" y="939"/>
                  </a:cubicBezTo>
                  <a:cubicBezTo>
                    <a:pt x="1781" y="862"/>
                    <a:pt x="1762" y="747"/>
                    <a:pt x="1743" y="651"/>
                  </a:cubicBezTo>
                  <a:cubicBezTo>
                    <a:pt x="1666" y="345"/>
                    <a:pt x="1589" y="116"/>
                    <a:pt x="1551" y="58"/>
                  </a:cubicBezTo>
                  <a:cubicBezTo>
                    <a:pt x="1532" y="20"/>
                    <a:pt x="1475"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 name="Google Shape;226;p7"/>
          <p:cNvSpPr txBox="1"/>
          <p:nvPr>
            <p:ph idx="1" type="subTitle"/>
          </p:nvPr>
        </p:nvSpPr>
        <p:spPr>
          <a:xfrm>
            <a:off x="2077475" y="1391375"/>
            <a:ext cx="4745700" cy="22848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Char char="●"/>
              <a:defRPr sz="1600">
                <a:latin typeface="Assistant"/>
                <a:ea typeface="Assistant"/>
                <a:cs typeface="Assistant"/>
                <a:sym typeface="Assistant"/>
              </a:defRPr>
            </a:lvl1pPr>
            <a:lvl2pPr lvl="1" rtl="0">
              <a:lnSpc>
                <a:spcPct val="100000"/>
              </a:lnSpc>
              <a:spcBef>
                <a:spcPts val="0"/>
              </a:spcBef>
              <a:spcAft>
                <a:spcPts val="0"/>
              </a:spcAft>
              <a:buSzPts val="1600"/>
              <a:buChar char="○"/>
              <a:defRPr sz="1600"/>
            </a:lvl2pPr>
            <a:lvl3pPr lvl="2" rtl="0">
              <a:lnSpc>
                <a:spcPct val="100000"/>
              </a:lnSpc>
              <a:spcBef>
                <a:spcPts val="0"/>
              </a:spcBef>
              <a:spcAft>
                <a:spcPts val="0"/>
              </a:spcAft>
              <a:buSzPts val="1600"/>
              <a:buChar char="■"/>
              <a:defRPr sz="1600"/>
            </a:lvl3pPr>
            <a:lvl4pPr lvl="3" rtl="0">
              <a:lnSpc>
                <a:spcPct val="100000"/>
              </a:lnSpc>
              <a:spcBef>
                <a:spcPts val="0"/>
              </a:spcBef>
              <a:spcAft>
                <a:spcPts val="0"/>
              </a:spcAft>
              <a:buSzPts val="1600"/>
              <a:buChar char="●"/>
              <a:defRPr sz="1600"/>
            </a:lvl4pPr>
            <a:lvl5pPr lvl="4" rtl="0">
              <a:lnSpc>
                <a:spcPct val="100000"/>
              </a:lnSpc>
              <a:spcBef>
                <a:spcPts val="0"/>
              </a:spcBef>
              <a:spcAft>
                <a:spcPts val="0"/>
              </a:spcAft>
              <a:buSzPts val="1600"/>
              <a:buChar char="○"/>
              <a:defRPr sz="1600"/>
            </a:lvl5pPr>
            <a:lvl6pPr lvl="5" rtl="0">
              <a:lnSpc>
                <a:spcPct val="100000"/>
              </a:lnSpc>
              <a:spcBef>
                <a:spcPts val="0"/>
              </a:spcBef>
              <a:spcAft>
                <a:spcPts val="0"/>
              </a:spcAft>
              <a:buSzPts val="1600"/>
              <a:buChar char="■"/>
              <a:defRPr sz="1600"/>
            </a:lvl6pPr>
            <a:lvl7pPr lvl="6" rtl="0">
              <a:lnSpc>
                <a:spcPct val="100000"/>
              </a:lnSpc>
              <a:spcBef>
                <a:spcPts val="0"/>
              </a:spcBef>
              <a:spcAft>
                <a:spcPts val="0"/>
              </a:spcAft>
              <a:buSzPts val="1600"/>
              <a:buChar char="●"/>
              <a:defRPr sz="1600"/>
            </a:lvl7pPr>
            <a:lvl8pPr lvl="7" rtl="0">
              <a:lnSpc>
                <a:spcPct val="100000"/>
              </a:lnSpc>
              <a:spcBef>
                <a:spcPts val="0"/>
              </a:spcBef>
              <a:spcAft>
                <a:spcPts val="0"/>
              </a:spcAft>
              <a:buSzPts val="1600"/>
              <a:buChar char="○"/>
              <a:defRPr sz="1600"/>
            </a:lvl8pPr>
            <a:lvl9pPr lvl="8" rtl="0">
              <a:lnSpc>
                <a:spcPct val="100000"/>
              </a:lnSpc>
              <a:spcBef>
                <a:spcPts val="0"/>
              </a:spcBef>
              <a:spcAft>
                <a:spcPts val="0"/>
              </a:spcAft>
              <a:buSzPts val="1600"/>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7" name="Shape 227"/>
        <p:cNvGrpSpPr/>
        <p:nvPr/>
      </p:nvGrpSpPr>
      <p:grpSpPr>
        <a:xfrm>
          <a:off x="0" y="0"/>
          <a:ext cx="0" cy="0"/>
          <a:chOff x="0" y="0"/>
          <a:chExt cx="0" cy="0"/>
        </a:xfrm>
      </p:grpSpPr>
      <p:sp>
        <p:nvSpPr>
          <p:cNvPr id="228" name="Google Shape;228;p8"/>
          <p:cNvSpPr txBox="1"/>
          <p:nvPr>
            <p:ph type="title"/>
          </p:nvPr>
        </p:nvSpPr>
        <p:spPr>
          <a:xfrm>
            <a:off x="2624288" y="1229025"/>
            <a:ext cx="4458900" cy="1646700"/>
          </a:xfrm>
          <a:prstGeom prst="rect">
            <a:avLst/>
          </a:prstGeom>
        </p:spPr>
        <p:txBody>
          <a:bodyPr anchorCtr="0" anchor="t" bIns="0" lIns="0" spcFirstLastPara="1" rIns="0" wrap="square" tIns="0">
            <a:noAutofit/>
          </a:bodyPr>
          <a:lstStyle>
            <a:lvl1pPr lvl="0" algn="r">
              <a:lnSpc>
                <a:spcPct val="80000"/>
              </a:lnSpc>
              <a:spcBef>
                <a:spcPts val="0"/>
              </a:spcBef>
              <a:spcAft>
                <a:spcPts val="0"/>
              </a:spcAft>
              <a:buSzPts val="4800"/>
              <a:buNone/>
              <a:defRPr sz="67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9" name="Shape 229"/>
        <p:cNvGrpSpPr/>
        <p:nvPr/>
      </p:nvGrpSpPr>
      <p:grpSpPr>
        <a:xfrm>
          <a:off x="0" y="0"/>
          <a:ext cx="0" cy="0"/>
          <a:chOff x="0" y="0"/>
          <a:chExt cx="0" cy="0"/>
        </a:xfrm>
      </p:grpSpPr>
      <p:sp>
        <p:nvSpPr>
          <p:cNvPr id="230" name="Google Shape;230;p9"/>
          <p:cNvSpPr txBox="1"/>
          <p:nvPr>
            <p:ph type="title"/>
          </p:nvPr>
        </p:nvSpPr>
        <p:spPr>
          <a:xfrm>
            <a:off x="3661425" y="1785588"/>
            <a:ext cx="4045200" cy="750600"/>
          </a:xfrm>
          <a:prstGeom prst="rect">
            <a:avLst/>
          </a:prstGeom>
        </p:spPr>
        <p:txBody>
          <a:bodyPr anchorCtr="0" anchor="t" bIns="0" lIns="0" spcFirstLastPara="1" rIns="0" wrap="square" tIns="0">
            <a:noAutofit/>
          </a:bodyPr>
          <a:lstStyle>
            <a:lvl1pPr lvl="0" algn="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31" name="Google Shape;231;p9"/>
          <p:cNvSpPr txBox="1"/>
          <p:nvPr>
            <p:ph idx="1" type="subTitle"/>
          </p:nvPr>
        </p:nvSpPr>
        <p:spPr>
          <a:xfrm>
            <a:off x="3661425" y="2630513"/>
            <a:ext cx="4045200" cy="812400"/>
          </a:xfrm>
          <a:prstGeom prst="rect">
            <a:avLst/>
          </a:prstGeom>
        </p:spPr>
        <p:txBody>
          <a:bodyPr anchorCtr="0" anchor="t" bIns="0" lIns="0" spcFirstLastPara="1" rIns="0" wrap="square" tIns="0">
            <a:noAutofit/>
          </a:bodyPr>
          <a:lstStyle>
            <a:lvl1pPr lvl="0" algn="r">
              <a:lnSpc>
                <a:spcPct val="100000"/>
              </a:lnSpc>
              <a:spcBef>
                <a:spcPts val="0"/>
              </a:spcBef>
              <a:spcAft>
                <a:spcPts val="0"/>
              </a:spcAft>
              <a:buSzPts val="2100"/>
              <a:buNone/>
              <a:defRPr sz="1600">
                <a:latin typeface="Assistant"/>
                <a:ea typeface="Assistant"/>
                <a:cs typeface="Assistant"/>
                <a:sym typeface="Assistan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grpSp>
        <p:nvGrpSpPr>
          <p:cNvPr id="232" name="Google Shape;232;p9"/>
          <p:cNvGrpSpPr/>
          <p:nvPr/>
        </p:nvGrpSpPr>
        <p:grpSpPr>
          <a:xfrm flipH="1" rot="10800000">
            <a:off x="570989" y="765026"/>
            <a:ext cx="128153" cy="131499"/>
            <a:chOff x="4915051" y="3921555"/>
            <a:chExt cx="128153" cy="131499"/>
          </a:xfrm>
        </p:grpSpPr>
        <p:sp>
          <p:nvSpPr>
            <p:cNvPr id="233" name="Google Shape;233;p9"/>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9"/>
          <p:cNvSpPr/>
          <p:nvPr/>
        </p:nvSpPr>
        <p:spPr>
          <a:xfrm flipH="1" rot="10800000">
            <a:off x="404510" y="454576"/>
            <a:ext cx="97803" cy="97803"/>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flipH="1" rot="10800000">
            <a:off x="239124" y="1164653"/>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flipH="1" rot="10800000">
            <a:off x="769046" y="151392"/>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 name="Google Shape;241;p9"/>
          <p:cNvGrpSpPr/>
          <p:nvPr/>
        </p:nvGrpSpPr>
        <p:grpSpPr>
          <a:xfrm>
            <a:off x="271764" y="4356080"/>
            <a:ext cx="773154" cy="349422"/>
            <a:chOff x="6892614" y="3632855"/>
            <a:chExt cx="773154" cy="349422"/>
          </a:xfrm>
        </p:grpSpPr>
        <p:sp>
          <p:nvSpPr>
            <p:cNvPr id="242" name="Google Shape;242;p9"/>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4" name="Shape 244"/>
        <p:cNvGrpSpPr/>
        <p:nvPr/>
      </p:nvGrpSpPr>
      <p:grpSpPr>
        <a:xfrm>
          <a:off x="0" y="0"/>
          <a:ext cx="0" cy="0"/>
          <a:chOff x="0" y="0"/>
          <a:chExt cx="0" cy="0"/>
        </a:xfrm>
      </p:grpSpPr>
      <p:sp>
        <p:nvSpPr>
          <p:cNvPr id="245" name="Google Shape;245;p10"/>
          <p:cNvSpPr txBox="1"/>
          <p:nvPr>
            <p:ph idx="1" type="body"/>
          </p:nvPr>
        </p:nvSpPr>
        <p:spPr>
          <a:xfrm>
            <a:off x="3142575" y="3544825"/>
            <a:ext cx="4717200" cy="949200"/>
          </a:xfrm>
          <a:prstGeom prst="rect">
            <a:avLst/>
          </a:prstGeom>
        </p:spPr>
        <p:txBody>
          <a:bodyPr anchorCtr="0" anchor="t" bIns="0" lIns="0" spcFirstLastPara="1" rIns="0" wrap="square" tIns="0">
            <a:noAutofit/>
          </a:bodyPr>
          <a:lstStyle>
            <a:lvl1pPr indent="-228600" lvl="0" marL="457200" algn="r">
              <a:lnSpc>
                <a:spcPct val="80000"/>
              </a:lnSpc>
              <a:spcBef>
                <a:spcPts val="0"/>
              </a:spcBef>
              <a:spcAft>
                <a:spcPts val="0"/>
              </a:spcAft>
              <a:buSzPts val="1800"/>
              <a:buNone/>
              <a:defRPr sz="3800">
                <a:solidFill>
                  <a:schemeClr val="lt1"/>
                </a:solidFill>
                <a:latin typeface="Grandstander Black"/>
                <a:ea typeface="Grandstander Black"/>
                <a:cs typeface="Grandstander Black"/>
                <a:sym typeface="Grandstander Black"/>
              </a:defRPr>
            </a:lvl1pPr>
          </a:lstStyle>
          <a:p/>
        </p:txBody>
      </p:sp>
      <p:grpSp>
        <p:nvGrpSpPr>
          <p:cNvPr id="246" name="Google Shape;246;p10"/>
          <p:cNvGrpSpPr/>
          <p:nvPr/>
        </p:nvGrpSpPr>
        <p:grpSpPr>
          <a:xfrm rot="1634506">
            <a:off x="8385006" y="2188209"/>
            <a:ext cx="202835" cy="208125"/>
            <a:chOff x="4915051" y="3921555"/>
            <a:chExt cx="128153" cy="131499"/>
          </a:xfrm>
        </p:grpSpPr>
        <p:sp>
          <p:nvSpPr>
            <p:cNvPr id="247" name="Google Shape;247;p10"/>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0"/>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0"/>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 name="Google Shape;252;p10"/>
          <p:cNvSpPr/>
          <p:nvPr/>
        </p:nvSpPr>
        <p:spPr>
          <a:xfrm rot="1634610">
            <a:off x="8287195" y="3066298"/>
            <a:ext cx="154791" cy="154786"/>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rot="1634610">
            <a:off x="8461990" y="2565536"/>
            <a:ext cx="341544" cy="328710"/>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rot="1634610">
            <a:off x="8704265" y="2088141"/>
            <a:ext cx="245566" cy="249088"/>
          </a:xfrm>
          <a:custGeom>
            <a:rect b="b" l="l" r="r" t="t"/>
            <a:pathLst>
              <a:path extrusionOk="0" h="2681" w="2643">
                <a:moveTo>
                  <a:pt x="1398" y="307"/>
                </a:moveTo>
                <a:cubicBezTo>
                  <a:pt x="1436" y="403"/>
                  <a:pt x="1475" y="575"/>
                  <a:pt x="1494" y="671"/>
                </a:cubicBezTo>
                <a:cubicBezTo>
                  <a:pt x="1570" y="958"/>
                  <a:pt x="1589" y="1015"/>
                  <a:pt x="1628" y="1053"/>
                </a:cubicBezTo>
                <a:cubicBezTo>
                  <a:pt x="1666" y="1111"/>
                  <a:pt x="1723" y="1130"/>
                  <a:pt x="1972" y="1226"/>
                </a:cubicBezTo>
                <a:cubicBezTo>
                  <a:pt x="2068" y="1245"/>
                  <a:pt x="2221" y="1302"/>
                  <a:pt x="2317" y="1341"/>
                </a:cubicBezTo>
                <a:cubicBezTo>
                  <a:pt x="2164" y="1417"/>
                  <a:pt x="1934" y="1513"/>
                  <a:pt x="1723" y="1589"/>
                </a:cubicBezTo>
                <a:lnTo>
                  <a:pt x="1647" y="1647"/>
                </a:lnTo>
                <a:cubicBezTo>
                  <a:pt x="1551" y="1915"/>
                  <a:pt x="1436" y="2183"/>
                  <a:pt x="1341" y="2355"/>
                </a:cubicBezTo>
                <a:cubicBezTo>
                  <a:pt x="1264" y="2183"/>
                  <a:pt x="1188" y="1896"/>
                  <a:pt x="1130" y="1628"/>
                </a:cubicBezTo>
                <a:cubicBezTo>
                  <a:pt x="1092" y="1589"/>
                  <a:pt x="1073" y="1532"/>
                  <a:pt x="1034" y="1532"/>
                </a:cubicBezTo>
                <a:cubicBezTo>
                  <a:pt x="786" y="1513"/>
                  <a:pt x="498" y="1436"/>
                  <a:pt x="326" y="1398"/>
                </a:cubicBezTo>
                <a:cubicBezTo>
                  <a:pt x="498" y="1302"/>
                  <a:pt x="805" y="1149"/>
                  <a:pt x="1073" y="1015"/>
                </a:cubicBezTo>
                <a:cubicBezTo>
                  <a:pt x="1092" y="977"/>
                  <a:pt x="1149" y="958"/>
                  <a:pt x="1149" y="939"/>
                </a:cubicBezTo>
                <a:cubicBezTo>
                  <a:pt x="1226" y="728"/>
                  <a:pt x="1341" y="460"/>
                  <a:pt x="1398" y="307"/>
                </a:cubicBezTo>
                <a:close/>
                <a:moveTo>
                  <a:pt x="1436" y="1"/>
                </a:moveTo>
                <a:cubicBezTo>
                  <a:pt x="1360" y="1"/>
                  <a:pt x="1245" y="1"/>
                  <a:pt x="920" y="843"/>
                </a:cubicBezTo>
                <a:cubicBezTo>
                  <a:pt x="39" y="1187"/>
                  <a:pt x="20" y="1321"/>
                  <a:pt x="1" y="1360"/>
                </a:cubicBezTo>
                <a:cubicBezTo>
                  <a:pt x="1" y="1398"/>
                  <a:pt x="1" y="1455"/>
                  <a:pt x="20" y="1494"/>
                </a:cubicBezTo>
                <a:cubicBezTo>
                  <a:pt x="39" y="1513"/>
                  <a:pt x="116" y="1609"/>
                  <a:pt x="900" y="1743"/>
                </a:cubicBezTo>
                <a:cubicBezTo>
                  <a:pt x="1149" y="2680"/>
                  <a:pt x="1226" y="2680"/>
                  <a:pt x="1302" y="2680"/>
                </a:cubicBezTo>
                <a:cubicBezTo>
                  <a:pt x="1417" y="2680"/>
                  <a:pt x="1475" y="2680"/>
                  <a:pt x="1838" y="1819"/>
                </a:cubicBezTo>
                <a:cubicBezTo>
                  <a:pt x="2049" y="1743"/>
                  <a:pt x="2508" y="1570"/>
                  <a:pt x="2604" y="1494"/>
                </a:cubicBezTo>
                <a:cubicBezTo>
                  <a:pt x="2623" y="1455"/>
                  <a:pt x="2642" y="1417"/>
                  <a:pt x="2642" y="1360"/>
                </a:cubicBezTo>
                <a:cubicBezTo>
                  <a:pt x="2623" y="1245"/>
                  <a:pt x="2508" y="1207"/>
                  <a:pt x="2049" y="1034"/>
                </a:cubicBezTo>
                <a:cubicBezTo>
                  <a:pt x="1953" y="977"/>
                  <a:pt x="1857" y="958"/>
                  <a:pt x="1819" y="939"/>
                </a:cubicBezTo>
                <a:cubicBezTo>
                  <a:pt x="1781" y="862"/>
                  <a:pt x="1762" y="747"/>
                  <a:pt x="1743" y="651"/>
                </a:cubicBezTo>
                <a:cubicBezTo>
                  <a:pt x="1666" y="345"/>
                  <a:pt x="1589" y="116"/>
                  <a:pt x="1551" y="58"/>
                </a:cubicBezTo>
                <a:cubicBezTo>
                  <a:pt x="1532" y="20"/>
                  <a:pt x="1475"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
          <p:cNvSpPr/>
          <p:nvPr/>
        </p:nvSpPr>
        <p:spPr>
          <a:xfrm rot="8301901">
            <a:off x="630454" y="907678"/>
            <a:ext cx="301684" cy="298641"/>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23" y="1"/>
                </a:moveTo>
                <a:cubicBezTo>
                  <a:pt x="780" y="1"/>
                  <a:pt x="727"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56"/>
                  <a:pt x="3580" y="2107"/>
                  <a:pt x="2719" y="1399"/>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7" y="1"/>
                  <a:pt x="8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rot="8301901">
            <a:off x="390724" y="726262"/>
            <a:ext cx="218385" cy="220021"/>
          </a:xfrm>
          <a:custGeom>
            <a:rect b="b" l="l" r="r" t="t"/>
            <a:pathLst>
              <a:path extrusionOk="0" h="2681" w="2661">
                <a:moveTo>
                  <a:pt x="1417" y="326"/>
                </a:moveTo>
                <a:cubicBezTo>
                  <a:pt x="1436" y="422"/>
                  <a:pt x="1493" y="594"/>
                  <a:pt x="1512" y="690"/>
                </a:cubicBezTo>
                <a:cubicBezTo>
                  <a:pt x="1589" y="977"/>
                  <a:pt x="1608" y="1015"/>
                  <a:pt x="1627" y="1073"/>
                </a:cubicBezTo>
                <a:cubicBezTo>
                  <a:pt x="1685" y="1111"/>
                  <a:pt x="1723" y="1149"/>
                  <a:pt x="1991" y="1245"/>
                </a:cubicBezTo>
                <a:cubicBezTo>
                  <a:pt x="2086" y="1264"/>
                  <a:pt x="2240" y="1302"/>
                  <a:pt x="2335" y="1360"/>
                </a:cubicBezTo>
                <a:cubicBezTo>
                  <a:pt x="2182" y="1436"/>
                  <a:pt x="1952" y="1532"/>
                  <a:pt x="1723" y="1608"/>
                </a:cubicBezTo>
                <a:lnTo>
                  <a:pt x="1665" y="1666"/>
                </a:lnTo>
                <a:cubicBezTo>
                  <a:pt x="1570" y="1915"/>
                  <a:pt x="1436" y="2183"/>
                  <a:pt x="1340" y="2336"/>
                </a:cubicBezTo>
                <a:cubicBezTo>
                  <a:pt x="1283" y="2164"/>
                  <a:pt x="1206" y="1876"/>
                  <a:pt x="1129" y="1628"/>
                </a:cubicBezTo>
                <a:cubicBezTo>
                  <a:pt x="1110" y="1570"/>
                  <a:pt x="1091" y="1532"/>
                  <a:pt x="1034" y="1532"/>
                </a:cubicBezTo>
                <a:cubicBezTo>
                  <a:pt x="804" y="1474"/>
                  <a:pt x="517" y="1436"/>
                  <a:pt x="345" y="1379"/>
                </a:cubicBezTo>
                <a:cubicBezTo>
                  <a:pt x="517" y="1283"/>
                  <a:pt x="823" y="1149"/>
                  <a:pt x="1091" y="1015"/>
                </a:cubicBezTo>
                <a:cubicBezTo>
                  <a:pt x="1110" y="996"/>
                  <a:pt x="1149" y="977"/>
                  <a:pt x="1149" y="958"/>
                </a:cubicBezTo>
                <a:cubicBezTo>
                  <a:pt x="1225" y="728"/>
                  <a:pt x="1340" y="479"/>
                  <a:pt x="1417" y="326"/>
                </a:cubicBezTo>
                <a:close/>
                <a:moveTo>
                  <a:pt x="1436" y="1"/>
                </a:moveTo>
                <a:cubicBezTo>
                  <a:pt x="1378" y="1"/>
                  <a:pt x="1244" y="1"/>
                  <a:pt x="938" y="843"/>
                </a:cubicBezTo>
                <a:cubicBezTo>
                  <a:pt x="58" y="1187"/>
                  <a:pt x="38" y="1321"/>
                  <a:pt x="0" y="1360"/>
                </a:cubicBezTo>
                <a:cubicBezTo>
                  <a:pt x="0" y="1379"/>
                  <a:pt x="0" y="1455"/>
                  <a:pt x="38" y="1474"/>
                </a:cubicBezTo>
                <a:cubicBezTo>
                  <a:pt x="58" y="1513"/>
                  <a:pt x="134" y="1608"/>
                  <a:pt x="919" y="1742"/>
                </a:cubicBezTo>
                <a:cubicBezTo>
                  <a:pt x="1149" y="2680"/>
                  <a:pt x="1225" y="2680"/>
                  <a:pt x="1321" y="2680"/>
                </a:cubicBezTo>
                <a:cubicBezTo>
                  <a:pt x="1397" y="2680"/>
                  <a:pt x="1493" y="2680"/>
                  <a:pt x="1857" y="1819"/>
                </a:cubicBezTo>
                <a:cubicBezTo>
                  <a:pt x="2067" y="1742"/>
                  <a:pt x="2527" y="1570"/>
                  <a:pt x="2622" y="1474"/>
                </a:cubicBezTo>
                <a:cubicBezTo>
                  <a:pt x="2642" y="1455"/>
                  <a:pt x="2661" y="1417"/>
                  <a:pt x="2661" y="1360"/>
                </a:cubicBezTo>
                <a:cubicBezTo>
                  <a:pt x="2642" y="1245"/>
                  <a:pt x="2527" y="1187"/>
                  <a:pt x="2067" y="1034"/>
                </a:cubicBezTo>
                <a:cubicBezTo>
                  <a:pt x="1972" y="977"/>
                  <a:pt x="1876" y="958"/>
                  <a:pt x="1819" y="939"/>
                </a:cubicBezTo>
                <a:cubicBezTo>
                  <a:pt x="1799" y="862"/>
                  <a:pt x="1780" y="747"/>
                  <a:pt x="1761" y="651"/>
                </a:cubicBezTo>
                <a:cubicBezTo>
                  <a:pt x="1685" y="326"/>
                  <a:pt x="1608" y="115"/>
                  <a:pt x="1570" y="39"/>
                </a:cubicBezTo>
                <a:cubicBezTo>
                  <a:pt x="1531" y="20"/>
                  <a:pt x="1493" y="1"/>
                  <a:pt x="1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rot="8301901">
            <a:off x="630454" y="907678"/>
            <a:ext cx="301684" cy="298641"/>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rot="8301901">
            <a:off x="390724" y="726262"/>
            <a:ext cx="218385" cy="220021"/>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10"/>
          <p:cNvGrpSpPr/>
          <p:nvPr/>
        </p:nvGrpSpPr>
        <p:grpSpPr>
          <a:xfrm rot="2700159">
            <a:off x="7806199" y="759033"/>
            <a:ext cx="1891178" cy="631899"/>
            <a:chOff x="6846642" y="4551936"/>
            <a:chExt cx="1233810" cy="412272"/>
          </a:xfrm>
        </p:grpSpPr>
        <p:sp>
          <p:nvSpPr>
            <p:cNvPr id="260" name="Google Shape;260;p10"/>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2" name="Shape 272"/>
        <p:cNvGrpSpPr/>
        <p:nvPr/>
      </p:nvGrpSpPr>
      <p:grpSpPr>
        <a:xfrm>
          <a:off x="0" y="0"/>
          <a:ext cx="0" cy="0"/>
          <a:chOff x="0" y="0"/>
          <a:chExt cx="0" cy="0"/>
        </a:xfrm>
      </p:grpSpPr>
      <p:sp>
        <p:nvSpPr>
          <p:cNvPr id="273" name="Google Shape;273;p11"/>
          <p:cNvSpPr txBox="1"/>
          <p:nvPr>
            <p:ph hasCustomPrompt="1" type="title"/>
          </p:nvPr>
        </p:nvSpPr>
        <p:spPr>
          <a:xfrm>
            <a:off x="1010750" y="1839000"/>
            <a:ext cx="4098300" cy="1156200"/>
          </a:xfrm>
          <a:prstGeom prst="rect">
            <a:avLst/>
          </a:prstGeom>
        </p:spPr>
        <p:txBody>
          <a:bodyPr anchorCtr="0" anchor="t" bIns="0" lIns="0" spcFirstLastPara="1" rIns="0" wrap="square" tIns="0">
            <a:noAutofit/>
          </a:bodyPr>
          <a:lstStyle>
            <a:lvl1pPr lvl="0">
              <a:spcBef>
                <a:spcPts val="0"/>
              </a:spcBef>
              <a:spcAft>
                <a:spcPts val="0"/>
              </a:spcAft>
              <a:buSzPts val="12000"/>
              <a:buNone/>
              <a:defRPr sz="77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4" name="Google Shape;274;p11"/>
          <p:cNvSpPr txBox="1"/>
          <p:nvPr>
            <p:ph idx="1" type="subTitle"/>
          </p:nvPr>
        </p:nvSpPr>
        <p:spPr>
          <a:xfrm>
            <a:off x="1010750" y="2995200"/>
            <a:ext cx="4098300" cy="309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sz="1600">
                <a:latin typeface="Assistant"/>
                <a:ea typeface="Assistant"/>
                <a:cs typeface="Assistant"/>
                <a:sym typeface="Assistant"/>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275" name="Shape 27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76" name="Shape 276"/>
        <p:cNvGrpSpPr/>
        <p:nvPr/>
      </p:nvGrpSpPr>
      <p:grpSpPr>
        <a:xfrm>
          <a:off x="0" y="0"/>
          <a:ext cx="0" cy="0"/>
          <a:chOff x="0" y="0"/>
          <a:chExt cx="0" cy="0"/>
        </a:xfrm>
      </p:grpSpPr>
      <p:grpSp>
        <p:nvGrpSpPr>
          <p:cNvPr id="277" name="Google Shape;277;p13"/>
          <p:cNvGrpSpPr/>
          <p:nvPr/>
        </p:nvGrpSpPr>
        <p:grpSpPr>
          <a:xfrm>
            <a:off x="7957075" y="350350"/>
            <a:ext cx="787733" cy="603002"/>
            <a:chOff x="8000975" y="3110625"/>
            <a:chExt cx="787733" cy="603002"/>
          </a:xfrm>
        </p:grpSpPr>
        <p:sp>
          <p:nvSpPr>
            <p:cNvPr id="278" name="Google Shape;278;p13"/>
            <p:cNvSpPr/>
            <p:nvPr/>
          </p:nvSpPr>
          <p:spPr>
            <a:xfrm>
              <a:off x="8150072" y="3161565"/>
              <a:ext cx="572670" cy="472446"/>
            </a:xfrm>
            <a:custGeom>
              <a:rect b="b" l="l" r="r" t="t"/>
              <a:pathLst>
                <a:path extrusionOk="0" h="6854" w="8308">
                  <a:moveTo>
                    <a:pt x="6282" y="0"/>
                  </a:moveTo>
                  <a:cubicBezTo>
                    <a:pt x="5509" y="0"/>
                    <a:pt x="4690" y="243"/>
                    <a:pt x="4633" y="391"/>
                  </a:cubicBezTo>
                  <a:cubicBezTo>
                    <a:pt x="4346" y="486"/>
                    <a:pt x="4078" y="620"/>
                    <a:pt x="3810" y="773"/>
                  </a:cubicBezTo>
                  <a:cubicBezTo>
                    <a:pt x="3618" y="632"/>
                    <a:pt x="3218" y="406"/>
                    <a:pt x="2679" y="406"/>
                  </a:cubicBezTo>
                  <a:cubicBezTo>
                    <a:pt x="2195" y="406"/>
                    <a:pt x="1599" y="587"/>
                    <a:pt x="939" y="1175"/>
                  </a:cubicBezTo>
                  <a:cubicBezTo>
                    <a:pt x="1" y="2056"/>
                    <a:pt x="1092" y="1941"/>
                    <a:pt x="1781" y="2228"/>
                  </a:cubicBezTo>
                  <a:cubicBezTo>
                    <a:pt x="1723" y="2266"/>
                    <a:pt x="1704" y="2324"/>
                    <a:pt x="1666" y="2343"/>
                  </a:cubicBezTo>
                  <a:cubicBezTo>
                    <a:pt x="1589" y="2439"/>
                    <a:pt x="1532" y="2515"/>
                    <a:pt x="1570" y="2592"/>
                  </a:cubicBezTo>
                  <a:cubicBezTo>
                    <a:pt x="1570" y="2611"/>
                    <a:pt x="1589" y="2611"/>
                    <a:pt x="1589" y="2630"/>
                  </a:cubicBezTo>
                  <a:cubicBezTo>
                    <a:pt x="1628" y="2707"/>
                    <a:pt x="1781" y="2898"/>
                    <a:pt x="1972" y="3185"/>
                  </a:cubicBezTo>
                  <a:cubicBezTo>
                    <a:pt x="1762" y="3376"/>
                    <a:pt x="1532" y="3587"/>
                    <a:pt x="1570" y="3778"/>
                  </a:cubicBezTo>
                  <a:cubicBezTo>
                    <a:pt x="1608" y="3970"/>
                    <a:pt x="2719" y="5597"/>
                    <a:pt x="3006" y="5597"/>
                  </a:cubicBezTo>
                  <a:cubicBezTo>
                    <a:pt x="3025" y="5597"/>
                    <a:pt x="3044" y="5597"/>
                    <a:pt x="3044" y="5616"/>
                  </a:cubicBezTo>
                  <a:cubicBezTo>
                    <a:pt x="3121" y="5578"/>
                    <a:pt x="3331" y="5425"/>
                    <a:pt x="3542" y="5271"/>
                  </a:cubicBezTo>
                  <a:cubicBezTo>
                    <a:pt x="3733" y="5482"/>
                    <a:pt x="3886" y="5616"/>
                    <a:pt x="3982" y="5693"/>
                  </a:cubicBezTo>
                  <a:cubicBezTo>
                    <a:pt x="4020" y="5712"/>
                    <a:pt x="4078" y="5750"/>
                    <a:pt x="4116" y="5750"/>
                  </a:cubicBezTo>
                  <a:cubicBezTo>
                    <a:pt x="4173" y="5750"/>
                    <a:pt x="4212" y="5712"/>
                    <a:pt x="4288" y="5712"/>
                  </a:cubicBezTo>
                  <a:cubicBezTo>
                    <a:pt x="4273" y="6255"/>
                    <a:pt x="4056" y="6854"/>
                    <a:pt x="4439" y="6854"/>
                  </a:cubicBezTo>
                  <a:cubicBezTo>
                    <a:pt x="4555" y="6854"/>
                    <a:pt x="4727" y="6798"/>
                    <a:pt x="4977" y="6669"/>
                  </a:cubicBezTo>
                  <a:cubicBezTo>
                    <a:pt x="7025" y="5654"/>
                    <a:pt x="6355" y="3989"/>
                    <a:pt x="6355" y="3989"/>
                  </a:cubicBezTo>
                  <a:lnTo>
                    <a:pt x="6317" y="3989"/>
                  </a:lnTo>
                  <a:cubicBezTo>
                    <a:pt x="6508" y="3778"/>
                    <a:pt x="6681" y="3549"/>
                    <a:pt x="6834" y="3319"/>
                  </a:cubicBezTo>
                  <a:lnTo>
                    <a:pt x="6853" y="3357"/>
                  </a:lnTo>
                  <a:cubicBezTo>
                    <a:pt x="6987" y="3185"/>
                    <a:pt x="8308" y="1539"/>
                    <a:pt x="7542" y="448"/>
                  </a:cubicBezTo>
                  <a:cubicBezTo>
                    <a:pt x="7317" y="114"/>
                    <a:pt x="6810" y="0"/>
                    <a:pt x="62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9" name="Google Shape;279;p13"/>
            <p:cNvGrpSpPr/>
            <p:nvPr/>
          </p:nvGrpSpPr>
          <p:grpSpPr>
            <a:xfrm>
              <a:off x="8000975" y="3110625"/>
              <a:ext cx="787733" cy="603002"/>
              <a:chOff x="8000975" y="3110625"/>
              <a:chExt cx="787733" cy="603002"/>
            </a:xfrm>
          </p:grpSpPr>
          <p:sp>
            <p:nvSpPr>
              <p:cNvPr id="280" name="Google Shape;280;p13"/>
              <p:cNvSpPr/>
              <p:nvPr/>
            </p:nvSpPr>
            <p:spPr>
              <a:xfrm>
                <a:off x="8134218" y="3110625"/>
                <a:ext cx="654490" cy="572670"/>
              </a:xfrm>
              <a:custGeom>
                <a:rect b="b" l="l" r="r" t="t"/>
                <a:pathLst>
                  <a:path extrusionOk="0" h="8308" w="9495">
                    <a:moveTo>
                      <a:pt x="6528" y="0"/>
                    </a:moveTo>
                    <a:cubicBezTo>
                      <a:pt x="5973" y="0"/>
                      <a:pt x="5494" y="96"/>
                      <a:pt x="5265" y="173"/>
                    </a:cubicBezTo>
                    <a:cubicBezTo>
                      <a:pt x="4920" y="268"/>
                      <a:pt x="4652" y="364"/>
                      <a:pt x="4499" y="498"/>
                    </a:cubicBezTo>
                    <a:cubicBezTo>
                      <a:pt x="4365" y="555"/>
                      <a:pt x="4250" y="594"/>
                      <a:pt x="4116" y="670"/>
                    </a:cubicBezTo>
                    <a:cubicBezTo>
                      <a:pt x="3829" y="517"/>
                      <a:pt x="3446" y="402"/>
                      <a:pt x="2968" y="402"/>
                    </a:cubicBezTo>
                    <a:cubicBezTo>
                      <a:pt x="2202" y="402"/>
                      <a:pt x="1456" y="708"/>
                      <a:pt x="728" y="1359"/>
                    </a:cubicBezTo>
                    <a:cubicBezTo>
                      <a:pt x="518" y="1570"/>
                      <a:pt x="1" y="2029"/>
                      <a:pt x="173" y="2661"/>
                    </a:cubicBezTo>
                    <a:cubicBezTo>
                      <a:pt x="288" y="3139"/>
                      <a:pt x="728" y="3331"/>
                      <a:pt x="1130" y="3426"/>
                    </a:cubicBezTo>
                    <a:lnTo>
                      <a:pt x="1130" y="3465"/>
                    </a:lnTo>
                    <a:cubicBezTo>
                      <a:pt x="1149" y="3541"/>
                      <a:pt x="1169" y="3637"/>
                      <a:pt x="1207" y="3714"/>
                    </a:cubicBezTo>
                    <a:cubicBezTo>
                      <a:pt x="1207" y="3733"/>
                      <a:pt x="1245" y="3733"/>
                      <a:pt x="1245" y="3752"/>
                    </a:cubicBezTo>
                    <a:cubicBezTo>
                      <a:pt x="1245" y="3771"/>
                      <a:pt x="1264" y="3809"/>
                      <a:pt x="1283" y="3848"/>
                    </a:cubicBezTo>
                    <a:cubicBezTo>
                      <a:pt x="1149" y="4058"/>
                      <a:pt x="1054" y="4326"/>
                      <a:pt x="1092" y="4632"/>
                    </a:cubicBezTo>
                    <a:lnTo>
                      <a:pt x="1092" y="4690"/>
                    </a:lnTo>
                    <a:cubicBezTo>
                      <a:pt x="1169" y="4996"/>
                      <a:pt x="1647" y="5666"/>
                      <a:pt x="1838" y="5934"/>
                    </a:cubicBezTo>
                    <a:cubicBezTo>
                      <a:pt x="2336" y="6623"/>
                      <a:pt x="2662" y="6929"/>
                      <a:pt x="2987" y="7025"/>
                    </a:cubicBezTo>
                    <a:cubicBezTo>
                      <a:pt x="3083" y="7044"/>
                      <a:pt x="3178" y="7082"/>
                      <a:pt x="3274" y="7082"/>
                    </a:cubicBezTo>
                    <a:cubicBezTo>
                      <a:pt x="3370" y="7082"/>
                      <a:pt x="3485" y="7044"/>
                      <a:pt x="3580" y="7006"/>
                    </a:cubicBezTo>
                    <a:cubicBezTo>
                      <a:pt x="3619" y="7006"/>
                      <a:pt x="3638" y="6987"/>
                      <a:pt x="3676" y="6967"/>
                    </a:cubicBezTo>
                    <a:cubicBezTo>
                      <a:pt x="3714" y="6967"/>
                      <a:pt x="3714" y="6987"/>
                      <a:pt x="3733" y="6987"/>
                    </a:cubicBezTo>
                    <a:cubicBezTo>
                      <a:pt x="3714" y="7312"/>
                      <a:pt x="3714" y="7695"/>
                      <a:pt x="3963" y="7982"/>
                    </a:cubicBezTo>
                    <a:cubicBezTo>
                      <a:pt x="4155" y="8173"/>
                      <a:pt x="4403" y="8307"/>
                      <a:pt x="4690" y="8307"/>
                    </a:cubicBezTo>
                    <a:cubicBezTo>
                      <a:pt x="4920" y="8307"/>
                      <a:pt x="5188" y="8231"/>
                      <a:pt x="5552" y="8020"/>
                    </a:cubicBezTo>
                    <a:cubicBezTo>
                      <a:pt x="7294" y="7121"/>
                      <a:pt x="7523" y="5742"/>
                      <a:pt x="7370" y="4862"/>
                    </a:cubicBezTo>
                    <a:cubicBezTo>
                      <a:pt x="7408" y="4785"/>
                      <a:pt x="7485" y="4709"/>
                      <a:pt x="7523" y="4632"/>
                    </a:cubicBezTo>
                    <a:cubicBezTo>
                      <a:pt x="7581" y="4594"/>
                      <a:pt x="7619" y="4575"/>
                      <a:pt x="7657" y="4517"/>
                    </a:cubicBezTo>
                    <a:cubicBezTo>
                      <a:pt x="7715" y="4422"/>
                      <a:pt x="9495" y="2316"/>
                      <a:pt x="8385" y="766"/>
                    </a:cubicBezTo>
                    <a:cubicBezTo>
                      <a:pt x="8155" y="421"/>
                      <a:pt x="7657" y="0"/>
                      <a:pt x="6528" y="0"/>
                    </a:cubicBezTo>
                    <a:close/>
                  </a:path>
                </a:pathLst>
              </a:custGeom>
              <a:solidFill>
                <a:schemeClr val="lt1"/>
              </a:solidFill>
              <a:ln>
                <a:noFill/>
              </a:ln>
              <a:effectLst>
                <a:outerShdw blurRad="85725" rotWithShape="0" algn="bl" dir="5100000" dist="76200">
                  <a:srgbClr val="000000">
                    <a:alpha val="2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8000975" y="3388967"/>
                <a:ext cx="390626" cy="324660"/>
              </a:xfrm>
              <a:custGeom>
                <a:rect b="b" l="l" r="r" t="t"/>
                <a:pathLst>
                  <a:path extrusionOk="0" h="4710" w="5667">
                    <a:moveTo>
                      <a:pt x="2910" y="1"/>
                    </a:moveTo>
                    <a:cubicBezTo>
                      <a:pt x="2546" y="1"/>
                      <a:pt x="2145" y="116"/>
                      <a:pt x="1685" y="365"/>
                    </a:cubicBezTo>
                    <a:cubicBezTo>
                      <a:pt x="1" y="1226"/>
                      <a:pt x="422" y="3886"/>
                      <a:pt x="422" y="3906"/>
                    </a:cubicBezTo>
                    <a:cubicBezTo>
                      <a:pt x="537" y="4614"/>
                      <a:pt x="1436" y="4710"/>
                      <a:pt x="2164" y="4710"/>
                    </a:cubicBezTo>
                    <a:cubicBezTo>
                      <a:pt x="2776" y="4710"/>
                      <a:pt x="4250" y="4614"/>
                      <a:pt x="4920" y="3733"/>
                    </a:cubicBezTo>
                    <a:cubicBezTo>
                      <a:pt x="5666" y="2757"/>
                      <a:pt x="5360" y="1838"/>
                      <a:pt x="4939" y="1436"/>
                    </a:cubicBezTo>
                    <a:cubicBezTo>
                      <a:pt x="4327" y="633"/>
                      <a:pt x="3771" y="1"/>
                      <a:pt x="2910" y="1"/>
                    </a:cubicBezTo>
                    <a:close/>
                  </a:path>
                </a:pathLst>
              </a:custGeom>
              <a:solidFill>
                <a:schemeClr val="lt1"/>
              </a:solidFill>
              <a:ln>
                <a:noFill/>
              </a:ln>
              <a:effectLst>
                <a:outerShdw blurRad="85725" rotWithShape="0" algn="bl" dir="5100000" dist="76200">
                  <a:srgbClr val="000000">
                    <a:alpha val="2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13"/>
            <p:cNvSpPr/>
            <p:nvPr/>
          </p:nvSpPr>
          <p:spPr>
            <a:xfrm>
              <a:off x="8063012" y="3438321"/>
              <a:ext cx="283716" cy="226435"/>
            </a:xfrm>
            <a:custGeom>
              <a:rect b="b" l="l" r="r" t="t"/>
              <a:pathLst>
                <a:path extrusionOk="0" h="3285" w="4116">
                  <a:moveTo>
                    <a:pt x="2026" y="1"/>
                  </a:moveTo>
                  <a:cubicBezTo>
                    <a:pt x="1772" y="1"/>
                    <a:pt x="1487" y="99"/>
                    <a:pt x="1130" y="299"/>
                  </a:cubicBezTo>
                  <a:cubicBezTo>
                    <a:pt x="0" y="854"/>
                    <a:pt x="192" y="2769"/>
                    <a:pt x="249" y="3075"/>
                  </a:cubicBezTo>
                  <a:cubicBezTo>
                    <a:pt x="265" y="3195"/>
                    <a:pt x="708" y="3284"/>
                    <a:pt x="1267" y="3284"/>
                  </a:cubicBezTo>
                  <a:cubicBezTo>
                    <a:pt x="2048" y="3284"/>
                    <a:pt x="3055" y="3109"/>
                    <a:pt x="3446" y="2596"/>
                  </a:cubicBezTo>
                  <a:cubicBezTo>
                    <a:pt x="4116" y="1697"/>
                    <a:pt x="3522" y="1199"/>
                    <a:pt x="3522" y="1199"/>
                  </a:cubicBezTo>
                  <a:cubicBezTo>
                    <a:pt x="2930" y="414"/>
                    <a:pt x="2546" y="1"/>
                    <a:pt x="20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p:nvPr/>
          </p:nvSpPr>
          <p:spPr>
            <a:xfrm>
              <a:off x="8262221" y="3373182"/>
              <a:ext cx="162330" cy="166397"/>
            </a:xfrm>
            <a:custGeom>
              <a:rect b="b" l="l" r="r" t="t"/>
              <a:pathLst>
                <a:path extrusionOk="0" h="2414" w="2355">
                  <a:moveTo>
                    <a:pt x="709" y="0"/>
                  </a:moveTo>
                  <a:cubicBezTo>
                    <a:pt x="709" y="0"/>
                    <a:pt x="1" y="479"/>
                    <a:pt x="58" y="689"/>
                  </a:cubicBezTo>
                  <a:cubicBezTo>
                    <a:pt x="96" y="915"/>
                    <a:pt x="1185" y="2414"/>
                    <a:pt x="1388" y="2414"/>
                  </a:cubicBezTo>
                  <a:cubicBezTo>
                    <a:pt x="1391" y="2414"/>
                    <a:pt x="1395" y="2413"/>
                    <a:pt x="1398" y="2412"/>
                  </a:cubicBezTo>
                  <a:cubicBezTo>
                    <a:pt x="1532" y="2335"/>
                    <a:pt x="2355" y="1723"/>
                    <a:pt x="2355" y="1723"/>
                  </a:cubicBezTo>
                  <a:lnTo>
                    <a:pt x="70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p:nvPr/>
          </p:nvSpPr>
          <p:spPr>
            <a:xfrm>
              <a:off x="8254294" y="3363118"/>
              <a:ext cx="176874" cy="185560"/>
            </a:xfrm>
            <a:custGeom>
              <a:rect b="b" l="l" r="r" t="t"/>
              <a:pathLst>
                <a:path extrusionOk="0" h="2692" w="2566">
                  <a:moveTo>
                    <a:pt x="786" y="280"/>
                  </a:moveTo>
                  <a:lnTo>
                    <a:pt x="2279" y="1869"/>
                  </a:lnTo>
                  <a:cubicBezTo>
                    <a:pt x="1991" y="2079"/>
                    <a:pt x="1628" y="2367"/>
                    <a:pt x="1494" y="2443"/>
                  </a:cubicBezTo>
                  <a:cubicBezTo>
                    <a:pt x="1245" y="2252"/>
                    <a:pt x="345" y="1008"/>
                    <a:pt x="288" y="816"/>
                  </a:cubicBezTo>
                  <a:cubicBezTo>
                    <a:pt x="269" y="740"/>
                    <a:pt x="498" y="491"/>
                    <a:pt x="786" y="280"/>
                  </a:cubicBezTo>
                  <a:close/>
                  <a:moveTo>
                    <a:pt x="800" y="1"/>
                  </a:moveTo>
                  <a:cubicBezTo>
                    <a:pt x="780" y="1"/>
                    <a:pt x="761" y="5"/>
                    <a:pt x="747" y="12"/>
                  </a:cubicBezTo>
                  <a:cubicBezTo>
                    <a:pt x="537" y="185"/>
                    <a:pt x="1" y="567"/>
                    <a:pt x="58" y="854"/>
                  </a:cubicBezTo>
                  <a:cubicBezTo>
                    <a:pt x="96" y="1046"/>
                    <a:pt x="1207" y="2673"/>
                    <a:pt x="1494" y="2673"/>
                  </a:cubicBezTo>
                  <a:cubicBezTo>
                    <a:pt x="1513" y="2673"/>
                    <a:pt x="1532" y="2673"/>
                    <a:pt x="1532" y="2692"/>
                  </a:cubicBezTo>
                  <a:cubicBezTo>
                    <a:pt x="1685" y="2615"/>
                    <a:pt x="2374" y="2079"/>
                    <a:pt x="2508" y="1984"/>
                  </a:cubicBezTo>
                  <a:cubicBezTo>
                    <a:pt x="2546" y="1965"/>
                    <a:pt x="2566" y="1907"/>
                    <a:pt x="2566" y="1888"/>
                  </a:cubicBezTo>
                  <a:cubicBezTo>
                    <a:pt x="2566" y="1831"/>
                    <a:pt x="2566" y="1811"/>
                    <a:pt x="2546" y="1792"/>
                  </a:cubicBezTo>
                  <a:lnTo>
                    <a:pt x="881" y="51"/>
                  </a:lnTo>
                  <a:cubicBezTo>
                    <a:pt x="869" y="14"/>
                    <a:pt x="834" y="1"/>
                    <a:pt x="8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3"/>
            <p:cNvSpPr/>
            <p:nvPr/>
          </p:nvSpPr>
          <p:spPr>
            <a:xfrm>
              <a:off x="8136906" y="3189482"/>
              <a:ext cx="286335" cy="148958"/>
            </a:xfrm>
            <a:custGeom>
              <a:rect b="b" l="l" r="r" t="t"/>
              <a:pathLst>
                <a:path extrusionOk="0" h="2161" w="4154">
                  <a:moveTo>
                    <a:pt x="2885" y="0"/>
                  </a:moveTo>
                  <a:cubicBezTo>
                    <a:pt x="2400" y="0"/>
                    <a:pt x="1804" y="181"/>
                    <a:pt x="1149" y="770"/>
                  </a:cubicBezTo>
                  <a:cubicBezTo>
                    <a:pt x="0" y="1823"/>
                    <a:pt x="1799" y="1440"/>
                    <a:pt x="2297" y="2053"/>
                  </a:cubicBezTo>
                  <a:cubicBezTo>
                    <a:pt x="2356" y="2128"/>
                    <a:pt x="2427" y="2160"/>
                    <a:pt x="2509" y="2160"/>
                  </a:cubicBezTo>
                  <a:cubicBezTo>
                    <a:pt x="3092" y="2160"/>
                    <a:pt x="4154" y="464"/>
                    <a:pt x="4154" y="464"/>
                  </a:cubicBezTo>
                  <a:cubicBezTo>
                    <a:pt x="4154" y="464"/>
                    <a:pt x="3661" y="0"/>
                    <a:pt x="28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a:off x="8412628" y="3436460"/>
              <a:ext cx="221748" cy="197209"/>
            </a:xfrm>
            <a:custGeom>
              <a:rect b="b" l="l" r="r" t="t"/>
              <a:pathLst>
                <a:path extrusionOk="0" h="2861" w="3217">
                  <a:moveTo>
                    <a:pt x="2546" y="1"/>
                  </a:moveTo>
                  <a:lnTo>
                    <a:pt x="2546" y="1"/>
                  </a:lnTo>
                  <a:cubicBezTo>
                    <a:pt x="2546" y="1"/>
                    <a:pt x="1" y="460"/>
                    <a:pt x="383" y="1149"/>
                  </a:cubicBezTo>
                  <a:cubicBezTo>
                    <a:pt x="698" y="1700"/>
                    <a:pt x="94" y="2860"/>
                    <a:pt x="636" y="2860"/>
                  </a:cubicBezTo>
                  <a:cubicBezTo>
                    <a:pt x="753" y="2860"/>
                    <a:pt x="924" y="2806"/>
                    <a:pt x="1168" y="2681"/>
                  </a:cubicBezTo>
                  <a:cubicBezTo>
                    <a:pt x="3216" y="1666"/>
                    <a:pt x="2546" y="1"/>
                    <a:pt x="25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3"/>
            <p:cNvSpPr/>
            <p:nvPr/>
          </p:nvSpPr>
          <p:spPr>
            <a:xfrm>
              <a:off x="8262221" y="3177557"/>
              <a:ext cx="443565" cy="371119"/>
            </a:xfrm>
            <a:custGeom>
              <a:rect b="b" l="l" r="r" t="t"/>
              <a:pathLst>
                <a:path extrusionOk="0" h="5384" w="6435">
                  <a:moveTo>
                    <a:pt x="4356" y="1"/>
                  </a:moveTo>
                  <a:cubicBezTo>
                    <a:pt x="2612" y="1"/>
                    <a:pt x="0" y="2089"/>
                    <a:pt x="58" y="2321"/>
                  </a:cubicBezTo>
                  <a:cubicBezTo>
                    <a:pt x="58" y="2321"/>
                    <a:pt x="1953" y="5078"/>
                    <a:pt x="2393" y="5365"/>
                  </a:cubicBezTo>
                  <a:cubicBezTo>
                    <a:pt x="2413" y="5377"/>
                    <a:pt x="2438" y="5383"/>
                    <a:pt x="2469" y="5383"/>
                  </a:cubicBezTo>
                  <a:cubicBezTo>
                    <a:pt x="3154" y="5383"/>
                    <a:pt x="6435" y="2402"/>
                    <a:pt x="5647" y="771"/>
                  </a:cubicBezTo>
                  <a:cubicBezTo>
                    <a:pt x="5383" y="214"/>
                    <a:pt x="4914" y="1"/>
                    <a:pt x="43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3"/>
            <p:cNvSpPr/>
            <p:nvPr/>
          </p:nvSpPr>
          <p:spPr>
            <a:xfrm>
              <a:off x="8255604" y="3168665"/>
              <a:ext cx="422265" cy="389248"/>
            </a:xfrm>
            <a:custGeom>
              <a:rect b="b" l="l" r="r" t="t"/>
              <a:pathLst>
                <a:path extrusionOk="0" h="5647" w="6126">
                  <a:moveTo>
                    <a:pt x="4461" y="249"/>
                  </a:moveTo>
                  <a:cubicBezTo>
                    <a:pt x="5035" y="249"/>
                    <a:pt x="5418" y="498"/>
                    <a:pt x="5647" y="977"/>
                  </a:cubicBezTo>
                  <a:cubicBezTo>
                    <a:pt x="5973" y="1570"/>
                    <a:pt x="5609" y="2355"/>
                    <a:pt x="5245" y="2929"/>
                  </a:cubicBezTo>
                  <a:cubicBezTo>
                    <a:pt x="4403" y="4250"/>
                    <a:pt x="2949" y="5398"/>
                    <a:pt x="2585" y="5398"/>
                  </a:cubicBezTo>
                  <a:lnTo>
                    <a:pt x="2566" y="5398"/>
                  </a:lnTo>
                  <a:cubicBezTo>
                    <a:pt x="2202" y="5188"/>
                    <a:pt x="824" y="3254"/>
                    <a:pt x="269" y="2450"/>
                  </a:cubicBezTo>
                  <a:cubicBezTo>
                    <a:pt x="479" y="2106"/>
                    <a:pt x="2815" y="249"/>
                    <a:pt x="4461" y="249"/>
                  </a:cubicBezTo>
                  <a:close/>
                  <a:moveTo>
                    <a:pt x="4461" y="0"/>
                  </a:moveTo>
                  <a:cubicBezTo>
                    <a:pt x="2853" y="0"/>
                    <a:pt x="556" y="1685"/>
                    <a:pt x="135" y="2240"/>
                  </a:cubicBezTo>
                  <a:cubicBezTo>
                    <a:pt x="58" y="2336"/>
                    <a:pt x="1" y="2412"/>
                    <a:pt x="39" y="2489"/>
                  </a:cubicBezTo>
                  <a:cubicBezTo>
                    <a:pt x="39" y="2508"/>
                    <a:pt x="58" y="2508"/>
                    <a:pt x="58" y="2527"/>
                  </a:cubicBezTo>
                  <a:cubicBezTo>
                    <a:pt x="250" y="2814"/>
                    <a:pt x="1972" y="5302"/>
                    <a:pt x="2451" y="5590"/>
                  </a:cubicBezTo>
                  <a:cubicBezTo>
                    <a:pt x="2489" y="5609"/>
                    <a:pt x="2547" y="5647"/>
                    <a:pt x="2585" y="5647"/>
                  </a:cubicBezTo>
                  <a:cubicBezTo>
                    <a:pt x="3102" y="5647"/>
                    <a:pt x="4633" y="4345"/>
                    <a:pt x="5437" y="3025"/>
                  </a:cubicBezTo>
                  <a:cubicBezTo>
                    <a:pt x="5992" y="2144"/>
                    <a:pt x="6126" y="1379"/>
                    <a:pt x="5877" y="824"/>
                  </a:cubicBezTo>
                  <a:cubicBezTo>
                    <a:pt x="5609" y="288"/>
                    <a:pt x="5131" y="0"/>
                    <a:pt x="44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
            <p:cNvSpPr/>
            <p:nvPr/>
          </p:nvSpPr>
          <p:spPr>
            <a:xfrm>
              <a:off x="8469909" y="3160875"/>
              <a:ext cx="254145" cy="232156"/>
            </a:xfrm>
            <a:custGeom>
              <a:rect b="b" l="l" r="r" t="t"/>
              <a:pathLst>
                <a:path extrusionOk="0" h="3368" w="3687">
                  <a:moveTo>
                    <a:pt x="1658" y="1"/>
                  </a:moveTo>
                  <a:cubicBezTo>
                    <a:pt x="854" y="1"/>
                    <a:pt x="0" y="270"/>
                    <a:pt x="12" y="420"/>
                  </a:cubicBezTo>
                  <a:cubicBezTo>
                    <a:pt x="31" y="649"/>
                    <a:pt x="2232" y="3367"/>
                    <a:pt x="2232" y="3367"/>
                  </a:cubicBezTo>
                  <a:cubicBezTo>
                    <a:pt x="2385" y="3195"/>
                    <a:pt x="3687" y="1549"/>
                    <a:pt x="2921" y="458"/>
                  </a:cubicBezTo>
                  <a:cubicBezTo>
                    <a:pt x="2694" y="117"/>
                    <a:pt x="2186" y="1"/>
                    <a:pt x="16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8379679" y="3280815"/>
              <a:ext cx="154403" cy="154403"/>
            </a:xfrm>
            <a:custGeom>
              <a:rect b="b" l="l" r="r" t="t"/>
              <a:pathLst>
                <a:path extrusionOk="0" h="2240" w="2240">
                  <a:moveTo>
                    <a:pt x="1129" y="0"/>
                  </a:moveTo>
                  <a:cubicBezTo>
                    <a:pt x="498" y="0"/>
                    <a:pt x="0" y="498"/>
                    <a:pt x="0" y="1111"/>
                  </a:cubicBezTo>
                  <a:cubicBezTo>
                    <a:pt x="0" y="1742"/>
                    <a:pt x="498" y="2240"/>
                    <a:pt x="1129" y="2240"/>
                  </a:cubicBezTo>
                  <a:cubicBezTo>
                    <a:pt x="1742" y="2240"/>
                    <a:pt x="2240" y="1742"/>
                    <a:pt x="2240" y="1111"/>
                  </a:cubicBezTo>
                  <a:cubicBezTo>
                    <a:pt x="2240" y="498"/>
                    <a:pt x="1742" y="0"/>
                    <a:pt x="11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
            <p:cNvSpPr/>
            <p:nvPr/>
          </p:nvSpPr>
          <p:spPr>
            <a:xfrm>
              <a:off x="8367754" y="3271578"/>
              <a:ext cx="187421" cy="171567"/>
            </a:xfrm>
            <a:custGeom>
              <a:rect b="b" l="l" r="r" t="t"/>
              <a:pathLst>
                <a:path extrusionOk="0" h="2489" w="2719">
                  <a:moveTo>
                    <a:pt x="1302" y="268"/>
                  </a:moveTo>
                  <a:cubicBezTo>
                    <a:pt x="1609" y="268"/>
                    <a:pt x="1915" y="422"/>
                    <a:pt x="2145" y="709"/>
                  </a:cubicBezTo>
                  <a:cubicBezTo>
                    <a:pt x="2451" y="1149"/>
                    <a:pt x="2336" y="1780"/>
                    <a:pt x="1877" y="2087"/>
                  </a:cubicBezTo>
                  <a:cubicBezTo>
                    <a:pt x="1704" y="2182"/>
                    <a:pt x="1494" y="2259"/>
                    <a:pt x="1302" y="2259"/>
                  </a:cubicBezTo>
                  <a:cubicBezTo>
                    <a:pt x="996" y="2259"/>
                    <a:pt x="671" y="2087"/>
                    <a:pt x="479" y="1819"/>
                  </a:cubicBezTo>
                  <a:cubicBezTo>
                    <a:pt x="326" y="1608"/>
                    <a:pt x="269" y="1340"/>
                    <a:pt x="326" y="1072"/>
                  </a:cubicBezTo>
                  <a:cubicBezTo>
                    <a:pt x="365" y="823"/>
                    <a:pt x="518" y="575"/>
                    <a:pt x="728" y="441"/>
                  </a:cubicBezTo>
                  <a:cubicBezTo>
                    <a:pt x="900" y="345"/>
                    <a:pt x="1111" y="268"/>
                    <a:pt x="1302" y="268"/>
                  </a:cubicBezTo>
                  <a:close/>
                  <a:moveTo>
                    <a:pt x="1302" y="0"/>
                  </a:moveTo>
                  <a:cubicBezTo>
                    <a:pt x="1054" y="0"/>
                    <a:pt x="824" y="77"/>
                    <a:pt x="613" y="230"/>
                  </a:cubicBezTo>
                  <a:cubicBezTo>
                    <a:pt x="326" y="422"/>
                    <a:pt x="154" y="670"/>
                    <a:pt x="77" y="1015"/>
                  </a:cubicBezTo>
                  <a:cubicBezTo>
                    <a:pt x="1" y="1340"/>
                    <a:pt x="77" y="1685"/>
                    <a:pt x="269" y="1953"/>
                  </a:cubicBezTo>
                  <a:cubicBezTo>
                    <a:pt x="518" y="2297"/>
                    <a:pt x="900" y="2489"/>
                    <a:pt x="1302" y="2489"/>
                  </a:cubicBezTo>
                  <a:cubicBezTo>
                    <a:pt x="1532" y="2489"/>
                    <a:pt x="1781" y="2431"/>
                    <a:pt x="2011" y="2278"/>
                  </a:cubicBezTo>
                  <a:cubicBezTo>
                    <a:pt x="2566" y="1895"/>
                    <a:pt x="2719" y="1130"/>
                    <a:pt x="2336" y="555"/>
                  </a:cubicBezTo>
                  <a:cubicBezTo>
                    <a:pt x="2087" y="192"/>
                    <a:pt x="1704" y="0"/>
                    <a:pt x="13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8063012" y="3438321"/>
              <a:ext cx="283716" cy="226435"/>
            </a:xfrm>
            <a:custGeom>
              <a:rect b="b" l="l" r="r" t="t"/>
              <a:pathLst>
                <a:path extrusionOk="0" h="3285" w="4116">
                  <a:moveTo>
                    <a:pt x="2026" y="1"/>
                  </a:moveTo>
                  <a:cubicBezTo>
                    <a:pt x="1772" y="1"/>
                    <a:pt x="1487" y="99"/>
                    <a:pt x="1130" y="299"/>
                  </a:cubicBezTo>
                  <a:cubicBezTo>
                    <a:pt x="0" y="874"/>
                    <a:pt x="192" y="2788"/>
                    <a:pt x="249" y="3075"/>
                  </a:cubicBezTo>
                  <a:cubicBezTo>
                    <a:pt x="265" y="3195"/>
                    <a:pt x="708" y="3284"/>
                    <a:pt x="1267" y="3284"/>
                  </a:cubicBezTo>
                  <a:cubicBezTo>
                    <a:pt x="2048" y="3284"/>
                    <a:pt x="3055" y="3109"/>
                    <a:pt x="3446" y="2596"/>
                  </a:cubicBezTo>
                  <a:cubicBezTo>
                    <a:pt x="4116" y="1697"/>
                    <a:pt x="3522" y="1199"/>
                    <a:pt x="3522" y="1199"/>
                  </a:cubicBezTo>
                  <a:cubicBezTo>
                    <a:pt x="2930" y="414"/>
                    <a:pt x="2546" y="1"/>
                    <a:pt x="20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8154069" y="3473338"/>
              <a:ext cx="145167" cy="117112"/>
            </a:xfrm>
            <a:custGeom>
              <a:rect b="b" l="l" r="r" t="t"/>
              <a:pathLst>
                <a:path extrusionOk="0" h="1699" w="2106">
                  <a:moveTo>
                    <a:pt x="1029" y="0"/>
                  </a:moveTo>
                  <a:cubicBezTo>
                    <a:pt x="902" y="0"/>
                    <a:pt x="756" y="45"/>
                    <a:pt x="574" y="136"/>
                  </a:cubicBezTo>
                  <a:cubicBezTo>
                    <a:pt x="0" y="423"/>
                    <a:pt x="96" y="1418"/>
                    <a:pt x="115" y="1571"/>
                  </a:cubicBezTo>
                  <a:cubicBezTo>
                    <a:pt x="123" y="1645"/>
                    <a:pt x="367" y="1698"/>
                    <a:pt x="668" y="1698"/>
                  </a:cubicBezTo>
                  <a:cubicBezTo>
                    <a:pt x="1070" y="1698"/>
                    <a:pt x="1575" y="1604"/>
                    <a:pt x="1761" y="1342"/>
                  </a:cubicBezTo>
                  <a:cubicBezTo>
                    <a:pt x="2106" y="882"/>
                    <a:pt x="1799" y="614"/>
                    <a:pt x="1799" y="614"/>
                  </a:cubicBezTo>
                  <a:cubicBezTo>
                    <a:pt x="1498" y="209"/>
                    <a:pt x="1305" y="0"/>
                    <a:pt x="102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8490450" y="3334925"/>
              <a:ext cx="31777" cy="58108"/>
            </a:xfrm>
            <a:custGeom>
              <a:rect b="b" l="l" r="r" t="t"/>
              <a:pathLst>
                <a:path extrusionOk="0" h="843" w="461">
                  <a:moveTo>
                    <a:pt x="1" y="0"/>
                  </a:moveTo>
                  <a:lnTo>
                    <a:pt x="1" y="842"/>
                  </a:lnTo>
                  <a:cubicBezTo>
                    <a:pt x="460" y="402"/>
                    <a:pt x="1" y="0"/>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
            <p:cNvSpPr/>
            <p:nvPr/>
          </p:nvSpPr>
          <p:spPr>
            <a:xfrm>
              <a:off x="8479904" y="3327412"/>
              <a:ext cx="30467" cy="73548"/>
            </a:xfrm>
            <a:custGeom>
              <a:rect b="b" l="l" r="r" t="t"/>
              <a:pathLst>
                <a:path extrusionOk="0" h="1067" w="442">
                  <a:moveTo>
                    <a:pt x="125" y="1"/>
                  </a:moveTo>
                  <a:cubicBezTo>
                    <a:pt x="88" y="1"/>
                    <a:pt x="50" y="10"/>
                    <a:pt x="39" y="33"/>
                  </a:cubicBezTo>
                  <a:cubicBezTo>
                    <a:pt x="1" y="90"/>
                    <a:pt x="1" y="147"/>
                    <a:pt x="58" y="205"/>
                  </a:cubicBezTo>
                  <a:cubicBezTo>
                    <a:pt x="58" y="205"/>
                    <a:pt x="231" y="339"/>
                    <a:pt x="231" y="530"/>
                  </a:cubicBezTo>
                  <a:cubicBezTo>
                    <a:pt x="231" y="626"/>
                    <a:pt x="173" y="760"/>
                    <a:pt x="58" y="856"/>
                  </a:cubicBezTo>
                  <a:cubicBezTo>
                    <a:pt x="1" y="894"/>
                    <a:pt x="1" y="970"/>
                    <a:pt x="58" y="1009"/>
                  </a:cubicBezTo>
                  <a:cubicBezTo>
                    <a:pt x="77" y="1047"/>
                    <a:pt x="135" y="1066"/>
                    <a:pt x="154" y="1066"/>
                  </a:cubicBezTo>
                  <a:cubicBezTo>
                    <a:pt x="173" y="1066"/>
                    <a:pt x="192" y="1047"/>
                    <a:pt x="192" y="1009"/>
                  </a:cubicBezTo>
                  <a:cubicBezTo>
                    <a:pt x="364" y="875"/>
                    <a:pt x="441" y="703"/>
                    <a:pt x="441" y="511"/>
                  </a:cubicBezTo>
                  <a:cubicBezTo>
                    <a:pt x="441" y="224"/>
                    <a:pt x="192" y="13"/>
                    <a:pt x="192" y="13"/>
                  </a:cubicBezTo>
                  <a:cubicBezTo>
                    <a:pt x="176" y="6"/>
                    <a:pt x="151"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 name="Google Shape;296;p13"/>
          <p:cNvGrpSpPr/>
          <p:nvPr/>
        </p:nvGrpSpPr>
        <p:grpSpPr>
          <a:xfrm>
            <a:off x="8289904" y="964241"/>
            <a:ext cx="912444" cy="643251"/>
            <a:chOff x="7168004" y="618516"/>
            <a:chExt cx="912444" cy="643251"/>
          </a:xfrm>
        </p:grpSpPr>
        <p:grpSp>
          <p:nvGrpSpPr>
            <p:cNvPr id="297" name="Google Shape;297;p13"/>
            <p:cNvGrpSpPr/>
            <p:nvPr/>
          </p:nvGrpSpPr>
          <p:grpSpPr>
            <a:xfrm>
              <a:off x="7168004" y="618516"/>
              <a:ext cx="912444" cy="643251"/>
              <a:chOff x="7168004" y="618516"/>
              <a:chExt cx="912444" cy="643251"/>
            </a:xfrm>
          </p:grpSpPr>
          <p:sp>
            <p:nvSpPr>
              <p:cNvPr id="298" name="Google Shape;298;p13"/>
              <p:cNvSpPr/>
              <p:nvPr/>
            </p:nvSpPr>
            <p:spPr>
              <a:xfrm>
                <a:off x="7168004" y="618516"/>
                <a:ext cx="912444" cy="643251"/>
              </a:xfrm>
              <a:custGeom>
                <a:rect b="b" l="l" r="r" t="t"/>
                <a:pathLst>
                  <a:path extrusionOk="0" h="6815" w="9667">
                    <a:moveTo>
                      <a:pt x="5839" y="1"/>
                    </a:moveTo>
                    <a:cubicBezTo>
                      <a:pt x="5437" y="1"/>
                      <a:pt x="5054" y="116"/>
                      <a:pt x="4729" y="326"/>
                    </a:cubicBezTo>
                    <a:cubicBezTo>
                      <a:pt x="4633" y="288"/>
                      <a:pt x="4499" y="269"/>
                      <a:pt x="4384" y="211"/>
                    </a:cubicBezTo>
                    <a:cubicBezTo>
                      <a:pt x="4078" y="97"/>
                      <a:pt x="3791" y="39"/>
                      <a:pt x="3523" y="39"/>
                    </a:cubicBezTo>
                    <a:cubicBezTo>
                      <a:pt x="3025" y="39"/>
                      <a:pt x="2585" y="231"/>
                      <a:pt x="2279" y="575"/>
                    </a:cubicBezTo>
                    <a:lnTo>
                      <a:pt x="2260" y="594"/>
                    </a:lnTo>
                    <a:cubicBezTo>
                      <a:pt x="2068" y="843"/>
                      <a:pt x="1972" y="1092"/>
                      <a:pt x="1896" y="1341"/>
                    </a:cubicBezTo>
                    <a:cubicBezTo>
                      <a:pt x="1207" y="1532"/>
                      <a:pt x="575" y="2145"/>
                      <a:pt x="307" y="2949"/>
                    </a:cubicBezTo>
                    <a:cubicBezTo>
                      <a:pt x="1" y="3867"/>
                      <a:pt x="269" y="4805"/>
                      <a:pt x="1035" y="5360"/>
                    </a:cubicBezTo>
                    <a:cubicBezTo>
                      <a:pt x="1303" y="5571"/>
                      <a:pt x="1609" y="5743"/>
                      <a:pt x="1915" y="5839"/>
                    </a:cubicBezTo>
                    <a:cubicBezTo>
                      <a:pt x="2260" y="6451"/>
                      <a:pt x="2872" y="6815"/>
                      <a:pt x="3638" y="6815"/>
                    </a:cubicBezTo>
                    <a:lnTo>
                      <a:pt x="3638" y="6777"/>
                    </a:lnTo>
                    <a:lnTo>
                      <a:pt x="3791" y="6777"/>
                    </a:lnTo>
                    <a:cubicBezTo>
                      <a:pt x="4461" y="6777"/>
                      <a:pt x="5054" y="6643"/>
                      <a:pt x="5533" y="6451"/>
                    </a:cubicBezTo>
                    <a:cubicBezTo>
                      <a:pt x="5820" y="6643"/>
                      <a:pt x="6126" y="6738"/>
                      <a:pt x="6490" y="6738"/>
                    </a:cubicBezTo>
                    <a:cubicBezTo>
                      <a:pt x="7561" y="6738"/>
                      <a:pt x="8825" y="5839"/>
                      <a:pt x="9342" y="4709"/>
                    </a:cubicBezTo>
                    <a:cubicBezTo>
                      <a:pt x="9667" y="3867"/>
                      <a:pt x="9552" y="3063"/>
                      <a:pt x="8997" y="2470"/>
                    </a:cubicBezTo>
                    <a:cubicBezTo>
                      <a:pt x="8729" y="2202"/>
                      <a:pt x="8461" y="2011"/>
                      <a:pt x="8174" y="1896"/>
                    </a:cubicBezTo>
                    <a:cubicBezTo>
                      <a:pt x="7983" y="1264"/>
                      <a:pt x="7561" y="709"/>
                      <a:pt x="6987" y="365"/>
                    </a:cubicBezTo>
                    <a:cubicBezTo>
                      <a:pt x="6643" y="116"/>
                      <a:pt x="6260" y="1"/>
                      <a:pt x="5839" y="1"/>
                    </a:cubicBezTo>
                    <a:close/>
                  </a:path>
                </a:pathLst>
              </a:custGeom>
              <a:solidFill>
                <a:schemeClr val="lt1"/>
              </a:solidFill>
              <a:ln>
                <a:noFill/>
              </a:ln>
              <a:effectLst>
                <a:outerShdw blurRad="71438" rotWithShape="0" algn="bl" dir="5100000" dist="952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3"/>
              <p:cNvSpPr/>
              <p:nvPr/>
            </p:nvSpPr>
            <p:spPr>
              <a:xfrm>
                <a:off x="7206137" y="697992"/>
                <a:ext cx="847222" cy="482792"/>
              </a:xfrm>
              <a:custGeom>
                <a:rect b="b" l="l" r="r" t="t"/>
                <a:pathLst>
                  <a:path extrusionOk="0" h="5115" w="8976">
                    <a:moveTo>
                      <a:pt x="5465" y="1"/>
                    </a:moveTo>
                    <a:cubicBezTo>
                      <a:pt x="5046" y="1"/>
                      <a:pt x="4674" y="236"/>
                      <a:pt x="4420" y="544"/>
                    </a:cubicBezTo>
                    <a:lnTo>
                      <a:pt x="4420" y="544"/>
                    </a:lnTo>
                    <a:cubicBezTo>
                      <a:pt x="4251" y="408"/>
                      <a:pt x="4031" y="286"/>
                      <a:pt x="3750" y="192"/>
                    </a:cubicBezTo>
                    <a:cubicBezTo>
                      <a:pt x="3513" y="113"/>
                      <a:pt x="3313" y="79"/>
                      <a:pt x="3145" y="79"/>
                    </a:cubicBezTo>
                    <a:cubicBezTo>
                      <a:pt x="2087" y="79"/>
                      <a:pt x="2257" y="1417"/>
                      <a:pt x="2257" y="1417"/>
                    </a:cubicBezTo>
                    <a:cubicBezTo>
                      <a:pt x="2148" y="1352"/>
                      <a:pt x="2030" y="1323"/>
                      <a:pt x="1911" y="1323"/>
                    </a:cubicBezTo>
                    <a:cubicBezTo>
                      <a:pt x="1013" y="1323"/>
                      <a:pt x="0" y="3003"/>
                      <a:pt x="1166" y="3848"/>
                    </a:cubicBezTo>
                    <a:cubicBezTo>
                      <a:pt x="1526" y="4118"/>
                      <a:pt x="1869" y="4241"/>
                      <a:pt x="2164" y="4262"/>
                    </a:cubicBezTo>
                    <a:lnTo>
                      <a:pt x="2164" y="4262"/>
                    </a:lnTo>
                    <a:cubicBezTo>
                      <a:pt x="2265" y="4709"/>
                      <a:pt x="2587" y="5098"/>
                      <a:pt x="3272" y="5112"/>
                    </a:cubicBezTo>
                    <a:cubicBezTo>
                      <a:pt x="3333" y="5114"/>
                      <a:pt x="3394" y="5114"/>
                      <a:pt x="3453" y="5114"/>
                    </a:cubicBezTo>
                    <a:cubicBezTo>
                      <a:pt x="4324" y="5114"/>
                      <a:pt x="4917" y="4910"/>
                      <a:pt x="5259" y="4603"/>
                    </a:cubicBezTo>
                    <a:lnTo>
                      <a:pt x="5259" y="4603"/>
                    </a:lnTo>
                    <a:cubicBezTo>
                      <a:pt x="5331" y="4700"/>
                      <a:pt x="5420" y="4794"/>
                      <a:pt x="5531" y="4882"/>
                    </a:cubicBezTo>
                    <a:cubicBezTo>
                      <a:pt x="5686" y="5004"/>
                      <a:pt x="5875" y="5058"/>
                      <a:pt x="6080" y="5058"/>
                    </a:cubicBezTo>
                    <a:cubicBezTo>
                      <a:pt x="7261" y="5058"/>
                      <a:pt x="8975" y="3259"/>
                      <a:pt x="7981" y="2183"/>
                    </a:cubicBezTo>
                    <a:cubicBezTo>
                      <a:pt x="7700" y="1875"/>
                      <a:pt x="7399" y="1759"/>
                      <a:pt x="7118" y="1759"/>
                    </a:cubicBezTo>
                    <a:cubicBezTo>
                      <a:pt x="7086" y="1759"/>
                      <a:pt x="7055" y="1761"/>
                      <a:pt x="7024" y="1763"/>
                    </a:cubicBezTo>
                    <a:lnTo>
                      <a:pt x="7024" y="1763"/>
                    </a:lnTo>
                    <a:cubicBezTo>
                      <a:pt x="7040" y="1237"/>
                      <a:pt x="6785" y="627"/>
                      <a:pt x="6143" y="212"/>
                    </a:cubicBezTo>
                    <a:cubicBezTo>
                      <a:pt x="5911" y="64"/>
                      <a:pt x="5681" y="1"/>
                      <a:pt x="5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 name="Google Shape;300;p13"/>
            <p:cNvSpPr/>
            <p:nvPr/>
          </p:nvSpPr>
          <p:spPr>
            <a:xfrm>
              <a:off x="7240306" y="690818"/>
              <a:ext cx="766143" cy="504124"/>
            </a:xfrm>
            <a:custGeom>
              <a:rect b="b" l="l" r="r" t="t"/>
              <a:pathLst>
                <a:path extrusionOk="0" h="5341" w="8117">
                  <a:moveTo>
                    <a:pt x="4078" y="824"/>
                  </a:moveTo>
                  <a:cubicBezTo>
                    <a:pt x="4403" y="1130"/>
                    <a:pt x="4460" y="1493"/>
                    <a:pt x="4365" y="1723"/>
                  </a:cubicBezTo>
                  <a:cubicBezTo>
                    <a:pt x="4317" y="1853"/>
                    <a:pt x="4234" y="1925"/>
                    <a:pt x="4141" y="1925"/>
                  </a:cubicBezTo>
                  <a:cubicBezTo>
                    <a:pt x="4083" y="1925"/>
                    <a:pt x="4021" y="1897"/>
                    <a:pt x="3963" y="1838"/>
                  </a:cubicBezTo>
                  <a:cubicBezTo>
                    <a:pt x="3733" y="1647"/>
                    <a:pt x="3790" y="1206"/>
                    <a:pt x="4078" y="824"/>
                  </a:cubicBezTo>
                  <a:close/>
                  <a:moveTo>
                    <a:pt x="6547" y="2010"/>
                  </a:moveTo>
                  <a:lnTo>
                    <a:pt x="6547" y="2010"/>
                  </a:lnTo>
                  <a:cubicBezTo>
                    <a:pt x="6489" y="2451"/>
                    <a:pt x="6221" y="2776"/>
                    <a:pt x="5877" y="2833"/>
                  </a:cubicBezTo>
                  <a:lnTo>
                    <a:pt x="5800" y="2833"/>
                  </a:lnTo>
                  <a:cubicBezTo>
                    <a:pt x="5704" y="2833"/>
                    <a:pt x="5704" y="2795"/>
                    <a:pt x="5704" y="2776"/>
                  </a:cubicBezTo>
                  <a:cubicBezTo>
                    <a:pt x="5685" y="2585"/>
                    <a:pt x="6030" y="2125"/>
                    <a:pt x="6547" y="2010"/>
                  </a:cubicBezTo>
                  <a:close/>
                  <a:moveTo>
                    <a:pt x="2278" y="3120"/>
                  </a:moveTo>
                  <a:cubicBezTo>
                    <a:pt x="2355" y="3120"/>
                    <a:pt x="2393" y="3178"/>
                    <a:pt x="2451" y="3235"/>
                  </a:cubicBezTo>
                  <a:cubicBezTo>
                    <a:pt x="2623" y="3446"/>
                    <a:pt x="2661" y="3714"/>
                    <a:pt x="2565" y="3905"/>
                  </a:cubicBezTo>
                  <a:cubicBezTo>
                    <a:pt x="2451" y="4116"/>
                    <a:pt x="2202" y="4250"/>
                    <a:pt x="1895" y="4250"/>
                  </a:cubicBezTo>
                  <a:cubicBezTo>
                    <a:pt x="1819" y="3848"/>
                    <a:pt x="1934" y="3427"/>
                    <a:pt x="2106" y="3235"/>
                  </a:cubicBezTo>
                  <a:cubicBezTo>
                    <a:pt x="2163" y="3159"/>
                    <a:pt x="2221" y="3120"/>
                    <a:pt x="2278" y="3120"/>
                  </a:cubicBezTo>
                  <a:close/>
                  <a:moveTo>
                    <a:pt x="4977" y="3465"/>
                  </a:moveTo>
                  <a:cubicBezTo>
                    <a:pt x="5015" y="3465"/>
                    <a:pt x="5054" y="3522"/>
                    <a:pt x="5111" y="3637"/>
                  </a:cubicBezTo>
                  <a:cubicBezTo>
                    <a:pt x="5207" y="3943"/>
                    <a:pt x="5149" y="4250"/>
                    <a:pt x="4939" y="4499"/>
                  </a:cubicBezTo>
                  <a:cubicBezTo>
                    <a:pt x="4747" y="4173"/>
                    <a:pt x="4767" y="3809"/>
                    <a:pt x="4862" y="3599"/>
                  </a:cubicBezTo>
                  <a:cubicBezTo>
                    <a:pt x="4920" y="3503"/>
                    <a:pt x="4958" y="3465"/>
                    <a:pt x="4977" y="3465"/>
                  </a:cubicBezTo>
                  <a:close/>
                  <a:moveTo>
                    <a:pt x="5084" y="267"/>
                  </a:moveTo>
                  <a:cubicBezTo>
                    <a:pt x="5293" y="267"/>
                    <a:pt x="5505" y="329"/>
                    <a:pt x="5704" y="460"/>
                  </a:cubicBezTo>
                  <a:cubicBezTo>
                    <a:pt x="6202" y="766"/>
                    <a:pt x="6508" y="1264"/>
                    <a:pt x="6547" y="1800"/>
                  </a:cubicBezTo>
                  <a:cubicBezTo>
                    <a:pt x="5915" y="1895"/>
                    <a:pt x="5417" y="2470"/>
                    <a:pt x="5437" y="2795"/>
                  </a:cubicBezTo>
                  <a:cubicBezTo>
                    <a:pt x="5437" y="2948"/>
                    <a:pt x="5532" y="3082"/>
                    <a:pt x="5781" y="3082"/>
                  </a:cubicBezTo>
                  <a:lnTo>
                    <a:pt x="5877" y="3082"/>
                  </a:lnTo>
                  <a:cubicBezTo>
                    <a:pt x="6374" y="3025"/>
                    <a:pt x="6719" y="2585"/>
                    <a:pt x="6776" y="2010"/>
                  </a:cubicBezTo>
                  <a:cubicBezTo>
                    <a:pt x="7044" y="2029"/>
                    <a:pt x="7312" y="2163"/>
                    <a:pt x="7523" y="2393"/>
                  </a:cubicBezTo>
                  <a:cubicBezTo>
                    <a:pt x="7906" y="2795"/>
                    <a:pt x="7810" y="3274"/>
                    <a:pt x="7657" y="3618"/>
                  </a:cubicBezTo>
                  <a:cubicBezTo>
                    <a:pt x="7331" y="4384"/>
                    <a:pt x="6394" y="5073"/>
                    <a:pt x="5704" y="5073"/>
                  </a:cubicBezTo>
                  <a:cubicBezTo>
                    <a:pt x="5513" y="5073"/>
                    <a:pt x="5341" y="4996"/>
                    <a:pt x="5226" y="4901"/>
                  </a:cubicBezTo>
                  <a:cubicBezTo>
                    <a:pt x="5149" y="4843"/>
                    <a:pt x="5073" y="4786"/>
                    <a:pt x="5035" y="4709"/>
                  </a:cubicBezTo>
                  <a:cubicBezTo>
                    <a:pt x="5322" y="4403"/>
                    <a:pt x="5417" y="4001"/>
                    <a:pt x="5303" y="3599"/>
                  </a:cubicBezTo>
                  <a:cubicBezTo>
                    <a:pt x="5207" y="3312"/>
                    <a:pt x="5054" y="3254"/>
                    <a:pt x="4958" y="3254"/>
                  </a:cubicBezTo>
                  <a:cubicBezTo>
                    <a:pt x="4843" y="3254"/>
                    <a:pt x="4728" y="3350"/>
                    <a:pt x="4633" y="3522"/>
                  </a:cubicBezTo>
                  <a:cubicBezTo>
                    <a:pt x="4479" y="3809"/>
                    <a:pt x="4460" y="4269"/>
                    <a:pt x="4728" y="4690"/>
                  </a:cubicBezTo>
                  <a:cubicBezTo>
                    <a:pt x="4460" y="4901"/>
                    <a:pt x="3924" y="5130"/>
                    <a:pt x="3006" y="5130"/>
                  </a:cubicBezTo>
                  <a:lnTo>
                    <a:pt x="2910" y="5130"/>
                  </a:lnTo>
                  <a:cubicBezTo>
                    <a:pt x="2297" y="5092"/>
                    <a:pt x="2049" y="4805"/>
                    <a:pt x="1953" y="4499"/>
                  </a:cubicBezTo>
                  <a:cubicBezTo>
                    <a:pt x="2336" y="4479"/>
                    <a:pt x="2642" y="4288"/>
                    <a:pt x="2757" y="4039"/>
                  </a:cubicBezTo>
                  <a:cubicBezTo>
                    <a:pt x="2910" y="3752"/>
                    <a:pt x="2853" y="3427"/>
                    <a:pt x="2623" y="3140"/>
                  </a:cubicBezTo>
                  <a:cubicBezTo>
                    <a:pt x="2489" y="2967"/>
                    <a:pt x="2374" y="2948"/>
                    <a:pt x="2278" y="2948"/>
                  </a:cubicBezTo>
                  <a:cubicBezTo>
                    <a:pt x="2144" y="2948"/>
                    <a:pt x="2010" y="3006"/>
                    <a:pt x="1915" y="3140"/>
                  </a:cubicBezTo>
                  <a:cubicBezTo>
                    <a:pt x="1723" y="3369"/>
                    <a:pt x="1589" y="3829"/>
                    <a:pt x="1628" y="4288"/>
                  </a:cubicBezTo>
                  <a:cubicBezTo>
                    <a:pt x="1379" y="4231"/>
                    <a:pt x="1111" y="4097"/>
                    <a:pt x="843" y="3905"/>
                  </a:cubicBezTo>
                  <a:cubicBezTo>
                    <a:pt x="230" y="3446"/>
                    <a:pt x="364" y="2814"/>
                    <a:pt x="441" y="2565"/>
                  </a:cubicBezTo>
                  <a:cubicBezTo>
                    <a:pt x="613" y="2010"/>
                    <a:pt x="1111" y="1551"/>
                    <a:pt x="1513" y="1551"/>
                  </a:cubicBezTo>
                  <a:cubicBezTo>
                    <a:pt x="1608" y="1551"/>
                    <a:pt x="1704" y="1570"/>
                    <a:pt x="1800" y="1627"/>
                  </a:cubicBezTo>
                  <a:cubicBezTo>
                    <a:pt x="1809" y="1637"/>
                    <a:pt x="1829" y="1642"/>
                    <a:pt x="1850" y="1642"/>
                  </a:cubicBezTo>
                  <a:cubicBezTo>
                    <a:pt x="1872" y="1642"/>
                    <a:pt x="1895" y="1637"/>
                    <a:pt x="1915" y="1627"/>
                  </a:cubicBezTo>
                  <a:cubicBezTo>
                    <a:pt x="1953" y="1608"/>
                    <a:pt x="1972" y="1551"/>
                    <a:pt x="1972" y="1513"/>
                  </a:cubicBezTo>
                  <a:cubicBezTo>
                    <a:pt x="1972" y="1513"/>
                    <a:pt x="1876" y="862"/>
                    <a:pt x="2183" y="517"/>
                  </a:cubicBezTo>
                  <a:cubicBezTo>
                    <a:pt x="2326" y="385"/>
                    <a:pt x="2501" y="323"/>
                    <a:pt x="2726" y="323"/>
                  </a:cubicBezTo>
                  <a:cubicBezTo>
                    <a:pt x="2891" y="323"/>
                    <a:pt x="3084" y="357"/>
                    <a:pt x="3312" y="422"/>
                  </a:cubicBezTo>
                  <a:cubicBezTo>
                    <a:pt x="3522" y="498"/>
                    <a:pt x="3714" y="575"/>
                    <a:pt x="3867" y="690"/>
                  </a:cubicBezTo>
                  <a:cubicBezTo>
                    <a:pt x="3542" y="1149"/>
                    <a:pt x="3427" y="1742"/>
                    <a:pt x="3790" y="2049"/>
                  </a:cubicBezTo>
                  <a:cubicBezTo>
                    <a:pt x="3886" y="2144"/>
                    <a:pt x="4001" y="2202"/>
                    <a:pt x="4116" y="2202"/>
                  </a:cubicBezTo>
                  <a:cubicBezTo>
                    <a:pt x="4345" y="2202"/>
                    <a:pt x="4499" y="2049"/>
                    <a:pt x="4575" y="1838"/>
                  </a:cubicBezTo>
                  <a:cubicBezTo>
                    <a:pt x="4690" y="1532"/>
                    <a:pt x="4633" y="1053"/>
                    <a:pt x="4212" y="670"/>
                  </a:cubicBezTo>
                  <a:cubicBezTo>
                    <a:pt x="4464" y="407"/>
                    <a:pt x="4771" y="267"/>
                    <a:pt x="5084" y="267"/>
                  </a:cubicBezTo>
                  <a:close/>
                  <a:moveTo>
                    <a:pt x="5073" y="1"/>
                  </a:moveTo>
                  <a:cubicBezTo>
                    <a:pt x="4690" y="1"/>
                    <a:pt x="4307" y="173"/>
                    <a:pt x="4020" y="479"/>
                  </a:cubicBezTo>
                  <a:cubicBezTo>
                    <a:pt x="3867" y="364"/>
                    <a:pt x="3637" y="230"/>
                    <a:pt x="3408" y="173"/>
                  </a:cubicBezTo>
                  <a:cubicBezTo>
                    <a:pt x="3162" y="83"/>
                    <a:pt x="2945" y="40"/>
                    <a:pt x="2755" y="40"/>
                  </a:cubicBezTo>
                  <a:cubicBezTo>
                    <a:pt x="2456" y="40"/>
                    <a:pt x="2224" y="146"/>
                    <a:pt x="2049" y="345"/>
                  </a:cubicBezTo>
                  <a:cubicBezTo>
                    <a:pt x="1800" y="632"/>
                    <a:pt x="1742" y="1053"/>
                    <a:pt x="1742" y="1302"/>
                  </a:cubicBezTo>
                  <a:cubicBezTo>
                    <a:pt x="1685" y="1264"/>
                    <a:pt x="1608" y="1264"/>
                    <a:pt x="1532" y="1264"/>
                  </a:cubicBezTo>
                  <a:cubicBezTo>
                    <a:pt x="1015" y="1264"/>
                    <a:pt x="441" y="1800"/>
                    <a:pt x="230" y="2431"/>
                  </a:cubicBezTo>
                  <a:cubicBezTo>
                    <a:pt x="1" y="3063"/>
                    <a:pt x="173" y="3656"/>
                    <a:pt x="709" y="4039"/>
                  </a:cubicBezTo>
                  <a:cubicBezTo>
                    <a:pt x="1015" y="4288"/>
                    <a:pt x="1379" y="4422"/>
                    <a:pt x="1685" y="4479"/>
                  </a:cubicBezTo>
                  <a:cubicBezTo>
                    <a:pt x="1819" y="4996"/>
                    <a:pt x="2259" y="5341"/>
                    <a:pt x="2872" y="5341"/>
                  </a:cubicBezTo>
                  <a:lnTo>
                    <a:pt x="3006" y="5341"/>
                  </a:lnTo>
                  <a:cubicBezTo>
                    <a:pt x="3810" y="5341"/>
                    <a:pt x="4460" y="5168"/>
                    <a:pt x="4862" y="4881"/>
                  </a:cubicBezTo>
                  <a:cubicBezTo>
                    <a:pt x="4901" y="4958"/>
                    <a:pt x="5015" y="5034"/>
                    <a:pt x="5073" y="5092"/>
                  </a:cubicBezTo>
                  <a:cubicBezTo>
                    <a:pt x="5245" y="5245"/>
                    <a:pt x="5456" y="5302"/>
                    <a:pt x="5704" y="5302"/>
                  </a:cubicBezTo>
                  <a:cubicBezTo>
                    <a:pt x="6489" y="5302"/>
                    <a:pt x="7485" y="4575"/>
                    <a:pt x="7887" y="3714"/>
                  </a:cubicBezTo>
                  <a:cubicBezTo>
                    <a:pt x="8116" y="3140"/>
                    <a:pt x="8040" y="2604"/>
                    <a:pt x="7695" y="2221"/>
                  </a:cubicBezTo>
                  <a:cubicBezTo>
                    <a:pt x="7427" y="1934"/>
                    <a:pt x="7121" y="1761"/>
                    <a:pt x="6776" y="1761"/>
                  </a:cubicBezTo>
                  <a:cubicBezTo>
                    <a:pt x="6738" y="1168"/>
                    <a:pt x="6394" y="594"/>
                    <a:pt x="5819" y="230"/>
                  </a:cubicBezTo>
                  <a:cubicBezTo>
                    <a:pt x="5590" y="77"/>
                    <a:pt x="5341" y="1"/>
                    <a:pt x="50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 name="Google Shape;301;p13"/>
          <p:cNvGrpSpPr/>
          <p:nvPr/>
        </p:nvGrpSpPr>
        <p:grpSpPr>
          <a:xfrm rot="-1230385">
            <a:off x="8461239" y="2335370"/>
            <a:ext cx="657386" cy="788764"/>
            <a:chOff x="4036318" y="3820178"/>
            <a:chExt cx="657409" cy="788792"/>
          </a:xfrm>
        </p:grpSpPr>
        <p:sp>
          <p:nvSpPr>
            <p:cNvPr id="302" name="Google Shape;302;p13"/>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3"/>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9" name="Google Shape;309;p13"/>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0" name="Google Shape;310;p13"/>
          <p:cNvSpPr txBox="1"/>
          <p:nvPr>
            <p:ph idx="1" type="subTitle"/>
          </p:nvPr>
        </p:nvSpPr>
        <p:spPr>
          <a:xfrm>
            <a:off x="1534093" y="1868100"/>
            <a:ext cx="2971800" cy="504900"/>
          </a:xfrm>
          <a:prstGeom prst="rect">
            <a:avLst/>
          </a:prstGeom>
        </p:spPr>
        <p:txBody>
          <a:bodyPr anchorCtr="0" anchor="t" bIns="0" lIns="0" spcFirstLastPara="1" rIns="0" wrap="square" tIns="0">
            <a:noAutofit/>
          </a:bodyPr>
          <a:lstStyle>
            <a:lvl1pPr lvl="0" marR="914400" rtl="0">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11" name="Google Shape;311;p13"/>
          <p:cNvSpPr txBox="1"/>
          <p:nvPr>
            <p:ph idx="2" type="subTitle"/>
          </p:nvPr>
        </p:nvSpPr>
        <p:spPr>
          <a:xfrm>
            <a:off x="1534093" y="1398325"/>
            <a:ext cx="29691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312" name="Google Shape;312;p13"/>
          <p:cNvSpPr txBox="1"/>
          <p:nvPr>
            <p:ph hasCustomPrompt="1" idx="3" type="title"/>
          </p:nvPr>
        </p:nvSpPr>
        <p:spPr>
          <a:xfrm>
            <a:off x="843725" y="1515175"/>
            <a:ext cx="378900" cy="378900"/>
          </a:xfrm>
          <a:prstGeom prst="rect">
            <a:avLst/>
          </a:prstGeom>
        </p:spPr>
        <p:txBody>
          <a:bodyPr anchorCtr="0" anchor="t" bIns="0" lIns="0" spcFirstLastPara="1" rIns="0" wrap="square" tIns="0">
            <a:noAutofit/>
          </a:bodyPr>
          <a:lstStyle>
            <a:lvl1pPr lvl="0" rtl="0" algn="ctr">
              <a:spcBef>
                <a:spcPts val="0"/>
              </a:spcBef>
              <a:spcAft>
                <a:spcPts val="0"/>
              </a:spcAft>
              <a:buSzPts val="2400"/>
              <a:buNone/>
              <a:defRPr sz="24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13" name="Google Shape;313;p13"/>
          <p:cNvSpPr txBox="1"/>
          <p:nvPr>
            <p:ph idx="4" type="subTitle"/>
          </p:nvPr>
        </p:nvSpPr>
        <p:spPr>
          <a:xfrm>
            <a:off x="1534093" y="2933025"/>
            <a:ext cx="2971800" cy="504900"/>
          </a:xfrm>
          <a:prstGeom prst="rect">
            <a:avLst/>
          </a:prstGeom>
        </p:spPr>
        <p:txBody>
          <a:bodyPr anchorCtr="0" anchor="t" bIns="0" lIns="0" spcFirstLastPara="1" rIns="0" wrap="square" tIns="0">
            <a:noAutofit/>
          </a:bodyPr>
          <a:lstStyle>
            <a:lvl1pPr lvl="0" marR="914400" rtl="0">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14" name="Google Shape;314;p13"/>
          <p:cNvSpPr txBox="1"/>
          <p:nvPr>
            <p:ph idx="5" type="subTitle"/>
          </p:nvPr>
        </p:nvSpPr>
        <p:spPr>
          <a:xfrm>
            <a:off x="1534093" y="2463250"/>
            <a:ext cx="29718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315" name="Google Shape;315;p13"/>
          <p:cNvSpPr txBox="1"/>
          <p:nvPr>
            <p:ph hasCustomPrompt="1" idx="6" type="title"/>
          </p:nvPr>
        </p:nvSpPr>
        <p:spPr>
          <a:xfrm>
            <a:off x="843725" y="2580100"/>
            <a:ext cx="378900" cy="378900"/>
          </a:xfrm>
          <a:prstGeom prst="rect">
            <a:avLst/>
          </a:prstGeom>
        </p:spPr>
        <p:txBody>
          <a:bodyPr anchorCtr="0" anchor="t" bIns="0" lIns="0" spcFirstLastPara="1" rIns="0" wrap="square" tIns="0">
            <a:noAutofit/>
          </a:bodyPr>
          <a:lstStyle>
            <a:lvl1pPr lvl="0" rtl="0" algn="ctr">
              <a:spcBef>
                <a:spcPts val="0"/>
              </a:spcBef>
              <a:spcAft>
                <a:spcPts val="0"/>
              </a:spcAft>
              <a:buSzPts val="2400"/>
              <a:buNone/>
              <a:defRPr sz="24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16" name="Google Shape;316;p13"/>
          <p:cNvSpPr txBox="1"/>
          <p:nvPr>
            <p:ph idx="7" type="subTitle"/>
          </p:nvPr>
        </p:nvSpPr>
        <p:spPr>
          <a:xfrm>
            <a:off x="1534093" y="4114800"/>
            <a:ext cx="2971800" cy="504900"/>
          </a:xfrm>
          <a:prstGeom prst="rect">
            <a:avLst/>
          </a:prstGeom>
        </p:spPr>
        <p:txBody>
          <a:bodyPr anchorCtr="0" anchor="t" bIns="0" lIns="0" spcFirstLastPara="1" rIns="0" wrap="square" tIns="0">
            <a:noAutofit/>
          </a:bodyPr>
          <a:lstStyle>
            <a:lvl1pPr lvl="0" marR="914400" rtl="0">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17" name="Google Shape;317;p13"/>
          <p:cNvSpPr txBox="1"/>
          <p:nvPr>
            <p:ph idx="8" type="subTitle"/>
          </p:nvPr>
        </p:nvSpPr>
        <p:spPr>
          <a:xfrm>
            <a:off x="1534093" y="3645025"/>
            <a:ext cx="29718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318" name="Google Shape;318;p13"/>
          <p:cNvSpPr txBox="1"/>
          <p:nvPr>
            <p:ph hasCustomPrompt="1" idx="9" type="title"/>
          </p:nvPr>
        </p:nvSpPr>
        <p:spPr>
          <a:xfrm>
            <a:off x="843725" y="3761875"/>
            <a:ext cx="378900" cy="378900"/>
          </a:xfrm>
          <a:prstGeom prst="rect">
            <a:avLst/>
          </a:prstGeom>
        </p:spPr>
        <p:txBody>
          <a:bodyPr anchorCtr="0" anchor="t" bIns="0" lIns="0" spcFirstLastPara="1" rIns="0" wrap="square" tIns="0">
            <a:noAutofit/>
          </a:bodyPr>
          <a:lstStyle>
            <a:lvl1pPr lvl="0" rtl="0" algn="ctr">
              <a:spcBef>
                <a:spcPts val="0"/>
              </a:spcBef>
              <a:spcAft>
                <a:spcPts val="0"/>
              </a:spcAft>
              <a:buSzPts val="2400"/>
              <a:buNone/>
              <a:defRPr sz="24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19" name="Google Shape;319;p13"/>
          <p:cNvSpPr txBox="1"/>
          <p:nvPr>
            <p:ph idx="13" type="subTitle"/>
          </p:nvPr>
        </p:nvSpPr>
        <p:spPr>
          <a:xfrm>
            <a:off x="5363718" y="1868100"/>
            <a:ext cx="2969100" cy="504900"/>
          </a:xfrm>
          <a:prstGeom prst="rect">
            <a:avLst/>
          </a:prstGeom>
        </p:spPr>
        <p:txBody>
          <a:bodyPr anchorCtr="0" anchor="t" bIns="0" lIns="0" spcFirstLastPara="1" rIns="0" wrap="square" tIns="0">
            <a:noAutofit/>
          </a:bodyPr>
          <a:lstStyle>
            <a:lvl1pPr lvl="0" marR="914400" rtl="0">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20" name="Google Shape;320;p13"/>
          <p:cNvSpPr txBox="1"/>
          <p:nvPr>
            <p:ph idx="14" type="subTitle"/>
          </p:nvPr>
        </p:nvSpPr>
        <p:spPr>
          <a:xfrm>
            <a:off x="5363718" y="1398325"/>
            <a:ext cx="29718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321" name="Google Shape;321;p13"/>
          <p:cNvSpPr txBox="1"/>
          <p:nvPr>
            <p:ph hasCustomPrompt="1" idx="15" type="title"/>
          </p:nvPr>
        </p:nvSpPr>
        <p:spPr>
          <a:xfrm>
            <a:off x="4690450" y="1515175"/>
            <a:ext cx="378900" cy="378900"/>
          </a:xfrm>
          <a:prstGeom prst="rect">
            <a:avLst/>
          </a:prstGeom>
        </p:spPr>
        <p:txBody>
          <a:bodyPr anchorCtr="0" anchor="t" bIns="0" lIns="0" spcFirstLastPara="1" rIns="0" wrap="square" tIns="0">
            <a:noAutofit/>
          </a:bodyPr>
          <a:lstStyle>
            <a:lvl1pPr lvl="0" rtl="0" algn="ctr">
              <a:spcBef>
                <a:spcPts val="0"/>
              </a:spcBef>
              <a:spcAft>
                <a:spcPts val="0"/>
              </a:spcAft>
              <a:buSzPts val="2400"/>
              <a:buNone/>
              <a:defRPr sz="24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22" name="Google Shape;322;p13"/>
          <p:cNvSpPr txBox="1"/>
          <p:nvPr>
            <p:ph idx="16" type="subTitle"/>
          </p:nvPr>
        </p:nvSpPr>
        <p:spPr>
          <a:xfrm>
            <a:off x="5363718" y="2933025"/>
            <a:ext cx="2969100" cy="504900"/>
          </a:xfrm>
          <a:prstGeom prst="rect">
            <a:avLst/>
          </a:prstGeom>
        </p:spPr>
        <p:txBody>
          <a:bodyPr anchorCtr="0" anchor="t" bIns="0" lIns="0" spcFirstLastPara="1" rIns="0" wrap="square" tIns="0">
            <a:noAutofit/>
          </a:bodyPr>
          <a:lstStyle>
            <a:lvl1pPr lvl="0" marR="914400" rtl="0">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23" name="Google Shape;323;p13"/>
          <p:cNvSpPr txBox="1"/>
          <p:nvPr>
            <p:ph idx="17" type="subTitle"/>
          </p:nvPr>
        </p:nvSpPr>
        <p:spPr>
          <a:xfrm>
            <a:off x="5363718" y="2463250"/>
            <a:ext cx="29718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324" name="Google Shape;324;p13"/>
          <p:cNvSpPr txBox="1"/>
          <p:nvPr>
            <p:ph hasCustomPrompt="1" idx="18" type="title"/>
          </p:nvPr>
        </p:nvSpPr>
        <p:spPr>
          <a:xfrm>
            <a:off x="4690450" y="2580100"/>
            <a:ext cx="378900" cy="378900"/>
          </a:xfrm>
          <a:prstGeom prst="rect">
            <a:avLst/>
          </a:prstGeom>
        </p:spPr>
        <p:txBody>
          <a:bodyPr anchorCtr="0" anchor="t" bIns="0" lIns="0" spcFirstLastPara="1" rIns="0" wrap="square" tIns="0">
            <a:noAutofit/>
          </a:bodyPr>
          <a:lstStyle>
            <a:lvl1pPr lvl="0" rtl="0" algn="ctr">
              <a:spcBef>
                <a:spcPts val="0"/>
              </a:spcBef>
              <a:spcAft>
                <a:spcPts val="0"/>
              </a:spcAft>
              <a:buSzPts val="2400"/>
              <a:buNone/>
              <a:defRPr sz="24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25" name="Google Shape;325;p13"/>
          <p:cNvSpPr txBox="1"/>
          <p:nvPr>
            <p:ph idx="19" type="subTitle"/>
          </p:nvPr>
        </p:nvSpPr>
        <p:spPr>
          <a:xfrm>
            <a:off x="5363718" y="4114800"/>
            <a:ext cx="2969100" cy="504900"/>
          </a:xfrm>
          <a:prstGeom prst="rect">
            <a:avLst/>
          </a:prstGeom>
        </p:spPr>
        <p:txBody>
          <a:bodyPr anchorCtr="0" anchor="t" bIns="0" lIns="0" spcFirstLastPara="1" rIns="0" wrap="square" tIns="0">
            <a:noAutofit/>
          </a:bodyPr>
          <a:lstStyle>
            <a:lvl1pPr lvl="0" marR="914400" rtl="0">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26" name="Google Shape;326;p13"/>
          <p:cNvSpPr txBox="1"/>
          <p:nvPr>
            <p:ph idx="20" type="subTitle"/>
          </p:nvPr>
        </p:nvSpPr>
        <p:spPr>
          <a:xfrm>
            <a:off x="5363718" y="3645025"/>
            <a:ext cx="29718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327" name="Google Shape;327;p13"/>
          <p:cNvSpPr txBox="1"/>
          <p:nvPr>
            <p:ph hasCustomPrompt="1" idx="21" type="title"/>
          </p:nvPr>
        </p:nvSpPr>
        <p:spPr>
          <a:xfrm>
            <a:off x="4690450" y="3761875"/>
            <a:ext cx="378900" cy="378900"/>
          </a:xfrm>
          <a:prstGeom prst="rect">
            <a:avLst/>
          </a:prstGeom>
        </p:spPr>
        <p:txBody>
          <a:bodyPr anchorCtr="0" anchor="t" bIns="0" lIns="0" spcFirstLastPara="1" rIns="0" wrap="square" tIns="0">
            <a:noAutofit/>
          </a:bodyPr>
          <a:lstStyle>
            <a:lvl1pPr lvl="0" rtl="0" algn="ctr">
              <a:spcBef>
                <a:spcPts val="0"/>
              </a:spcBef>
              <a:spcAft>
                <a:spcPts val="0"/>
              </a:spcAft>
              <a:buSzPts val="2400"/>
              <a:buNone/>
              <a:defRPr sz="24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grpSp>
        <p:nvGrpSpPr>
          <p:cNvPr id="328" name="Google Shape;328;p13"/>
          <p:cNvGrpSpPr/>
          <p:nvPr/>
        </p:nvGrpSpPr>
        <p:grpSpPr>
          <a:xfrm>
            <a:off x="139699" y="3659267"/>
            <a:ext cx="751817" cy="1220960"/>
            <a:chOff x="139699" y="3659267"/>
            <a:chExt cx="751817" cy="1220960"/>
          </a:xfrm>
        </p:grpSpPr>
        <p:grpSp>
          <p:nvGrpSpPr>
            <p:cNvPr id="329" name="Google Shape;329;p13"/>
            <p:cNvGrpSpPr/>
            <p:nvPr/>
          </p:nvGrpSpPr>
          <p:grpSpPr>
            <a:xfrm>
              <a:off x="471564" y="4135093"/>
              <a:ext cx="128153" cy="131499"/>
              <a:chOff x="4915051" y="3921555"/>
              <a:chExt cx="128153" cy="131499"/>
            </a:xfrm>
          </p:grpSpPr>
          <p:sp>
            <p:nvSpPr>
              <p:cNvPr id="330" name="Google Shape;330;p13"/>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 name="Google Shape;335;p13"/>
            <p:cNvSpPr/>
            <p:nvPr/>
          </p:nvSpPr>
          <p:spPr>
            <a:xfrm>
              <a:off x="305085" y="4479239"/>
              <a:ext cx="97803" cy="97803"/>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a:off x="139699" y="3659267"/>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669621" y="4655133"/>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3">
    <p:spTree>
      <p:nvGrpSpPr>
        <p:cNvPr id="338" name="Shape 338"/>
        <p:cNvGrpSpPr/>
        <p:nvPr/>
      </p:nvGrpSpPr>
      <p:grpSpPr>
        <a:xfrm>
          <a:off x="0" y="0"/>
          <a:ext cx="0" cy="0"/>
          <a:chOff x="0" y="0"/>
          <a:chExt cx="0" cy="0"/>
        </a:xfrm>
      </p:grpSpPr>
      <p:sp>
        <p:nvSpPr>
          <p:cNvPr id="339" name="Google Shape;339;p14"/>
          <p:cNvSpPr txBox="1"/>
          <p:nvPr>
            <p:ph type="title"/>
          </p:nvPr>
        </p:nvSpPr>
        <p:spPr>
          <a:xfrm>
            <a:off x="2599950" y="1423800"/>
            <a:ext cx="3944100" cy="1544400"/>
          </a:xfrm>
          <a:prstGeom prst="rect">
            <a:avLst/>
          </a:prstGeom>
        </p:spPr>
        <p:txBody>
          <a:bodyPr anchorCtr="0" anchor="t" bIns="0" lIns="0" spcFirstLastPara="1" rIns="0" wrap="square" tIns="0">
            <a:noAutofit/>
          </a:bodyPr>
          <a:lstStyle>
            <a:lvl1pPr lvl="0" rtl="0" algn="ctr">
              <a:spcBef>
                <a:spcPts val="0"/>
              </a:spcBef>
              <a:spcAft>
                <a:spcPts val="0"/>
              </a:spcAft>
              <a:buNone/>
              <a:defRPr b="0" sz="2300">
                <a:solidFill>
                  <a:schemeClr val="dk1"/>
                </a:solidFill>
                <a:latin typeface="Fira Sans"/>
                <a:ea typeface="Fira Sans"/>
                <a:cs typeface="Fira Sans"/>
                <a:sym typeface="Fira Sans"/>
              </a:defRPr>
            </a:lvl1pPr>
            <a:lvl2pPr lvl="1" rtl="0" algn="ctr">
              <a:spcBef>
                <a:spcPts val="0"/>
              </a:spcBef>
              <a:spcAft>
                <a:spcPts val="0"/>
              </a:spcAft>
              <a:buNone/>
              <a:defRPr b="0" sz="2300">
                <a:solidFill>
                  <a:schemeClr val="dk1"/>
                </a:solidFill>
                <a:latin typeface="Fira Sans"/>
                <a:ea typeface="Fira Sans"/>
                <a:cs typeface="Fira Sans"/>
                <a:sym typeface="Fira Sans"/>
              </a:defRPr>
            </a:lvl2pPr>
            <a:lvl3pPr lvl="2" rtl="0" algn="ctr">
              <a:spcBef>
                <a:spcPts val="0"/>
              </a:spcBef>
              <a:spcAft>
                <a:spcPts val="0"/>
              </a:spcAft>
              <a:buNone/>
              <a:defRPr b="0" sz="2300">
                <a:solidFill>
                  <a:schemeClr val="dk1"/>
                </a:solidFill>
                <a:latin typeface="Fira Sans"/>
                <a:ea typeface="Fira Sans"/>
                <a:cs typeface="Fira Sans"/>
                <a:sym typeface="Fira Sans"/>
              </a:defRPr>
            </a:lvl3pPr>
            <a:lvl4pPr lvl="3" rtl="0" algn="ctr">
              <a:spcBef>
                <a:spcPts val="0"/>
              </a:spcBef>
              <a:spcAft>
                <a:spcPts val="0"/>
              </a:spcAft>
              <a:buNone/>
              <a:defRPr b="0" sz="2300">
                <a:solidFill>
                  <a:schemeClr val="dk1"/>
                </a:solidFill>
                <a:latin typeface="Fira Sans"/>
                <a:ea typeface="Fira Sans"/>
                <a:cs typeface="Fira Sans"/>
                <a:sym typeface="Fira Sans"/>
              </a:defRPr>
            </a:lvl4pPr>
            <a:lvl5pPr lvl="4" rtl="0" algn="ctr">
              <a:spcBef>
                <a:spcPts val="0"/>
              </a:spcBef>
              <a:spcAft>
                <a:spcPts val="0"/>
              </a:spcAft>
              <a:buNone/>
              <a:defRPr b="0" sz="2300">
                <a:solidFill>
                  <a:schemeClr val="dk1"/>
                </a:solidFill>
                <a:latin typeface="Fira Sans"/>
                <a:ea typeface="Fira Sans"/>
                <a:cs typeface="Fira Sans"/>
                <a:sym typeface="Fira Sans"/>
              </a:defRPr>
            </a:lvl5pPr>
            <a:lvl6pPr lvl="5" rtl="0" algn="ctr">
              <a:spcBef>
                <a:spcPts val="0"/>
              </a:spcBef>
              <a:spcAft>
                <a:spcPts val="0"/>
              </a:spcAft>
              <a:buNone/>
              <a:defRPr b="0" sz="2300">
                <a:solidFill>
                  <a:schemeClr val="dk1"/>
                </a:solidFill>
                <a:latin typeface="Fira Sans"/>
                <a:ea typeface="Fira Sans"/>
                <a:cs typeface="Fira Sans"/>
                <a:sym typeface="Fira Sans"/>
              </a:defRPr>
            </a:lvl6pPr>
            <a:lvl7pPr lvl="6" rtl="0" algn="ctr">
              <a:spcBef>
                <a:spcPts val="0"/>
              </a:spcBef>
              <a:spcAft>
                <a:spcPts val="0"/>
              </a:spcAft>
              <a:buNone/>
              <a:defRPr b="0" sz="2300">
                <a:solidFill>
                  <a:schemeClr val="dk1"/>
                </a:solidFill>
                <a:latin typeface="Fira Sans"/>
                <a:ea typeface="Fira Sans"/>
                <a:cs typeface="Fira Sans"/>
                <a:sym typeface="Fira Sans"/>
              </a:defRPr>
            </a:lvl7pPr>
            <a:lvl8pPr lvl="7" rtl="0" algn="ctr">
              <a:spcBef>
                <a:spcPts val="0"/>
              </a:spcBef>
              <a:spcAft>
                <a:spcPts val="0"/>
              </a:spcAft>
              <a:buNone/>
              <a:defRPr b="0" sz="2300">
                <a:solidFill>
                  <a:schemeClr val="dk1"/>
                </a:solidFill>
                <a:latin typeface="Fira Sans"/>
                <a:ea typeface="Fira Sans"/>
                <a:cs typeface="Fira Sans"/>
                <a:sym typeface="Fira Sans"/>
              </a:defRPr>
            </a:lvl8pPr>
            <a:lvl9pPr lvl="8" rtl="0" algn="ctr">
              <a:spcBef>
                <a:spcPts val="0"/>
              </a:spcBef>
              <a:spcAft>
                <a:spcPts val="0"/>
              </a:spcAft>
              <a:buNone/>
              <a:defRPr b="0" sz="2300">
                <a:solidFill>
                  <a:schemeClr val="dk1"/>
                </a:solidFill>
                <a:latin typeface="Fira Sans"/>
                <a:ea typeface="Fira Sans"/>
                <a:cs typeface="Fira Sans"/>
                <a:sym typeface="Fira Sans"/>
              </a:defRPr>
            </a:lvl9pPr>
          </a:lstStyle>
          <a:p/>
        </p:txBody>
      </p:sp>
      <p:sp>
        <p:nvSpPr>
          <p:cNvPr id="340" name="Google Shape;340;p14"/>
          <p:cNvSpPr txBox="1"/>
          <p:nvPr>
            <p:ph idx="1" type="subTitle"/>
          </p:nvPr>
        </p:nvSpPr>
        <p:spPr>
          <a:xfrm>
            <a:off x="3002850" y="3084425"/>
            <a:ext cx="3138300" cy="3807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None/>
              <a:defRPr sz="2100">
                <a:solidFill>
                  <a:schemeClr val="accent6"/>
                </a:solidFill>
                <a:latin typeface="Grandstander SemiBold"/>
                <a:ea typeface="Grandstander SemiBold"/>
                <a:cs typeface="Grandstander SemiBold"/>
                <a:sym typeface="Grandstander SemiBold"/>
              </a:defRPr>
            </a:lvl1pPr>
            <a:lvl2pPr lvl="1" rtl="0" algn="ctr">
              <a:lnSpc>
                <a:spcPct val="100000"/>
              </a:lnSpc>
              <a:spcBef>
                <a:spcPts val="0"/>
              </a:spcBef>
              <a:spcAft>
                <a:spcPts val="0"/>
              </a:spcAft>
              <a:buNone/>
              <a:defRPr sz="2100">
                <a:solidFill>
                  <a:schemeClr val="accent6"/>
                </a:solidFill>
                <a:latin typeface="Grandstander SemiBold"/>
                <a:ea typeface="Grandstander SemiBold"/>
                <a:cs typeface="Grandstander SemiBold"/>
                <a:sym typeface="Grandstander SemiBold"/>
              </a:defRPr>
            </a:lvl2pPr>
            <a:lvl3pPr lvl="2" rtl="0" algn="ctr">
              <a:lnSpc>
                <a:spcPct val="100000"/>
              </a:lnSpc>
              <a:spcBef>
                <a:spcPts val="0"/>
              </a:spcBef>
              <a:spcAft>
                <a:spcPts val="0"/>
              </a:spcAft>
              <a:buNone/>
              <a:defRPr sz="2100">
                <a:solidFill>
                  <a:schemeClr val="accent6"/>
                </a:solidFill>
                <a:latin typeface="Grandstander SemiBold"/>
                <a:ea typeface="Grandstander SemiBold"/>
                <a:cs typeface="Grandstander SemiBold"/>
                <a:sym typeface="Grandstander SemiBold"/>
              </a:defRPr>
            </a:lvl3pPr>
            <a:lvl4pPr lvl="3" rtl="0" algn="ctr">
              <a:lnSpc>
                <a:spcPct val="100000"/>
              </a:lnSpc>
              <a:spcBef>
                <a:spcPts val="0"/>
              </a:spcBef>
              <a:spcAft>
                <a:spcPts val="0"/>
              </a:spcAft>
              <a:buNone/>
              <a:defRPr sz="2100">
                <a:solidFill>
                  <a:schemeClr val="accent6"/>
                </a:solidFill>
                <a:latin typeface="Grandstander SemiBold"/>
                <a:ea typeface="Grandstander SemiBold"/>
                <a:cs typeface="Grandstander SemiBold"/>
                <a:sym typeface="Grandstander SemiBold"/>
              </a:defRPr>
            </a:lvl4pPr>
            <a:lvl5pPr lvl="4" rtl="0" algn="ctr">
              <a:lnSpc>
                <a:spcPct val="100000"/>
              </a:lnSpc>
              <a:spcBef>
                <a:spcPts val="0"/>
              </a:spcBef>
              <a:spcAft>
                <a:spcPts val="0"/>
              </a:spcAft>
              <a:buNone/>
              <a:defRPr sz="2100">
                <a:solidFill>
                  <a:schemeClr val="accent6"/>
                </a:solidFill>
                <a:latin typeface="Grandstander SemiBold"/>
                <a:ea typeface="Grandstander SemiBold"/>
                <a:cs typeface="Grandstander SemiBold"/>
                <a:sym typeface="Grandstander SemiBold"/>
              </a:defRPr>
            </a:lvl5pPr>
            <a:lvl6pPr lvl="5" rtl="0" algn="ctr">
              <a:lnSpc>
                <a:spcPct val="100000"/>
              </a:lnSpc>
              <a:spcBef>
                <a:spcPts val="0"/>
              </a:spcBef>
              <a:spcAft>
                <a:spcPts val="0"/>
              </a:spcAft>
              <a:buNone/>
              <a:defRPr sz="2100">
                <a:solidFill>
                  <a:schemeClr val="accent6"/>
                </a:solidFill>
                <a:latin typeface="Grandstander SemiBold"/>
                <a:ea typeface="Grandstander SemiBold"/>
                <a:cs typeface="Grandstander SemiBold"/>
                <a:sym typeface="Grandstander SemiBold"/>
              </a:defRPr>
            </a:lvl6pPr>
            <a:lvl7pPr lvl="6" rtl="0" algn="ctr">
              <a:lnSpc>
                <a:spcPct val="100000"/>
              </a:lnSpc>
              <a:spcBef>
                <a:spcPts val="0"/>
              </a:spcBef>
              <a:spcAft>
                <a:spcPts val="0"/>
              </a:spcAft>
              <a:buNone/>
              <a:defRPr sz="2100">
                <a:solidFill>
                  <a:schemeClr val="accent6"/>
                </a:solidFill>
                <a:latin typeface="Grandstander SemiBold"/>
                <a:ea typeface="Grandstander SemiBold"/>
                <a:cs typeface="Grandstander SemiBold"/>
                <a:sym typeface="Grandstander SemiBold"/>
              </a:defRPr>
            </a:lvl7pPr>
            <a:lvl8pPr lvl="7" rtl="0" algn="ctr">
              <a:lnSpc>
                <a:spcPct val="100000"/>
              </a:lnSpc>
              <a:spcBef>
                <a:spcPts val="0"/>
              </a:spcBef>
              <a:spcAft>
                <a:spcPts val="0"/>
              </a:spcAft>
              <a:buNone/>
              <a:defRPr sz="2100">
                <a:solidFill>
                  <a:schemeClr val="accent6"/>
                </a:solidFill>
                <a:latin typeface="Grandstander SemiBold"/>
                <a:ea typeface="Grandstander SemiBold"/>
                <a:cs typeface="Grandstander SemiBold"/>
                <a:sym typeface="Grandstander SemiBold"/>
              </a:defRPr>
            </a:lvl8pPr>
            <a:lvl9pPr lvl="8" rtl="0" algn="ctr">
              <a:lnSpc>
                <a:spcPct val="100000"/>
              </a:lnSpc>
              <a:spcBef>
                <a:spcPts val="0"/>
              </a:spcBef>
              <a:spcAft>
                <a:spcPts val="0"/>
              </a:spcAft>
              <a:buNone/>
              <a:defRPr sz="2100">
                <a:solidFill>
                  <a:schemeClr val="accent6"/>
                </a:solidFill>
                <a:latin typeface="Grandstander SemiBold"/>
                <a:ea typeface="Grandstander SemiBold"/>
                <a:cs typeface="Grandstander SemiBold"/>
                <a:sym typeface="Grandstander SemiBold"/>
              </a:defRPr>
            </a:lvl9pPr>
          </a:lstStyle>
          <a:p/>
        </p:txBody>
      </p:sp>
      <p:grpSp>
        <p:nvGrpSpPr>
          <p:cNvPr id="341" name="Google Shape;341;p14"/>
          <p:cNvGrpSpPr/>
          <p:nvPr/>
        </p:nvGrpSpPr>
        <p:grpSpPr>
          <a:xfrm rot="-1072289">
            <a:off x="384836" y="4106484"/>
            <a:ext cx="657445" cy="788836"/>
            <a:chOff x="4036318" y="3820178"/>
            <a:chExt cx="657409" cy="788792"/>
          </a:xfrm>
        </p:grpSpPr>
        <p:sp>
          <p:nvSpPr>
            <p:cNvPr id="342" name="Google Shape;342;p14"/>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4"/>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4"/>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4"/>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4"/>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4"/>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349" name="Shape 349"/>
        <p:cNvGrpSpPr/>
        <p:nvPr/>
      </p:nvGrpSpPr>
      <p:grpSpPr>
        <a:xfrm>
          <a:off x="0" y="0"/>
          <a:ext cx="0" cy="0"/>
          <a:chOff x="0" y="0"/>
          <a:chExt cx="0" cy="0"/>
        </a:xfrm>
      </p:grpSpPr>
      <p:grpSp>
        <p:nvGrpSpPr>
          <p:cNvPr id="350" name="Google Shape;350;p15"/>
          <p:cNvGrpSpPr/>
          <p:nvPr/>
        </p:nvGrpSpPr>
        <p:grpSpPr>
          <a:xfrm>
            <a:off x="261074" y="2574992"/>
            <a:ext cx="751817" cy="1220960"/>
            <a:chOff x="139699" y="3659267"/>
            <a:chExt cx="751817" cy="1220960"/>
          </a:xfrm>
        </p:grpSpPr>
        <p:grpSp>
          <p:nvGrpSpPr>
            <p:cNvPr id="351" name="Google Shape;351;p15"/>
            <p:cNvGrpSpPr/>
            <p:nvPr/>
          </p:nvGrpSpPr>
          <p:grpSpPr>
            <a:xfrm>
              <a:off x="471564" y="4135093"/>
              <a:ext cx="128153" cy="131499"/>
              <a:chOff x="4915051" y="3921555"/>
              <a:chExt cx="128153" cy="131499"/>
            </a:xfrm>
          </p:grpSpPr>
          <p:sp>
            <p:nvSpPr>
              <p:cNvPr id="352" name="Google Shape;352;p15"/>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 name="Google Shape;357;p15"/>
            <p:cNvSpPr/>
            <p:nvPr/>
          </p:nvSpPr>
          <p:spPr>
            <a:xfrm>
              <a:off x="305085" y="4479239"/>
              <a:ext cx="97803" cy="97803"/>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139699" y="3659267"/>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669621" y="4655133"/>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 name="Google Shape;360;p15"/>
          <p:cNvGrpSpPr/>
          <p:nvPr/>
        </p:nvGrpSpPr>
        <p:grpSpPr>
          <a:xfrm rot="-4081893">
            <a:off x="7739878" y="-189632"/>
            <a:ext cx="437322" cy="1922004"/>
            <a:chOff x="8466795" y="2815800"/>
            <a:chExt cx="437317" cy="1921984"/>
          </a:xfrm>
        </p:grpSpPr>
        <p:grpSp>
          <p:nvGrpSpPr>
            <p:cNvPr id="361" name="Google Shape;361;p15"/>
            <p:cNvGrpSpPr/>
            <p:nvPr/>
          </p:nvGrpSpPr>
          <p:grpSpPr>
            <a:xfrm>
              <a:off x="8466795" y="4606284"/>
              <a:ext cx="128153" cy="131499"/>
              <a:chOff x="8037720" y="3987834"/>
              <a:chExt cx="128153" cy="131499"/>
            </a:xfrm>
          </p:grpSpPr>
          <p:sp>
            <p:nvSpPr>
              <p:cNvPr id="362" name="Google Shape;362;p15"/>
              <p:cNvSpPr/>
              <p:nvPr/>
            </p:nvSpPr>
            <p:spPr>
              <a:xfrm>
                <a:off x="8037720" y="3987834"/>
                <a:ext cx="128153" cy="131499"/>
              </a:xfrm>
              <a:custGeom>
                <a:rect b="b" l="l" r="r" t="t"/>
                <a:pathLst>
                  <a:path extrusionOk="0" h="2240" w="2183">
                    <a:moveTo>
                      <a:pt x="1168" y="1"/>
                    </a:moveTo>
                    <a:cubicBezTo>
                      <a:pt x="1110" y="1"/>
                      <a:pt x="1053" y="39"/>
                      <a:pt x="1053" y="115"/>
                    </a:cubicBezTo>
                    <a:lnTo>
                      <a:pt x="1053" y="785"/>
                    </a:lnTo>
                    <a:lnTo>
                      <a:pt x="632" y="326"/>
                    </a:lnTo>
                    <a:cubicBezTo>
                      <a:pt x="603" y="297"/>
                      <a:pt x="570" y="283"/>
                      <a:pt x="538" y="283"/>
                    </a:cubicBezTo>
                    <a:cubicBezTo>
                      <a:pt x="507" y="283"/>
                      <a:pt x="479" y="297"/>
                      <a:pt x="460" y="326"/>
                    </a:cubicBezTo>
                    <a:cubicBezTo>
                      <a:pt x="402" y="383"/>
                      <a:pt x="402" y="441"/>
                      <a:pt x="460" y="498"/>
                    </a:cubicBezTo>
                    <a:lnTo>
                      <a:pt x="919" y="977"/>
                    </a:lnTo>
                    <a:lnTo>
                      <a:pt x="115" y="977"/>
                    </a:lnTo>
                    <a:cubicBezTo>
                      <a:pt x="58" y="977"/>
                      <a:pt x="0" y="1015"/>
                      <a:pt x="0" y="1092"/>
                    </a:cubicBezTo>
                    <a:cubicBezTo>
                      <a:pt x="0" y="1168"/>
                      <a:pt x="58" y="1206"/>
                      <a:pt x="115" y="1206"/>
                    </a:cubicBezTo>
                    <a:lnTo>
                      <a:pt x="861" y="1206"/>
                    </a:lnTo>
                    <a:lnTo>
                      <a:pt x="287" y="1589"/>
                    </a:lnTo>
                    <a:cubicBezTo>
                      <a:pt x="249" y="1647"/>
                      <a:pt x="211" y="1723"/>
                      <a:pt x="268" y="1761"/>
                    </a:cubicBezTo>
                    <a:cubicBezTo>
                      <a:pt x="287" y="1781"/>
                      <a:pt x="306" y="1819"/>
                      <a:pt x="364" y="1819"/>
                    </a:cubicBezTo>
                    <a:cubicBezTo>
                      <a:pt x="383" y="1819"/>
                      <a:pt x="402" y="1819"/>
                      <a:pt x="440" y="1781"/>
                    </a:cubicBezTo>
                    <a:lnTo>
                      <a:pt x="1053" y="1360"/>
                    </a:lnTo>
                    <a:lnTo>
                      <a:pt x="1053" y="2125"/>
                    </a:lnTo>
                    <a:cubicBezTo>
                      <a:pt x="1053" y="2202"/>
                      <a:pt x="1110" y="2240"/>
                      <a:pt x="1168" y="2240"/>
                    </a:cubicBezTo>
                    <a:cubicBezTo>
                      <a:pt x="1225" y="2240"/>
                      <a:pt x="1302" y="2202"/>
                      <a:pt x="1302" y="2125"/>
                    </a:cubicBezTo>
                    <a:lnTo>
                      <a:pt x="1302" y="1379"/>
                    </a:lnTo>
                    <a:lnTo>
                      <a:pt x="1723" y="1838"/>
                    </a:lnTo>
                    <a:cubicBezTo>
                      <a:pt x="1742" y="1857"/>
                      <a:pt x="1799" y="1876"/>
                      <a:pt x="1818" y="1876"/>
                    </a:cubicBezTo>
                    <a:cubicBezTo>
                      <a:pt x="1838" y="1876"/>
                      <a:pt x="1876" y="1876"/>
                      <a:pt x="1895" y="1838"/>
                    </a:cubicBezTo>
                    <a:cubicBezTo>
                      <a:pt x="1933" y="1781"/>
                      <a:pt x="1933" y="1723"/>
                      <a:pt x="1895" y="1666"/>
                    </a:cubicBezTo>
                    <a:lnTo>
                      <a:pt x="1436" y="1187"/>
                    </a:lnTo>
                    <a:lnTo>
                      <a:pt x="2067" y="1187"/>
                    </a:lnTo>
                    <a:cubicBezTo>
                      <a:pt x="2125" y="1187"/>
                      <a:pt x="2182" y="1149"/>
                      <a:pt x="2182" y="1072"/>
                    </a:cubicBezTo>
                    <a:cubicBezTo>
                      <a:pt x="2182" y="996"/>
                      <a:pt x="2125" y="958"/>
                      <a:pt x="2067" y="958"/>
                    </a:cubicBezTo>
                    <a:lnTo>
                      <a:pt x="1627" y="958"/>
                    </a:lnTo>
                    <a:lnTo>
                      <a:pt x="2086" y="632"/>
                    </a:lnTo>
                    <a:cubicBezTo>
                      <a:pt x="2125" y="594"/>
                      <a:pt x="2163" y="517"/>
                      <a:pt x="2106" y="479"/>
                    </a:cubicBezTo>
                    <a:cubicBezTo>
                      <a:pt x="2081" y="442"/>
                      <a:pt x="2040" y="421"/>
                      <a:pt x="1999" y="421"/>
                    </a:cubicBezTo>
                    <a:cubicBezTo>
                      <a:pt x="1976" y="421"/>
                      <a:pt x="1954" y="427"/>
                      <a:pt x="1933" y="441"/>
                    </a:cubicBezTo>
                    <a:lnTo>
                      <a:pt x="1302" y="900"/>
                    </a:lnTo>
                    <a:lnTo>
                      <a:pt x="1302" y="115"/>
                    </a:lnTo>
                    <a:cubicBezTo>
                      <a:pt x="1302" y="39"/>
                      <a:pt x="1244" y="1"/>
                      <a:pt x="1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8050049" y="4012490"/>
                <a:ext cx="114710" cy="82128"/>
              </a:xfrm>
              <a:custGeom>
                <a:rect b="b" l="l" r="r" t="t"/>
                <a:pathLst>
                  <a:path extrusionOk="0" h="1399" w="1954">
                    <a:moveTo>
                      <a:pt x="1789" y="1"/>
                    </a:moveTo>
                    <a:cubicBezTo>
                      <a:pt x="1766" y="1"/>
                      <a:pt x="1744" y="7"/>
                      <a:pt x="1723" y="21"/>
                    </a:cubicBezTo>
                    <a:lnTo>
                      <a:pt x="77" y="1169"/>
                    </a:lnTo>
                    <a:cubicBezTo>
                      <a:pt x="39" y="1227"/>
                      <a:pt x="1" y="1284"/>
                      <a:pt x="58" y="1341"/>
                    </a:cubicBezTo>
                    <a:cubicBezTo>
                      <a:pt x="77" y="1361"/>
                      <a:pt x="96" y="1399"/>
                      <a:pt x="154" y="1399"/>
                    </a:cubicBezTo>
                    <a:cubicBezTo>
                      <a:pt x="173" y="1399"/>
                      <a:pt x="192" y="1399"/>
                      <a:pt x="230" y="1361"/>
                    </a:cubicBezTo>
                    <a:lnTo>
                      <a:pt x="1876" y="212"/>
                    </a:lnTo>
                    <a:cubicBezTo>
                      <a:pt x="1915" y="174"/>
                      <a:pt x="1953" y="97"/>
                      <a:pt x="1896" y="59"/>
                    </a:cubicBezTo>
                    <a:cubicBezTo>
                      <a:pt x="1871" y="22"/>
                      <a:pt x="1830" y="1"/>
                      <a:pt x="1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p:nvPr/>
            </p:nvSpPr>
            <p:spPr>
              <a:xfrm>
                <a:off x="8061320" y="4004389"/>
                <a:ext cx="89936" cy="93634"/>
              </a:xfrm>
              <a:custGeom>
                <a:rect b="b" l="l" r="r" t="t"/>
                <a:pathLst>
                  <a:path extrusionOk="0" h="1595" w="1532">
                    <a:moveTo>
                      <a:pt x="136" y="1"/>
                    </a:moveTo>
                    <a:cubicBezTo>
                      <a:pt x="105" y="1"/>
                      <a:pt x="77" y="15"/>
                      <a:pt x="58" y="44"/>
                    </a:cubicBezTo>
                    <a:cubicBezTo>
                      <a:pt x="0" y="82"/>
                      <a:pt x="0" y="159"/>
                      <a:pt x="58" y="216"/>
                    </a:cubicBezTo>
                    <a:lnTo>
                      <a:pt x="1321" y="1556"/>
                    </a:lnTo>
                    <a:cubicBezTo>
                      <a:pt x="1340" y="1575"/>
                      <a:pt x="1397" y="1594"/>
                      <a:pt x="1416" y="1594"/>
                    </a:cubicBezTo>
                    <a:cubicBezTo>
                      <a:pt x="1436" y="1594"/>
                      <a:pt x="1474" y="1594"/>
                      <a:pt x="1493" y="1556"/>
                    </a:cubicBezTo>
                    <a:cubicBezTo>
                      <a:pt x="1531" y="1499"/>
                      <a:pt x="1531" y="1422"/>
                      <a:pt x="1493" y="1384"/>
                    </a:cubicBezTo>
                    <a:lnTo>
                      <a:pt x="230" y="44"/>
                    </a:lnTo>
                    <a:cubicBezTo>
                      <a:pt x="201" y="15"/>
                      <a:pt x="168" y="1"/>
                      <a:pt x="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
              <p:cNvSpPr/>
              <p:nvPr/>
            </p:nvSpPr>
            <p:spPr>
              <a:xfrm>
                <a:off x="8037720" y="4044015"/>
                <a:ext cx="128153" cy="14676"/>
              </a:xfrm>
              <a:custGeom>
                <a:rect b="b" l="l" r="r" t="t"/>
                <a:pathLst>
                  <a:path extrusionOk="0" h="250" w="2183">
                    <a:moveTo>
                      <a:pt x="2067" y="1"/>
                    </a:moveTo>
                    <a:lnTo>
                      <a:pt x="115" y="20"/>
                    </a:lnTo>
                    <a:cubicBezTo>
                      <a:pt x="58" y="20"/>
                      <a:pt x="0" y="58"/>
                      <a:pt x="0" y="135"/>
                    </a:cubicBezTo>
                    <a:cubicBezTo>
                      <a:pt x="0" y="211"/>
                      <a:pt x="58" y="249"/>
                      <a:pt x="115" y="249"/>
                    </a:cubicBezTo>
                    <a:lnTo>
                      <a:pt x="2067" y="230"/>
                    </a:lnTo>
                    <a:cubicBezTo>
                      <a:pt x="2125" y="230"/>
                      <a:pt x="2182" y="173"/>
                      <a:pt x="2182" y="115"/>
                    </a:cubicBezTo>
                    <a:cubicBezTo>
                      <a:pt x="2182" y="39"/>
                      <a:pt x="2125"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6" name="Google Shape;366;p15"/>
            <p:cNvSpPr/>
            <p:nvPr/>
          </p:nvSpPr>
          <p:spPr>
            <a:xfrm>
              <a:off x="8515199" y="3270235"/>
              <a:ext cx="98918" cy="96687"/>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5"/>
            <p:cNvSpPr/>
            <p:nvPr/>
          </p:nvSpPr>
          <p:spPr>
            <a:xfrm>
              <a:off x="8688313" y="2815800"/>
              <a:ext cx="215800" cy="213627"/>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p:nvPr/>
          </p:nvSpPr>
          <p:spPr>
            <a:xfrm>
              <a:off x="8744658" y="4029962"/>
              <a:ext cx="156214" cy="157388"/>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 name="Google Shape;369;p15"/>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0" name="Google Shape;370;p15"/>
          <p:cNvSpPr txBox="1"/>
          <p:nvPr>
            <p:ph idx="1" type="subTitle"/>
          </p:nvPr>
        </p:nvSpPr>
        <p:spPr>
          <a:xfrm>
            <a:off x="4501126" y="1868100"/>
            <a:ext cx="3815700" cy="504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71" name="Google Shape;371;p15"/>
          <p:cNvSpPr txBox="1"/>
          <p:nvPr>
            <p:ph idx="2" type="subTitle"/>
          </p:nvPr>
        </p:nvSpPr>
        <p:spPr>
          <a:xfrm>
            <a:off x="4501126" y="1398325"/>
            <a:ext cx="38190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372" name="Google Shape;372;p15"/>
          <p:cNvSpPr txBox="1"/>
          <p:nvPr>
            <p:ph idx="3" type="subTitle"/>
          </p:nvPr>
        </p:nvSpPr>
        <p:spPr>
          <a:xfrm>
            <a:off x="4501126" y="2933025"/>
            <a:ext cx="3815700" cy="504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73" name="Google Shape;373;p15"/>
          <p:cNvSpPr txBox="1"/>
          <p:nvPr>
            <p:ph idx="4" type="subTitle"/>
          </p:nvPr>
        </p:nvSpPr>
        <p:spPr>
          <a:xfrm>
            <a:off x="4501126" y="2463250"/>
            <a:ext cx="38190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374" name="Google Shape;374;p15"/>
          <p:cNvSpPr txBox="1"/>
          <p:nvPr>
            <p:ph idx="5" type="subTitle"/>
          </p:nvPr>
        </p:nvSpPr>
        <p:spPr>
          <a:xfrm>
            <a:off x="4501126" y="4114800"/>
            <a:ext cx="3815700" cy="504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75" name="Google Shape;375;p15"/>
          <p:cNvSpPr txBox="1"/>
          <p:nvPr>
            <p:ph idx="6" type="subTitle"/>
          </p:nvPr>
        </p:nvSpPr>
        <p:spPr>
          <a:xfrm>
            <a:off x="4501126" y="3645025"/>
            <a:ext cx="38190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_1">
    <p:spTree>
      <p:nvGrpSpPr>
        <p:cNvPr id="376" name="Shape 376"/>
        <p:cNvGrpSpPr/>
        <p:nvPr/>
      </p:nvGrpSpPr>
      <p:grpSpPr>
        <a:xfrm>
          <a:off x="0" y="0"/>
          <a:ext cx="0" cy="0"/>
          <a:chOff x="0" y="0"/>
          <a:chExt cx="0" cy="0"/>
        </a:xfrm>
      </p:grpSpPr>
      <p:sp>
        <p:nvSpPr>
          <p:cNvPr id="377" name="Google Shape;377;p16"/>
          <p:cNvSpPr/>
          <p:nvPr/>
        </p:nvSpPr>
        <p:spPr>
          <a:xfrm flipH="1" rot="7347620">
            <a:off x="8371624" y="818159"/>
            <a:ext cx="98917" cy="96686"/>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6"/>
          <p:cNvSpPr/>
          <p:nvPr/>
        </p:nvSpPr>
        <p:spPr>
          <a:xfrm flipH="1" rot="7347620">
            <a:off x="8581714" y="299104"/>
            <a:ext cx="156212" cy="157386"/>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0" name="Google Shape;380;p16"/>
          <p:cNvGrpSpPr/>
          <p:nvPr/>
        </p:nvGrpSpPr>
        <p:grpSpPr>
          <a:xfrm rot="1347090">
            <a:off x="7482597" y="365453"/>
            <a:ext cx="1233806" cy="412271"/>
            <a:chOff x="6846642" y="4551936"/>
            <a:chExt cx="1233810" cy="412272"/>
          </a:xfrm>
        </p:grpSpPr>
        <p:sp>
          <p:nvSpPr>
            <p:cNvPr id="381" name="Google Shape;381;p16"/>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6"/>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6"/>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6"/>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6"/>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6"/>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6"/>
          <p:cNvGrpSpPr/>
          <p:nvPr/>
        </p:nvGrpSpPr>
        <p:grpSpPr>
          <a:xfrm>
            <a:off x="8513304" y="245667"/>
            <a:ext cx="704223" cy="698299"/>
            <a:chOff x="7775874" y="1308052"/>
            <a:chExt cx="912442" cy="904767"/>
          </a:xfrm>
        </p:grpSpPr>
        <p:sp>
          <p:nvSpPr>
            <p:cNvPr id="394" name="Google Shape;394;p16"/>
            <p:cNvSpPr/>
            <p:nvPr/>
          </p:nvSpPr>
          <p:spPr>
            <a:xfrm>
              <a:off x="7775874" y="1308052"/>
              <a:ext cx="912442" cy="904767"/>
            </a:xfrm>
            <a:custGeom>
              <a:rect b="b" l="l" r="r" t="t"/>
              <a:pathLst>
                <a:path extrusionOk="0" h="11199" w="11294">
                  <a:moveTo>
                    <a:pt x="4135" y="2642"/>
                  </a:moveTo>
                  <a:cubicBezTo>
                    <a:pt x="4288" y="2738"/>
                    <a:pt x="4441" y="2834"/>
                    <a:pt x="4594" y="2949"/>
                  </a:cubicBezTo>
                  <a:cubicBezTo>
                    <a:pt x="4728" y="3063"/>
                    <a:pt x="4919" y="3121"/>
                    <a:pt x="5092" y="3121"/>
                  </a:cubicBezTo>
                  <a:cubicBezTo>
                    <a:pt x="5187" y="3121"/>
                    <a:pt x="5264" y="3083"/>
                    <a:pt x="5360" y="3063"/>
                  </a:cubicBezTo>
                  <a:cubicBezTo>
                    <a:pt x="5532" y="3025"/>
                    <a:pt x="5647" y="2929"/>
                    <a:pt x="5761" y="2776"/>
                  </a:cubicBezTo>
                  <a:cubicBezTo>
                    <a:pt x="5838" y="2872"/>
                    <a:pt x="5934" y="2929"/>
                    <a:pt x="6029" y="2968"/>
                  </a:cubicBezTo>
                  <a:cubicBezTo>
                    <a:pt x="6144" y="3025"/>
                    <a:pt x="6278" y="3063"/>
                    <a:pt x="6393" y="3063"/>
                  </a:cubicBezTo>
                  <a:cubicBezTo>
                    <a:pt x="6565" y="3063"/>
                    <a:pt x="6699" y="3025"/>
                    <a:pt x="6814" y="2949"/>
                  </a:cubicBezTo>
                  <a:cubicBezTo>
                    <a:pt x="6872" y="2929"/>
                    <a:pt x="6891" y="2910"/>
                    <a:pt x="6948" y="2910"/>
                  </a:cubicBezTo>
                  <a:cubicBezTo>
                    <a:pt x="6948" y="3044"/>
                    <a:pt x="6967" y="3178"/>
                    <a:pt x="7063" y="3389"/>
                  </a:cubicBezTo>
                  <a:cubicBezTo>
                    <a:pt x="7120" y="3542"/>
                    <a:pt x="7350" y="3829"/>
                    <a:pt x="7810" y="3829"/>
                  </a:cubicBezTo>
                  <a:lnTo>
                    <a:pt x="7905" y="3829"/>
                  </a:lnTo>
                  <a:cubicBezTo>
                    <a:pt x="7982" y="3810"/>
                    <a:pt x="8116" y="3810"/>
                    <a:pt x="8288" y="3791"/>
                  </a:cubicBezTo>
                  <a:lnTo>
                    <a:pt x="8288" y="3791"/>
                  </a:lnTo>
                  <a:cubicBezTo>
                    <a:pt x="8250" y="3810"/>
                    <a:pt x="8250" y="3867"/>
                    <a:pt x="8231" y="3886"/>
                  </a:cubicBezTo>
                  <a:cubicBezTo>
                    <a:pt x="8154" y="4001"/>
                    <a:pt x="8077" y="4193"/>
                    <a:pt x="8135" y="4403"/>
                  </a:cubicBezTo>
                  <a:cubicBezTo>
                    <a:pt x="8154" y="4767"/>
                    <a:pt x="8441" y="5054"/>
                    <a:pt x="8786" y="5092"/>
                  </a:cubicBezTo>
                  <a:cubicBezTo>
                    <a:pt x="8824" y="5092"/>
                    <a:pt x="8862" y="5131"/>
                    <a:pt x="8901" y="5131"/>
                  </a:cubicBezTo>
                  <a:cubicBezTo>
                    <a:pt x="8824" y="5188"/>
                    <a:pt x="8728" y="5245"/>
                    <a:pt x="8633" y="5322"/>
                  </a:cubicBezTo>
                  <a:cubicBezTo>
                    <a:pt x="8613" y="5341"/>
                    <a:pt x="8594" y="5360"/>
                    <a:pt x="8537" y="5379"/>
                  </a:cubicBezTo>
                  <a:cubicBezTo>
                    <a:pt x="8384" y="5552"/>
                    <a:pt x="8288" y="5781"/>
                    <a:pt x="8288" y="5992"/>
                  </a:cubicBezTo>
                  <a:cubicBezTo>
                    <a:pt x="8288" y="6202"/>
                    <a:pt x="8326" y="6394"/>
                    <a:pt x="8499" y="6566"/>
                  </a:cubicBezTo>
                  <a:cubicBezTo>
                    <a:pt x="8518" y="6585"/>
                    <a:pt x="8575" y="6643"/>
                    <a:pt x="8613" y="6662"/>
                  </a:cubicBezTo>
                  <a:cubicBezTo>
                    <a:pt x="8671" y="6681"/>
                    <a:pt x="8709" y="6738"/>
                    <a:pt x="8767" y="6758"/>
                  </a:cubicBezTo>
                  <a:cubicBezTo>
                    <a:pt x="8633" y="6777"/>
                    <a:pt x="8518" y="6796"/>
                    <a:pt x="8384" y="6815"/>
                  </a:cubicBezTo>
                  <a:cubicBezTo>
                    <a:pt x="8307" y="6815"/>
                    <a:pt x="8231" y="6853"/>
                    <a:pt x="8192" y="6892"/>
                  </a:cubicBezTo>
                  <a:cubicBezTo>
                    <a:pt x="8039" y="6968"/>
                    <a:pt x="7944" y="7064"/>
                    <a:pt x="7905" y="7102"/>
                  </a:cubicBezTo>
                  <a:cubicBezTo>
                    <a:pt x="7848" y="7160"/>
                    <a:pt x="7810" y="7236"/>
                    <a:pt x="7752" y="7293"/>
                  </a:cubicBezTo>
                  <a:cubicBezTo>
                    <a:pt x="7618" y="7561"/>
                    <a:pt x="7637" y="7868"/>
                    <a:pt x="7771" y="8117"/>
                  </a:cubicBezTo>
                  <a:cubicBezTo>
                    <a:pt x="7771" y="8136"/>
                    <a:pt x="7810" y="8136"/>
                    <a:pt x="7810" y="8155"/>
                  </a:cubicBezTo>
                  <a:cubicBezTo>
                    <a:pt x="7733" y="8136"/>
                    <a:pt x="7656" y="8136"/>
                    <a:pt x="7618" y="8117"/>
                  </a:cubicBezTo>
                  <a:cubicBezTo>
                    <a:pt x="7542" y="8097"/>
                    <a:pt x="7465" y="8097"/>
                    <a:pt x="7388" y="8097"/>
                  </a:cubicBezTo>
                  <a:cubicBezTo>
                    <a:pt x="7082" y="8097"/>
                    <a:pt x="6795" y="8289"/>
                    <a:pt x="6661" y="8576"/>
                  </a:cubicBezTo>
                  <a:cubicBezTo>
                    <a:pt x="6623" y="8595"/>
                    <a:pt x="6623" y="8633"/>
                    <a:pt x="6604" y="8672"/>
                  </a:cubicBezTo>
                  <a:cubicBezTo>
                    <a:pt x="6585" y="8710"/>
                    <a:pt x="6585" y="8767"/>
                    <a:pt x="6565" y="8786"/>
                  </a:cubicBezTo>
                  <a:lnTo>
                    <a:pt x="6412" y="8576"/>
                  </a:lnTo>
                  <a:cubicBezTo>
                    <a:pt x="6393" y="8538"/>
                    <a:pt x="6374" y="8499"/>
                    <a:pt x="6336" y="8480"/>
                  </a:cubicBezTo>
                  <a:cubicBezTo>
                    <a:pt x="6278" y="8404"/>
                    <a:pt x="6202" y="8346"/>
                    <a:pt x="6125" y="8308"/>
                  </a:cubicBezTo>
                  <a:cubicBezTo>
                    <a:pt x="6087" y="8251"/>
                    <a:pt x="6010" y="8212"/>
                    <a:pt x="5934" y="8193"/>
                  </a:cubicBezTo>
                  <a:cubicBezTo>
                    <a:pt x="5838" y="8136"/>
                    <a:pt x="5742" y="8136"/>
                    <a:pt x="5666" y="8136"/>
                  </a:cubicBezTo>
                  <a:cubicBezTo>
                    <a:pt x="5474" y="8136"/>
                    <a:pt x="5321" y="8212"/>
                    <a:pt x="5168" y="8346"/>
                  </a:cubicBezTo>
                  <a:lnTo>
                    <a:pt x="4958" y="8576"/>
                  </a:lnTo>
                  <a:cubicBezTo>
                    <a:pt x="4900" y="8423"/>
                    <a:pt x="4843" y="8289"/>
                    <a:pt x="4709" y="8155"/>
                  </a:cubicBezTo>
                  <a:cubicBezTo>
                    <a:pt x="4613" y="8059"/>
                    <a:pt x="4479" y="8002"/>
                    <a:pt x="4326" y="7963"/>
                  </a:cubicBezTo>
                  <a:cubicBezTo>
                    <a:pt x="4288" y="7963"/>
                    <a:pt x="4230" y="7944"/>
                    <a:pt x="4173" y="7944"/>
                  </a:cubicBezTo>
                  <a:cubicBezTo>
                    <a:pt x="4039" y="7944"/>
                    <a:pt x="3924" y="7963"/>
                    <a:pt x="3809" y="8021"/>
                  </a:cubicBezTo>
                  <a:cubicBezTo>
                    <a:pt x="3694" y="8059"/>
                    <a:pt x="3560" y="8117"/>
                    <a:pt x="3426" y="8155"/>
                  </a:cubicBezTo>
                  <a:cubicBezTo>
                    <a:pt x="3426" y="8117"/>
                    <a:pt x="3465" y="8002"/>
                    <a:pt x="3465" y="8002"/>
                  </a:cubicBezTo>
                  <a:cubicBezTo>
                    <a:pt x="3522" y="7906"/>
                    <a:pt x="3541" y="7772"/>
                    <a:pt x="3541" y="7676"/>
                  </a:cubicBezTo>
                  <a:cubicBezTo>
                    <a:pt x="3541" y="7466"/>
                    <a:pt x="3465" y="7274"/>
                    <a:pt x="3311" y="7140"/>
                  </a:cubicBezTo>
                  <a:cubicBezTo>
                    <a:pt x="3254" y="7083"/>
                    <a:pt x="3082" y="6911"/>
                    <a:pt x="2852" y="6892"/>
                  </a:cubicBezTo>
                  <a:cubicBezTo>
                    <a:pt x="2776" y="6872"/>
                    <a:pt x="2680" y="6853"/>
                    <a:pt x="2603" y="6853"/>
                  </a:cubicBezTo>
                  <a:cubicBezTo>
                    <a:pt x="2661" y="6815"/>
                    <a:pt x="2699" y="6777"/>
                    <a:pt x="2737" y="6758"/>
                  </a:cubicBezTo>
                  <a:lnTo>
                    <a:pt x="2795" y="6681"/>
                  </a:lnTo>
                  <a:cubicBezTo>
                    <a:pt x="2967" y="6509"/>
                    <a:pt x="3063" y="6298"/>
                    <a:pt x="3063" y="6088"/>
                  </a:cubicBezTo>
                  <a:cubicBezTo>
                    <a:pt x="3063" y="5839"/>
                    <a:pt x="2967" y="5647"/>
                    <a:pt x="2795" y="5475"/>
                  </a:cubicBezTo>
                  <a:cubicBezTo>
                    <a:pt x="2756" y="5437"/>
                    <a:pt x="2699" y="5379"/>
                    <a:pt x="2642" y="5360"/>
                  </a:cubicBezTo>
                  <a:cubicBezTo>
                    <a:pt x="2546" y="5322"/>
                    <a:pt x="2412" y="5245"/>
                    <a:pt x="2335" y="5188"/>
                  </a:cubicBezTo>
                  <a:cubicBezTo>
                    <a:pt x="2412" y="5169"/>
                    <a:pt x="2488" y="5169"/>
                    <a:pt x="2565" y="5150"/>
                  </a:cubicBezTo>
                  <a:cubicBezTo>
                    <a:pt x="2680" y="5131"/>
                    <a:pt x="2814" y="5054"/>
                    <a:pt x="2910" y="4958"/>
                  </a:cubicBezTo>
                  <a:lnTo>
                    <a:pt x="2986" y="4882"/>
                  </a:lnTo>
                  <a:cubicBezTo>
                    <a:pt x="3139" y="4748"/>
                    <a:pt x="3235" y="4518"/>
                    <a:pt x="3235" y="4327"/>
                  </a:cubicBezTo>
                  <a:cubicBezTo>
                    <a:pt x="3235" y="4193"/>
                    <a:pt x="3178" y="4040"/>
                    <a:pt x="3101" y="3906"/>
                  </a:cubicBezTo>
                  <a:cubicBezTo>
                    <a:pt x="3082" y="3886"/>
                    <a:pt x="3063" y="3829"/>
                    <a:pt x="3063" y="3810"/>
                  </a:cubicBezTo>
                  <a:lnTo>
                    <a:pt x="3082" y="3810"/>
                  </a:lnTo>
                  <a:cubicBezTo>
                    <a:pt x="3139" y="3829"/>
                    <a:pt x="3178" y="3829"/>
                    <a:pt x="3254" y="3829"/>
                  </a:cubicBezTo>
                  <a:cubicBezTo>
                    <a:pt x="3484" y="3829"/>
                    <a:pt x="3713" y="3752"/>
                    <a:pt x="3847" y="3599"/>
                  </a:cubicBezTo>
                  <a:cubicBezTo>
                    <a:pt x="4020" y="3427"/>
                    <a:pt x="4115" y="3236"/>
                    <a:pt x="4115" y="2987"/>
                  </a:cubicBezTo>
                  <a:cubicBezTo>
                    <a:pt x="4115" y="2872"/>
                    <a:pt x="4115" y="2738"/>
                    <a:pt x="4135" y="2642"/>
                  </a:cubicBezTo>
                  <a:close/>
                  <a:moveTo>
                    <a:pt x="5647" y="1"/>
                  </a:moveTo>
                  <a:cubicBezTo>
                    <a:pt x="5149" y="1"/>
                    <a:pt x="4881" y="345"/>
                    <a:pt x="4613" y="1054"/>
                  </a:cubicBezTo>
                  <a:cubicBezTo>
                    <a:pt x="3809" y="556"/>
                    <a:pt x="3637" y="518"/>
                    <a:pt x="3407" y="518"/>
                  </a:cubicBezTo>
                  <a:cubicBezTo>
                    <a:pt x="3350" y="518"/>
                    <a:pt x="3273" y="518"/>
                    <a:pt x="3235" y="537"/>
                  </a:cubicBezTo>
                  <a:cubicBezTo>
                    <a:pt x="2680" y="671"/>
                    <a:pt x="2546" y="1130"/>
                    <a:pt x="2488" y="2049"/>
                  </a:cubicBezTo>
                  <a:cubicBezTo>
                    <a:pt x="2201" y="1992"/>
                    <a:pt x="1914" y="1953"/>
                    <a:pt x="1742" y="1953"/>
                  </a:cubicBezTo>
                  <a:cubicBezTo>
                    <a:pt x="1646" y="1953"/>
                    <a:pt x="1493" y="1953"/>
                    <a:pt x="1302" y="2049"/>
                  </a:cubicBezTo>
                  <a:cubicBezTo>
                    <a:pt x="1263" y="2068"/>
                    <a:pt x="1244" y="2068"/>
                    <a:pt x="1225" y="2087"/>
                  </a:cubicBezTo>
                  <a:cubicBezTo>
                    <a:pt x="651" y="2470"/>
                    <a:pt x="785" y="3063"/>
                    <a:pt x="1206" y="3906"/>
                  </a:cubicBezTo>
                  <a:cubicBezTo>
                    <a:pt x="498" y="4174"/>
                    <a:pt x="172" y="4499"/>
                    <a:pt x="96" y="4939"/>
                  </a:cubicBezTo>
                  <a:cubicBezTo>
                    <a:pt x="0" y="5399"/>
                    <a:pt x="249" y="5801"/>
                    <a:pt x="842" y="6279"/>
                  </a:cubicBezTo>
                  <a:cubicBezTo>
                    <a:pt x="364" y="6700"/>
                    <a:pt x="192" y="6968"/>
                    <a:pt x="211" y="7313"/>
                  </a:cubicBezTo>
                  <a:cubicBezTo>
                    <a:pt x="211" y="7370"/>
                    <a:pt x="249" y="7447"/>
                    <a:pt x="268" y="7542"/>
                  </a:cubicBezTo>
                  <a:cubicBezTo>
                    <a:pt x="402" y="7944"/>
                    <a:pt x="689" y="8136"/>
                    <a:pt x="1704" y="8461"/>
                  </a:cubicBezTo>
                  <a:cubicBezTo>
                    <a:pt x="1512" y="9169"/>
                    <a:pt x="1455" y="9418"/>
                    <a:pt x="1493" y="9610"/>
                  </a:cubicBezTo>
                  <a:cubicBezTo>
                    <a:pt x="1512" y="9992"/>
                    <a:pt x="1838" y="10375"/>
                    <a:pt x="2374" y="10375"/>
                  </a:cubicBezTo>
                  <a:cubicBezTo>
                    <a:pt x="2603" y="10375"/>
                    <a:pt x="2929" y="10299"/>
                    <a:pt x="3541" y="10050"/>
                  </a:cubicBezTo>
                  <a:cubicBezTo>
                    <a:pt x="3618" y="10394"/>
                    <a:pt x="3713" y="10624"/>
                    <a:pt x="3809" y="10758"/>
                  </a:cubicBezTo>
                  <a:lnTo>
                    <a:pt x="3886" y="10815"/>
                  </a:lnTo>
                  <a:cubicBezTo>
                    <a:pt x="4039" y="10988"/>
                    <a:pt x="4288" y="11083"/>
                    <a:pt x="4498" y="11083"/>
                  </a:cubicBezTo>
                  <a:cubicBezTo>
                    <a:pt x="4785" y="11083"/>
                    <a:pt x="5053" y="10968"/>
                    <a:pt x="5723" y="10375"/>
                  </a:cubicBezTo>
                  <a:cubicBezTo>
                    <a:pt x="6221" y="10988"/>
                    <a:pt x="6565" y="11198"/>
                    <a:pt x="6910" y="11198"/>
                  </a:cubicBezTo>
                  <a:lnTo>
                    <a:pt x="7044" y="11198"/>
                  </a:lnTo>
                  <a:cubicBezTo>
                    <a:pt x="7235" y="11198"/>
                    <a:pt x="7427" y="11141"/>
                    <a:pt x="7542" y="10988"/>
                  </a:cubicBezTo>
                  <a:cubicBezTo>
                    <a:pt x="7676" y="10854"/>
                    <a:pt x="7848" y="10509"/>
                    <a:pt x="8039" y="9992"/>
                  </a:cubicBezTo>
                  <a:cubicBezTo>
                    <a:pt x="8345" y="10031"/>
                    <a:pt x="8613" y="10050"/>
                    <a:pt x="8805" y="10050"/>
                  </a:cubicBezTo>
                  <a:cubicBezTo>
                    <a:pt x="9283" y="10050"/>
                    <a:pt x="9647" y="9897"/>
                    <a:pt x="9838" y="9552"/>
                  </a:cubicBezTo>
                  <a:cubicBezTo>
                    <a:pt x="10030" y="9227"/>
                    <a:pt x="9972" y="8863"/>
                    <a:pt x="9781" y="8365"/>
                  </a:cubicBezTo>
                  <a:cubicBezTo>
                    <a:pt x="10623" y="8117"/>
                    <a:pt x="10987" y="7829"/>
                    <a:pt x="11102" y="7408"/>
                  </a:cubicBezTo>
                  <a:cubicBezTo>
                    <a:pt x="11159" y="6853"/>
                    <a:pt x="10872" y="6413"/>
                    <a:pt x="10432" y="6011"/>
                  </a:cubicBezTo>
                  <a:cubicBezTo>
                    <a:pt x="11025" y="5494"/>
                    <a:pt x="11293" y="5073"/>
                    <a:pt x="11121" y="4576"/>
                  </a:cubicBezTo>
                  <a:lnTo>
                    <a:pt x="11121" y="4556"/>
                  </a:lnTo>
                  <a:cubicBezTo>
                    <a:pt x="11025" y="4269"/>
                    <a:pt x="10795" y="4020"/>
                    <a:pt x="10106" y="3772"/>
                  </a:cubicBezTo>
                  <a:cubicBezTo>
                    <a:pt x="10355" y="3197"/>
                    <a:pt x="10355" y="3025"/>
                    <a:pt x="10355" y="2910"/>
                  </a:cubicBezTo>
                  <a:cubicBezTo>
                    <a:pt x="10355" y="2681"/>
                    <a:pt x="10298" y="1992"/>
                    <a:pt x="9207" y="1992"/>
                  </a:cubicBezTo>
                  <a:cubicBezTo>
                    <a:pt x="9073" y="1992"/>
                    <a:pt x="8920" y="1992"/>
                    <a:pt x="8767" y="2011"/>
                  </a:cubicBezTo>
                  <a:cubicBezTo>
                    <a:pt x="8786" y="1513"/>
                    <a:pt x="8709" y="1054"/>
                    <a:pt x="8250" y="862"/>
                  </a:cubicBezTo>
                  <a:cubicBezTo>
                    <a:pt x="8135" y="786"/>
                    <a:pt x="8001" y="767"/>
                    <a:pt x="7829" y="767"/>
                  </a:cubicBezTo>
                  <a:cubicBezTo>
                    <a:pt x="7714" y="767"/>
                    <a:pt x="7484" y="767"/>
                    <a:pt x="6757" y="1130"/>
                  </a:cubicBezTo>
                  <a:cubicBezTo>
                    <a:pt x="6412" y="365"/>
                    <a:pt x="6240" y="192"/>
                    <a:pt x="6010" y="77"/>
                  </a:cubicBezTo>
                  <a:cubicBezTo>
                    <a:pt x="5915" y="39"/>
                    <a:pt x="5800" y="1"/>
                    <a:pt x="5704" y="1"/>
                  </a:cubicBezTo>
                  <a:close/>
                </a:path>
              </a:pathLst>
            </a:custGeom>
            <a:solidFill>
              <a:schemeClr val="lt1"/>
            </a:solidFill>
            <a:ln>
              <a:noFill/>
            </a:ln>
            <a:effectLst>
              <a:outerShdw blurRad="85725" rotWithShape="0" algn="bl" dir="4680000" dist="6667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6"/>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116"/>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64"/>
                    <a:pt x="6144" y="9437"/>
                  </a:cubicBezTo>
                  <a:cubicBezTo>
                    <a:pt x="5991" y="9322"/>
                    <a:pt x="5532" y="8767"/>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67" y="8480"/>
                    <a:pt x="1742" y="8537"/>
                  </a:cubicBezTo>
                  <a:cubicBezTo>
                    <a:pt x="1780" y="8288"/>
                    <a:pt x="1972" y="7618"/>
                    <a:pt x="2125" y="7025"/>
                  </a:cubicBezTo>
                  <a:cubicBezTo>
                    <a:pt x="2163" y="7006"/>
                    <a:pt x="2163" y="6948"/>
                    <a:pt x="2125" y="6929"/>
                  </a:cubicBezTo>
                  <a:cubicBezTo>
                    <a:pt x="2106" y="6910"/>
                    <a:pt x="2086" y="6891"/>
                    <a:pt x="2067" y="6891"/>
                  </a:cubicBezTo>
                  <a:cubicBezTo>
                    <a:pt x="1436" y="6738"/>
                    <a:pt x="689" y="6527"/>
                    <a:pt x="498" y="6412"/>
                  </a:cubicBezTo>
                  <a:cubicBezTo>
                    <a:pt x="651" y="6240"/>
                    <a:pt x="1168" y="5800"/>
                    <a:pt x="1646" y="5455"/>
                  </a:cubicBezTo>
                  <a:cubicBezTo>
                    <a:pt x="1684" y="5417"/>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40"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47" y="0"/>
                    <a:pt x="4307" y="1436"/>
                  </a:cubicBezTo>
                  <a:cubicBezTo>
                    <a:pt x="3369" y="804"/>
                    <a:pt x="2852" y="498"/>
                    <a:pt x="2737" y="498"/>
                  </a:cubicBezTo>
                  <a:lnTo>
                    <a:pt x="2699" y="498"/>
                  </a:lnTo>
                  <a:cubicBezTo>
                    <a:pt x="2603" y="517"/>
                    <a:pt x="2508" y="536"/>
                    <a:pt x="2469" y="2201"/>
                  </a:cubicBezTo>
                  <a:cubicBezTo>
                    <a:pt x="2125" y="2106"/>
                    <a:pt x="1302" y="1914"/>
                    <a:pt x="1034" y="1914"/>
                  </a:cubicBezTo>
                  <a:cubicBezTo>
                    <a:pt x="976" y="1914"/>
                    <a:pt x="938" y="1914"/>
                    <a:pt x="881" y="1933"/>
                  </a:cubicBezTo>
                  <a:cubicBezTo>
                    <a:pt x="823" y="1991"/>
                    <a:pt x="689" y="2048"/>
                    <a:pt x="1512" y="3580"/>
                  </a:cubicBezTo>
                  <a:cubicBezTo>
                    <a:pt x="1015" y="3714"/>
                    <a:pt x="115" y="3962"/>
                    <a:pt x="77" y="4307"/>
                  </a:cubicBezTo>
                  <a:cubicBezTo>
                    <a:pt x="0" y="4632"/>
                    <a:pt x="842" y="5187"/>
                    <a:pt x="1321" y="5474"/>
                  </a:cubicBezTo>
                  <a:cubicBezTo>
                    <a:pt x="153" y="6336"/>
                    <a:pt x="191" y="6489"/>
                    <a:pt x="191" y="6546"/>
                  </a:cubicBezTo>
                  <a:cubicBezTo>
                    <a:pt x="211" y="6623"/>
                    <a:pt x="249" y="6757"/>
                    <a:pt x="1838" y="7178"/>
                  </a:cubicBezTo>
                  <a:cubicBezTo>
                    <a:pt x="1704" y="7676"/>
                    <a:pt x="1436" y="8594"/>
                    <a:pt x="1455" y="8748"/>
                  </a:cubicBezTo>
                  <a:cubicBezTo>
                    <a:pt x="1455" y="8786"/>
                    <a:pt x="1493"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79" y="8422"/>
                  </a:cubicBezTo>
                  <a:cubicBezTo>
                    <a:pt x="8594" y="8212"/>
                    <a:pt x="8250" y="7542"/>
                    <a:pt x="8020" y="7082"/>
                  </a:cubicBezTo>
                  <a:cubicBezTo>
                    <a:pt x="8671" y="6967"/>
                    <a:pt x="9590" y="6738"/>
                    <a:pt x="9666" y="6451"/>
                  </a:cubicBezTo>
                  <a:cubicBezTo>
                    <a:pt x="9743" y="6144"/>
                    <a:pt x="9073" y="5608"/>
                    <a:pt x="8594" y="5283"/>
                  </a:cubicBezTo>
                  <a:cubicBezTo>
                    <a:pt x="9877" y="4345"/>
                    <a:pt x="9781" y="4154"/>
                    <a:pt x="9762" y="4096"/>
                  </a:cubicBezTo>
                  <a:cubicBezTo>
                    <a:pt x="9685" y="3886"/>
                    <a:pt x="8996" y="3656"/>
                    <a:pt x="8384" y="3484"/>
                  </a:cubicBezTo>
                  <a:cubicBezTo>
                    <a:pt x="8594" y="3082"/>
                    <a:pt x="8958" y="2374"/>
                    <a:pt x="8958" y="2201"/>
                  </a:cubicBezTo>
                  <a:cubicBezTo>
                    <a:pt x="8958"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6"/>
            <p:cNvSpPr/>
            <p:nvPr/>
          </p:nvSpPr>
          <p:spPr>
            <a:xfrm>
              <a:off x="7919683" y="1468908"/>
              <a:ext cx="610853" cy="610934"/>
            </a:xfrm>
            <a:custGeom>
              <a:rect b="b" l="l" r="r" t="t"/>
              <a:pathLst>
                <a:path extrusionOk="0" h="7562" w="7561">
                  <a:moveTo>
                    <a:pt x="3771" y="1"/>
                  </a:moveTo>
                  <a:cubicBezTo>
                    <a:pt x="1685" y="1"/>
                    <a:pt x="0" y="1704"/>
                    <a:pt x="0" y="3790"/>
                  </a:cubicBezTo>
                  <a:cubicBezTo>
                    <a:pt x="0" y="5858"/>
                    <a:pt x="1685" y="7561"/>
                    <a:pt x="3771" y="7561"/>
                  </a:cubicBezTo>
                  <a:cubicBezTo>
                    <a:pt x="5857" y="7561"/>
                    <a:pt x="7561" y="5858"/>
                    <a:pt x="7561" y="3790"/>
                  </a:cubicBezTo>
                  <a:cubicBezTo>
                    <a:pt x="7561" y="1704"/>
                    <a:pt x="5857" y="1"/>
                    <a:pt x="37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6"/>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097"/>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45"/>
                    <a:pt x="6144" y="9437"/>
                  </a:cubicBezTo>
                  <a:cubicBezTo>
                    <a:pt x="5991" y="9322"/>
                    <a:pt x="5532" y="8786"/>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48" y="8480"/>
                    <a:pt x="1742" y="8537"/>
                  </a:cubicBezTo>
                  <a:cubicBezTo>
                    <a:pt x="1780" y="8288"/>
                    <a:pt x="1972" y="7618"/>
                    <a:pt x="2125" y="7025"/>
                  </a:cubicBezTo>
                  <a:cubicBezTo>
                    <a:pt x="2163" y="7006"/>
                    <a:pt x="2144" y="6948"/>
                    <a:pt x="2125" y="6929"/>
                  </a:cubicBezTo>
                  <a:cubicBezTo>
                    <a:pt x="2106" y="6910"/>
                    <a:pt x="2086" y="6891"/>
                    <a:pt x="2067" y="6891"/>
                  </a:cubicBezTo>
                  <a:cubicBezTo>
                    <a:pt x="1436" y="6738"/>
                    <a:pt x="689" y="6527"/>
                    <a:pt x="498" y="6412"/>
                  </a:cubicBezTo>
                  <a:cubicBezTo>
                    <a:pt x="651" y="6240"/>
                    <a:pt x="1168" y="5800"/>
                    <a:pt x="1646" y="5455"/>
                  </a:cubicBezTo>
                  <a:cubicBezTo>
                    <a:pt x="1684" y="5436"/>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59"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28" y="0"/>
                    <a:pt x="4307" y="1436"/>
                  </a:cubicBezTo>
                  <a:cubicBezTo>
                    <a:pt x="3369" y="804"/>
                    <a:pt x="2852" y="498"/>
                    <a:pt x="2718" y="498"/>
                  </a:cubicBezTo>
                  <a:lnTo>
                    <a:pt x="2699" y="498"/>
                  </a:lnTo>
                  <a:cubicBezTo>
                    <a:pt x="2603" y="517"/>
                    <a:pt x="2508" y="555"/>
                    <a:pt x="2469" y="2201"/>
                  </a:cubicBezTo>
                  <a:cubicBezTo>
                    <a:pt x="2125" y="2106"/>
                    <a:pt x="1283" y="1914"/>
                    <a:pt x="1034" y="1914"/>
                  </a:cubicBezTo>
                  <a:cubicBezTo>
                    <a:pt x="976" y="1914"/>
                    <a:pt x="938" y="1914"/>
                    <a:pt x="881" y="1933"/>
                  </a:cubicBezTo>
                  <a:cubicBezTo>
                    <a:pt x="804" y="1991"/>
                    <a:pt x="689" y="2048"/>
                    <a:pt x="1512" y="3580"/>
                  </a:cubicBezTo>
                  <a:cubicBezTo>
                    <a:pt x="995" y="3714"/>
                    <a:pt x="115" y="3962"/>
                    <a:pt x="77" y="4307"/>
                  </a:cubicBezTo>
                  <a:cubicBezTo>
                    <a:pt x="0" y="4632"/>
                    <a:pt x="842" y="5187"/>
                    <a:pt x="1321" y="5474"/>
                  </a:cubicBezTo>
                  <a:cubicBezTo>
                    <a:pt x="134" y="6336"/>
                    <a:pt x="191" y="6489"/>
                    <a:pt x="191" y="6546"/>
                  </a:cubicBezTo>
                  <a:cubicBezTo>
                    <a:pt x="211" y="6623"/>
                    <a:pt x="230" y="6776"/>
                    <a:pt x="1838" y="7178"/>
                  </a:cubicBezTo>
                  <a:cubicBezTo>
                    <a:pt x="1704" y="7676"/>
                    <a:pt x="1436" y="8594"/>
                    <a:pt x="1455" y="8748"/>
                  </a:cubicBezTo>
                  <a:cubicBezTo>
                    <a:pt x="1455" y="8786"/>
                    <a:pt x="1474"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60" y="8422"/>
                  </a:cubicBezTo>
                  <a:cubicBezTo>
                    <a:pt x="8594" y="8192"/>
                    <a:pt x="8250" y="7523"/>
                    <a:pt x="8020" y="7082"/>
                  </a:cubicBezTo>
                  <a:cubicBezTo>
                    <a:pt x="8652" y="6967"/>
                    <a:pt x="9590" y="6738"/>
                    <a:pt x="9666" y="6451"/>
                  </a:cubicBezTo>
                  <a:cubicBezTo>
                    <a:pt x="9743" y="6144"/>
                    <a:pt x="9073" y="5608"/>
                    <a:pt x="8594" y="5283"/>
                  </a:cubicBezTo>
                  <a:cubicBezTo>
                    <a:pt x="9877" y="4345"/>
                    <a:pt x="9781" y="4154"/>
                    <a:pt x="9762" y="4096"/>
                  </a:cubicBezTo>
                  <a:cubicBezTo>
                    <a:pt x="9685" y="3886"/>
                    <a:pt x="8996" y="3656"/>
                    <a:pt x="8365" y="3484"/>
                  </a:cubicBezTo>
                  <a:cubicBezTo>
                    <a:pt x="8594" y="3082"/>
                    <a:pt x="8939" y="2374"/>
                    <a:pt x="8939" y="2201"/>
                  </a:cubicBezTo>
                  <a:cubicBezTo>
                    <a:pt x="8939"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6"/>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6"/>
            <p:cNvSpPr/>
            <p:nvPr/>
          </p:nvSpPr>
          <p:spPr>
            <a:xfrm>
              <a:off x="8244384" y="1604962"/>
              <a:ext cx="40314" cy="24883"/>
            </a:xfrm>
            <a:custGeom>
              <a:rect b="b" l="l" r="r" t="t"/>
              <a:pathLst>
                <a:path extrusionOk="0" h="308" w="499">
                  <a:moveTo>
                    <a:pt x="1" y="1"/>
                  </a:moveTo>
                  <a:lnTo>
                    <a:pt x="498" y="307"/>
                  </a:lnTo>
                  <a:cubicBezTo>
                    <a:pt x="441"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p:nvPr/>
          </p:nvSpPr>
          <p:spPr>
            <a:xfrm>
              <a:off x="8233558" y="1594136"/>
              <a:ext cx="61966" cy="45000"/>
            </a:xfrm>
            <a:custGeom>
              <a:rect b="b" l="l" r="r" t="t"/>
              <a:pathLst>
                <a:path extrusionOk="0" h="557" w="767">
                  <a:moveTo>
                    <a:pt x="154" y="1"/>
                  </a:moveTo>
                  <a:cubicBezTo>
                    <a:pt x="77" y="1"/>
                    <a:pt x="1" y="39"/>
                    <a:pt x="1" y="97"/>
                  </a:cubicBezTo>
                  <a:cubicBezTo>
                    <a:pt x="1" y="173"/>
                    <a:pt x="39" y="231"/>
                    <a:pt x="96" y="250"/>
                  </a:cubicBezTo>
                  <a:cubicBezTo>
                    <a:pt x="269" y="269"/>
                    <a:pt x="518" y="365"/>
                    <a:pt x="537" y="460"/>
                  </a:cubicBezTo>
                  <a:cubicBezTo>
                    <a:pt x="556" y="537"/>
                    <a:pt x="613" y="556"/>
                    <a:pt x="652" y="556"/>
                  </a:cubicBezTo>
                  <a:cubicBezTo>
                    <a:pt x="728" y="518"/>
                    <a:pt x="766" y="460"/>
                    <a:pt x="747" y="384"/>
                  </a:cubicBezTo>
                  <a:cubicBezTo>
                    <a:pt x="671" y="135"/>
                    <a:pt x="250" y="39"/>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p:nvPr/>
          </p:nvSpPr>
          <p:spPr>
            <a:xfrm>
              <a:off x="8272257" y="1679210"/>
              <a:ext cx="41849" cy="26418"/>
            </a:xfrm>
            <a:custGeom>
              <a:rect b="b" l="l" r="r" t="t"/>
              <a:pathLst>
                <a:path extrusionOk="0" h="327" w="518">
                  <a:moveTo>
                    <a:pt x="0" y="1"/>
                  </a:moveTo>
                  <a:lnTo>
                    <a:pt x="517" y="326"/>
                  </a:lnTo>
                  <a:cubicBezTo>
                    <a:pt x="460" y="96"/>
                    <a:pt x="0" y="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
            <p:cNvSpPr/>
            <p:nvPr/>
          </p:nvSpPr>
          <p:spPr>
            <a:xfrm>
              <a:off x="8262966" y="1669918"/>
              <a:ext cx="61966" cy="44919"/>
            </a:xfrm>
            <a:custGeom>
              <a:rect b="b" l="l" r="r" t="t"/>
              <a:pathLst>
                <a:path extrusionOk="0" h="556" w="767">
                  <a:moveTo>
                    <a:pt x="154" y="1"/>
                  </a:moveTo>
                  <a:cubicBezTo>
                    <a:pt x="77" y="1"/>
                    <a:pt x="20" y="20"/>
                    <a:pt x="0" y="97"/>
                  </a:cubicBezTo>
                  <a:cubicBezTo>
                    <a:pt x="0" y="173"/>
                    <a:pt x="20" y="211"/>
                    <a:pt x="96" y="250"/>
                  </a:cubicBezTo>
                  <a:cubicBezTo>
                    <a:pt x="268" y="269"/>
                    <a:pt x="498" y="364"/>
                    <a:pt x="536" y="460"/>
                  </a:cubicBezTo>
                  <a:cubicBezTo>
                    <a:pt x="556" y="537"/>
                    <a:pt x="594" y="556"/>
                    <a:pt x="651" y="556"/>
                  </a:cubicBezTo>
                  <a:cubicBezTo>
                    <a:pt x="728" y="498"/>
                    <a:pt x="766" y="460"/>
                    <a:pt x="747" y="384"/>
                  </a:cubicBezTo>
                  <a:cubicBezTo>
                    <a:pt x="670" y="116"/>
                    <a:pt x="249" y="20"/>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6"/>
            <p:cNvSpPr/>
            <p:nvPr/>
          </p:nvSpPr>
          <p:spPr>
            <a:xfrm>
              <a:off x="8355715" y="1679210"/>
              <a:ext cx="37244" cy="31023"/>
            </a:xfrm>
            <a:custGeom>
              <a:rect b="b" l="l" r="r" t="t"/>
              <a:pathLst>
                <a:path extrusionOk="0" h="384" w="461">
                  <a:moveTo>
                    <a:pt x="1" y="1"/>
                  </a:moveTo>
                  <a:lnTo>
                    <a:pt x="460" y="383"/>
                  </a:lnTo>
                  <a:cubicBezTo>
                    <a:pt x="441" y="173"/>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6"/>
            <p:cNvSpPr/>
            <p:nvPr/>
          </p:nvSpPr>
          <p:spPr>
            <a:xfrm>
              <a:off x="8341819" y="1670969"/>
              <a:ext cx="60431" cy="50090"/>
            </a:xfrm>
            <a:custGeom>
              <a:rect b="b" l="l" r="r" t="t"/>
              <a:pathLst>
                <a:path extrusionOk="0" h="620" w="748">
                  <a:moveTo>
                    <a:pt x="141" y="0"/>
                  </a:moveTo>
                  <a:cubicBezTo>
                    <a:pt x="102" y="0"/>
                    <a:pt x="54" y="25"/>
                    <a:pt x="39" y="84"/>
                  </a:cubicBezTo>
                  <a:cubicBezTo>
                    <a:pt x="1" y="141"/>
                    <a:pt x="39" y="198"/>
                    <a:pt x="96" y="237"/>
                  </a:cubicBezTo>
                  <a:cubicBezTo>
                    <a:pt x="269" y="275"/>
                    <a:pt x="479" y="428"/>
                    <a:pt x="479" y="524"/>
                  </a:cubicBezTo>
                  <a:cubicBezTo>
                    <a:pt x="479" y="562"/>
                    <a:pt x="537" y="619"/>
                    <a:pt x="613" y="619"/>
                  </a:cubicBezTo>
                  <a:cubicBezTo>
                    <a:pt x="709" y="619"/>
                    <a:pt x="747" y="543"/>
                    <a:pt x="709" y="485"/>
                  </a:cubicBezTo>
                  <a:cubicBezTo>
                    <a:pt x="671" y="237"/>
                    <a:pt x="249" y="45"/>
                    <a:pt x="173" y="7"/>
                  </a:cubicBezTo>
                  <a:cubicBezTo>
                    <a:pt x="164" y="2"/>
                    <a:pt x="153" y="0"/>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6"/>
            <p:cNvSpPr/>
            <p:nvPr/>
          </p:nvSpPr>
          <p:spPr>
            <a:xfrm>
              <a:off x="8179428" y="1660627"/>
              <a:ext cx="41849" cy="24883"/>
            </a:xfrm>
            <a:custGeom>
              <a:rect b="b" l="l" r="r" t="t"/>
              <a:pathLst>
                <a:path extrusionOk="0" h="308" w="518">
                  <a:moveTo>
                    <a:pt x="1" y="1"/>
                  </a:moveTo>
                  <a:lnTo>
                    <a:pt x="518" y="307"/>
                  </a:lnTo>
                  <a:cubicBezTo>
                    <a:pt x="460"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
            <p:cNvSpPr/>
            <p:nvPr/>
          </p:nvSpPr>
          <p:spPr>
            <a:xfrm>
              <a:off x="8168601" y="1651417"/>
              <a:ext cx="61966" cy="43384"/>
            </a:xfrm>
            <a:custGeom>
              <a:rect b="b" l="l" r="r" t="t"/>
              <a:pathLst>
                <a:path extrusionOk="0" h="537" w="767">
                  <a:moveTo>
                    <a:pt x="135" y="0"/>
                  </a:moveTo>
                  <a:cubicBezTo>
                    <a:pt x="77" y="0"/>
                    <a:pt x="20" y="19"/>
                    <a:pt x="1" y="96"/>
                  </a:cubicBezTo>
                  <a:cubicBezTo>
                    <a:pt x="1" y="153"/>
                    <a:pt x="20" y="211"/>
                    <a:pt x="97" y="230"/>
                  </a:cubicBezTo>
                  <a:cubicBezTo>
                    <a:pt x="269" y="249"/>
                    <a:pt x="499" y="345"/>
                    <a:pt x="518" y="440"/>
                  </a:cubicBezTo>
                  <a:cubicBezTo>
                    <a:pt x="556" y="517"/>
                    <a:pt x="594" y="536"/>
                    <a:pt x="652" y="536"/>
                  </a:cubicBezTo>
                  <a:cubicBezTo>
                    <a:pt x="709" y="498"/>
                    <a:pt x="767" y="440"/>
                    <a:pt x="747" y="383"/>
                  </a:cubicBezTo>
                  <a:cubicBezTo>
                    <a:pt x="671" y="115"/>
                    <a:pt x="231" y="19"/>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6"/>
            <p:cNvSpPr/>
            <p:nvPr/>
          </p:nvSpPr>
          <p:spPr>
            <a:xfrm>
              <a:off x="8137739" y="1598741"/>
              <a:ext cx="46454" cy="15592"/>
            </a:xfrm>
            <a:custGeom>
              <a:rect b="b" l="l" r="r" t="t"/>
              <a:pathLst>
                <a:path extrusionOk="0" h="193" w="575">
                  <a:moveTo>
                    <a:pt x="30" y="1"/>
                  </a:moveTo>
                  <a:cubicBezTo>
                    <a:pt x="11" y="1"/>
                    <a:pt x="0" y="1"/>
                    <a:pt x="0" y="1"/>
                  </a:cubicBezTo>
                  <a:lnTo>
                    <a:pt x="574" y="193"/>
                  </a:lnTo>
                  <a:cubicBezTo>
                    <a:pt x="477" y="15"/>
                    <a:pt x="133" y="1"/>
                    <a:pt x="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6"/>
            <p:cNvSpPr/>
            <p:nvPr/>
          </p:nvSpPr>
          <p:spPr>
            <a:xfrm>
              <a:off x="8129983" y="1589531"/>
              <a:ext cx="65036" cy="34093"/>
            </a:xfrm>
            <a:custGeom>
              <a:rect b="b" l="l" r="r" t="t"/>
              <a:pathLst>
                <a:path extrusionOk="0" h="422" w="805">
                  <a:moveTo>
                    <a:pt x="115" y="1"/>
                  </a:moveTo>
                  <a:cubicBezTo>
                    <a:pt x="39" y="1"/>
                    <a:pt x="0" y="39"/>
                    <a:pt x="0" y="115"/>
                  </a:cubicBezTo>
                  <a:cubicBezTo>
                    <a:pt x="0" y="192"/>
                    <a:pt x="39" y="230"/>
                    <a:pt x="115" y="230"/>
                  </a:cubicBezTo>
                  <a:cubicBezTo>
                    <a:pt x="268" y="230"/>
                    <a:pt x="517" y="249"/>
                    <a:pt x="575" y="345"/>
                  </a:cubicBezTo>
                  <a:cubicBezTo>
                    <a:pt x="594" y="402"/>
                    <a:pt x="613" y="422"/>
                    <a:pt x="670" y="422"/>
                  </a:cubicBezTo>
                  <a:cubicBezTo>
                    <a:pt x="670" y="422"/>
                    <a:pt x="689" y="422"/>
                    <a:pt x="728" y="402"/>
                  </a:cubicBezTo>
                  <a:cubicBezTo>
                    <a:pt x="804" y="345"/>
                    <a:pt x="804" y="288"/>
                    <a:pt x="785" y="230"/>
                  </a:cubicBezTo>
                  <a:cubicBezTo>
                    <a:pt x="651" y="1"/>
                    <a:pt x="21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 name="Google Shape;410;p16"/>
          <p:cNvGrpSpPr/>
          <p:nvPr/>
        </p:nvGrpSpPr>
        <p:grpSpPr>
          <a:xfrm>
            <a:off x="7981575" y="1112670"/>
            <a:ext cx="704224" cy="496461"/>
            <a:chOff x="7168004" y="618516"/>
            <a:chExt cx="912444" cy="643251"/>
          </a:xfrm>
        </p:grpSpPr>
        <p:grpSp>
          <p:nvGrpSpPr>
            <p:cNvPr id="411" name="Google Shape;411;p16"/>
            <p:cNvGrpSpPr/>
            <p:nvPr/>
          </p:nvGrpSpPr>
          <p:grpSpPr>
            <a:xfrm>
              <a:off x="7168004" y="618516"/>
              <a:ext cx="912444" cy="643251"/>
              <a:chOff x="7168004" y="618516"/>
              <a:chExt cx="912444" cy="643251"/>
            </a:xfrm>
          </p:grpSpPr>
          <p:sp>
            <p:nvSpPr>
              <p:cNvPr id="412" name="Google Shape;412;p16"/>
              <p:cNvSpPr/>
              <p:nvPr/>
            </p:nvSpPr>
            <p:spPr>
              <a:xfrm>
                <a:off x="7168004" y="618516"/>
                <a:ext cx="912444" cy="643251"/>
              </a:xfrm>
              <a:custGeom>
                <a:rect b="b" l="l" r="r" t="t"/>
                <a:pathLst>
                  <a:path extrusionOk="0" h="6815" w="9667">
                    <a:moveTo>
                      <a:pt x="5839" y="1"/>
                    </a:moveTo>
                    <a:cubicBezTo>
                      <a:pt x="5437" y="1"/>
                      <a:pt x="5054" y="116"/>
                      <a:pt x="4729" y="326"/>
                    </a:cubicBezTo>
                    <a:cubicBezTo>
                      <a:pt x="4633" y="288"/>
                      <a:pt x="4499" y="269"/>
                      <a:pt x="4384" y="211"/>
                    </a:cubicBezTo>
                    <a:cubicBezTo>
                      <a:pt x="4078" y="97"/>
                      <a:pt x="3791" y="39"/>
                      <a:pt x="3523" y="39"/>
                    </a:cubicBezTo>
                    <a:cubicBezTo>
                      <a:pt x="3025" y="39"/>
                      <a:pt x="2585" y="231"/>
                      <a:pt x="2279" y="575"/>
                    </a:cubicBezTo>
                    <a:lnTo>
                      <a:pt x="2260" y="594"/>
                    </a:lnTo>
                    <a:cubicBezTo>
                      <a:pt x="2068" y="843"/>
                      <a:pt x="1972" y="1092"/>
                      <a:pt x="1896" y="1341"/>
                    </a:cubicBezTo>
                    <a:cubicBezTo>
                      <a:pt x="1207" y="1532"/>
                      <a:pt x="575" y="2145"/>
                      <a:pt x="307" y="2949"/>
                    </a:cubicBezTo>
                    <a:cubicBezTo>
                      <a:pt x="1" y="3867"/>
                      <a:pt x="269" y="4805"/>
                      <a:pt x="1035" y="5360"/>
                    </a:cubicBezTo>
                    <a:cubicBezTo>
                      <a:pt x="1303" y="5571"/>
                      <a:pt x="1609" y="5743"/>
                      <a:pt x="1915" y="5839"/>
                    </a:cubicBezTo>
                    <a:cubicBezTo>
                      <a:pt x="2260" y="6451"/>
                      <a:pt x="2872" y="6815"/>
                      <a:pt x="3638" y="6815"/>
                    </a:cubicBezTo>
                    <a:lnTo>
                      <a:pt x="3638" y="6777"/>
                    </a:lnTo>
                    <a:lnTo>
                      <a:pt x="3791" y="6777"/>
                    </a:lnTo>
                    <a:cubicBezTo>
                      <a:pt x="4461" y="6777"/>
                      <a:pt x="5054" y="6643"/>
                      <a:pt x="5533" y="6451"/>
                    </a:cubicBezTo>
                    <a:cubicBezTo>
                      <a:pt x="5820" y="6643"/>
                      <a:pt x="6126" y="6738"/>
                      <a:pt x="6490" y="6738"/>
                    </a:cubicBezTo>
                    <a:cubicBezTo>
                      <a:pt x="7561" y="6738"/>
                      <a:pt x="8825" y="5839"/>
                      <a:pt x="9342" y="4709"/>
                    </a:cubicBezTo>
                    <a:cubicBezTo>
                      <a:pt x="9667" y="3867"/>
                      <a:pt x="9552" y="3063"/>
                      <a:pt x="8997" y="2470"/>
                    </a:cubicBezTo>
                    <a:cubicBezTo>
                      <a:pt x="8729" y="2202"/>
                      <a:pt x="8461" y="2011"/>
                      <a:pt x="8174" y="1896"/>
                    </a:cubicBezTo>
                    <a:cubicBezTo>
                      <a:pt x="7983" y="1264"/>
                      <a:pt x="7561" y="709"/>
                      <a:pt x="6987" y="365"/>
                    </a:cubicBezTo>
                    <a:cubicBezTo>
                      <a:pt x="6643" y="116"/>
                      <a:pt x="6260" y="1"/>
                      <a:pt x="5839" y="1"/>
                    </a:cubicBezTo>
                    <a:close/>
                  </a:path>
                </a:pathLst>
              </a:custGeom>
              <a:solidFill>
                <a:schemeClr val="lt1"/>
              </a:solidFill>
              <a:ln>
                <a:noFill/>
              </a:ln>
              <a:effectLst>
                <a:outerShdw blurRad="71438" rotWithShape="0" algn="bl" dir="5100000" dist="952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
              <p:cNvSpPr/>
              <p:nvPr/>
            </p:nvSpPr>
            <p:spPr>
              <a:xfrm>
                <a:off x="7206137" y="697992"/>
                <a:ext cx="847222" cy="482792"/>
              </a:xfrm>
              <a:custGeom>
                <a:rect b="b" l="l" r="r" t="t"/>
                <a:pathLst>
                  <a:path extrusionOk="0" h="5115" w="8976">
                    <a:moveTo>
                      <a:pt x="5465" y="1"/>
                    </a:moveTo>
                    <a:cubicBezTo>
                      <a:pt x="5046" y="1"/>
                      <a:pt x="4674" y="236"/>
                      <a:pt x="4420" y="544"/>
                    </a:cubicBezTo>
                    <a:lnTo>
                      <a:pt x="4420" y="544"/>
                    </a:lnTo>
                    <a:cubicBezTo>
                      <a:pt x="4251" y="408"/>
                      <a:pt x="4031" y="286"/>
                      <a:pt x="3750" y="192"/>
                    </a:cubicBezTo>
                    <a:cubicBezTo>
                      <a:pt x="3513" y="113"/>
                      <a:pt x="3313" y="79"/>
                      <a:pt x="3145" y="79"/>
                    </a:cubicBezTo>
                    <a:cubicBezTo>
                      <a:pt x="2087" y="79"/>
                      <a:pt x="2257" y="1417"/>
                      <a:pt x="2257" y="1417"/>
                    </a:cubicBezTo>
                    <a:cubicBezTo>
                      <a:pt x="2148" y="1352"/>
                      <a:pt x="2030" y="1323"/>
                      <a:pt x="1911" y="1323"/>
                    </a:cubicBezTo>
                    <a:cubicBezTo>
                      <a:pt x="1013" y="1323"/>
                      <a:pt x="0" y="3003"/>
                      <a:pt x="1166" y="3848"/>
                    </a:cubicBezTo>
                    <a:cubicBezTo>
                      <a:pt x="1526" y="4118"/>
                      <a:pt x="1869" y="4241"/>
                      <a:pt x="2164" y="4262"/>
                    </a:cubicBezTo>
                    <a:lnTo>
                      <a:pt x="2164" y="4262"/>
                    </a:lnTo>
                    <a:cubicBezTo>
                      <a:pt x="2265" y="4709"/>
                      <a:pt x="2587" y="5098"/>
                      <a:pt x="3272" y="5112"/>
                    </a:cubicBezTo>
                    <a:cubicBezTo>
                      <a:pt x="3333" y="5114"/>
                      <a:pt x="3394" y="5114"/>
                      <a:pt x="3453" y="5114"/>
                    </a:cubicBezTo>
                    <a:cubicBezTo>
                      <a:pt x="4324" y="5114"/>
                      <a:pt x="4917" y="4910"/>
                      <a:pt x="5259" y="4603"/>
                    </a:cubicBezTo>
                    <a:lnTo>
                      <a:pt x="5259" y="4603"/>
                    </a:lnTo>
                    <a:cubicBezTo>
                      <a:pt x="5331" y="4700"/>
                      <a:pt x="5420" y="4794"/>
                      <a:pt x="5531" y="4882"/>
                    </a:cubicBezTo>
                    <a:cubicBezTo>
                      <a:pt x="5686" y="5004"/>
                      <a:pt x="5875" y="5058"/>
                      <a:pt x="6080" y="5058"/>
                    </a:cubicBezTo>
                    <a:cubicBezTo>
                      <a:pt x="7261" y="5058"/>
                      <a:pt x="8975" y="3259"/>
                      <a:pt x="7981" y="2183"/>
                    </a:cubicBezTo>
                    <a:cubicBezTo>
                      <a:pt x="7700" y="1875"/>
                      <a:pt x="7399" y="1759"/>
                      <a:pt x="7118" y="1759"/>
                    </a:cubicBezTo>
                    <a:cubicBezTo>
                      <a:pt x="7086" y="1759"/>
                      <a:pt x="7055" y="1761"/>
                      <a:pt x="7024" y="1763"/>
                    </a:cubicBezTo>
                    <a:lnTo>
                      <a:pt x="7024" y="1763"/>
                    </a:lnTo>
                    <a:cubicBezTo>
                      <a:pt x="7040" y="1237"/>
                      <a:pt x="6785" y="627"/>
                      <a:pt x="6143" y="212"/>
                    </a:cubicBezTo>
                    <a:cubicBezTo>
                      <a:pt x="5911" y="64"/>
                      <a:pt x="5681" y="1"/>
                      <a:pt x="5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 name="Google Shape;414;p16"/>
            <p:cNvSpPr/>
            <p:nvPr/>
          </p:nvSpPr>
          <p:spPr>
            <a:xfrm>
              <a:off x="7240306" y="690818"/>
              <a:ext cx="766143" cy="504124"/>
            </a:xfrm>
            <a:custGeom>
              <a:rect b="b" l="l" r="r" t="t"/>
              <a:pathLst>
                <a:path extrusionOk="0" h="5341" w="8117">
                  <a:moveTo>
                    <a:pt x="4078" y="824"/>
                  </a:moveTo>
                  <a:cubicBezTo>
                    <a:pt x="4403" y="1130"/>
                    <a:pt x="4460" y="1493"/>
                    <a:pt x="4365" y="1723"/>
                  </a:cubicBezTo>
                  <a:cubicBezTo>
                    <a:pt x="4317" y="1853"/>
                    <a:pt x="4234" y="1925"/>
                    <a:pt x="4141" y="1925"/>
                  </a:cubicBezTo>
                  <a:cubicBezTo>
                    <a:pt x="4083" y="1925"/>
                    <a:pt x="4021" y="1897"/>
                    <a:pt x="3963" y="1838"/>
                  </a:cubicBezTo>
                  <a:cubicBezTo>
                    <a:pt x="3733" y="1647"/>
                    <a:pt x="3790" y="1206"/>
                    <a:pt x="4078" y="824"/>
                  </a:cubicBezTo>
                  <a:close/>
                  <a:moveTo>
                    <a:pt x="6547" y="2010"/>
                  </a:moveTo>
                  <a:lnTo>
                    <a:pt x="6547" y="2010"/>
                  </a:lnTo>
                  <a:cubicBezTo>
                    <a:pt x="6489" y="2451"/>
                    <a:pt x="6221" y="2776"/>
                    <a:pt x="5877" y="2833"/>
                  </a:cubicBezTo>
                  <a:lnTo>
                    <a:pt x="5800" y="2833"/>
                  </a:lnTo>
                  <a:cubicBezTo>
                    <a:pt x="5704" y="2833"/>
                    <a:pt x="5704" y="2795"/>
                    <a:pt x="5704" y="2776"/>
                  </a:cubicBezTo>
                  <a:cubicBezTo>
                    <a:pt x="5685" y="2585"/>
                    <a:pt x="6030" y="2125"/>
                    <a:pt x="6547" y="2010"/>
                  </a:cubicBezTo>
                  <a:close/>
                  <a:moveTo>
                    <a:pt x="2278" y="3120"/>
                  </a:moveTo>
                  <a:cubicBezTo>
                    <a:pt x="2355" y="3120"/>
                    <a:pt x="2393" y="3178"/>
                    <a:pt x="2451" y="3235"/>
                  </a:cubicBezTo>
                  <a:cubicBezTo>
                    <a:pt x="2623" y="3446"/>
                    <a:pt x="2661" y="3714"/>
                    <a:pt x="2565" y="3905"/>
                  </a:cubicBezTo>
                  <a:cubicBezTo>
                    <a:pt x="2451" y="4116"/>
                    <a:pt x="2202" y="4250"/>
                    <a:pt x="1895" y="4250"/>
                  </a:cubicBezTo>
                  <a:cubicBezTo>
                    <a:pt x="1819" y="3848"/>
                    <a:pt x="1934" y="3427"/>
                    <a:pt x="2106" y="3235"/>
                  </a:cubicBezTo>
                  <a:cubicBezTo>
                    <a:pt x="2163" y="3159"/>
                    <a:pt x="2221" y="3120"/>
                    <a:pt x="2278" y="3120"/>
                  </a:cubicBezTo>
                  <a:close/>
                  <a:moveTo>
                    <a:pt x="4977" y="3465"/>
                  </a:moveTo>
                  <a:cubicBezTo>
                    <a:pt x="5015" y="3465"/>
                    <a:pt x="5054" y="3522"/>
                    <a:pt x="5111" y="3637"/>
                  </a:cubicBezTo>
                  <a:cubicBezTo>
                    <a:pt x="5207" y="3943"/>
                    <a:pt x="5149" y="4250"/>
                    <a:pt x="4939" y="4499"/>
                  </a:cubicBezTo>
                  <a:cubicBezTo>
                    <a:pt x="4747" y="4173"/>
                    <a:pt x="4767" y="3809"/>
                    <a:pt x="4862" y="3599"/>
                  </a:cubicBezTo>
                  <a:cubicBezTo>
                    <a:pt x="4920" y="3503"/>
                    <a:pt x="4958" y="3465"/>
                    <a:pt x="4977" y="3465"/>
                  </a:cubicBezTo>
                  <a:close/>
                  <a:moveTo>
                    <a:pt x="5084" y="267"/>
                  </a:moveTo>
                  <a:cubicBezTo>
                    <a:pt x="5293" y="267"/>
                    <a:pt x="5505" y="329"/>
                    <a:pt x="5704" y="460"/>
                  </a:cubicBezTo>
                  <a:cubicBezTo>
                    <a:pt x="6202" y="766"/>
                    <a:pt x="6508" y="1264"/>
                    <a:pt x="6547" y="1800"/>
                  </a:cubicBezTo>
                  <a:cubicBezTo>
                    <a:pt x="5915" y="1895"/>
                    <a:pt x="5417" y="2470"/>
                    <a:pt x="5437" y="2795"/>
                  </a:cubicBezTo>
                  <a:cubicBezTo>
                    <a:pt x="5437" y="2948"/>
                    <a:pt x="5532" y="3082"/>
                    <a:pt x="5781" y="3082"/>
                  </a:cubicBezTo>
                  <a:lnTo>
                    <a:pt x="5877" y="3082"/>
                  </a:lnTo>
                  <a:cubicBezTo>
                    <a:pt x="6374" y="3025"/>
                    <a:pt x="6719" y="2585"/>
                    <a:pt x="6776" y="2010"/>
                  </a:cubicBezTo>
                  <a:cubicBezTo>
                    <a:pt x="7044" y="2029"/>
                    <a:pt x="7312" y="2163"/>
                    <a:pt x="7523" y="2393"/>
                  </a:cubicBezTo>
                  <a:cubicBezTo>
                    <a:pt x="7906" y="2795"/>
                    <a:pt x="7810" y="3274"/>
                    <a:pt x="7657" y="3618"/>
                  </a:cubicBezTo>
                  <a:cubicBezTo>
                    <a:pt x="7331" y="4384"/>
                    <a:pt x="6394" y="5073"/>
                    <a:pt x="5704" y="5073"/>
                  </a:cubicBezTo>
                  <a:cubicBezTo>
                    <a:pt x="5513" y="5073"/>
                    <a:pt x="5341" y="4996"/>
                    <a:pt x="5226" y="4901"/>
                  </a:cubicBezTo>
                  <a:cubicBezTo>
                    <a:pt x="5149" y="4843"/>
                    <a:pt x="5073" y="4786"/>
                    <a:pt x="5035" y="4709"/>
                  </a:cubicBezTo>
                  <a:cubicBezTo>
                    <a:pt x="5322" y="4403"/>
                    <a:pt x="5417" y="4001"/>
                    <a:pt x="5303" y="3599"/>
                  </a:cubicBezTo>
                  <a:cubicBezTo>
                    <a:pt x="5207" y="3312"/>
                    <a:pt x="5054" y="3254"/>
                    <a:pt x="4958" y="3254"/>
                  </a:cubicBezTo>
                  <a:cubicBezTo>
                    <a:pt x="4843" y="3254"/>
                    <a:pt x="4728" y="3350"/>
                    <a:pt x="4633" y="3522"/>
                  </a:cubicBezTo>
                  <a:cubicBezTo>
                    <a:pt x="4479" y="3809"/>
                    <a:pt x="4460" y="4269"/>
                    <a:pt x="4728" y="4690"/>
                  </a:cubicBezTo>
                  <a:cubicBezTo>
                    <a:pt x="4460" y="4901"/>
                    <a:pt x="3924" y="5130"/>
                    <a:pt x="3006" y="5130"/>
                  </a:cubicBezTo>
                  <a:lnTo>
                    <a:pt x="2910" y="5130"/>
                  </a:lnTo>
                  <a:cubicBezTo>
                    <a:pt x="2297" y="5092"/>
                    <a:pt x="2049" y="4805"/>
                    <a:pt x="1953" y="4499"/>
                  </a:cubicBezTo>
                  <a:cubicBezTo>
                    <a:pt x="2336" y="4479"/>
                    <a:pt x="2642" y="4288"/>
                    <a:pt x="2757" y="4039"/>
                  </a:cubicBezTo>
                  <a:cubicBezTo>
                    <a:pt x="2910" y="3752"/>
                    <a:pt x="2853" y="3427"/>
                    <a:pt x="2623" y="3140"/>
                  </a:cubicBezTo>
                  <a:cubicBezTo>
                    <a:pt x="2489" y="2967"/>
                    <a:pt x="2374" y="2948"/>
                    <a:pt x="2278" y="2948"/>
                  </a:cubicBezTo>
                  <a:cubicBezTo>
                    <a:pt x="2144" y="2948"/>
                    <a:pt x="2010" y="3006"/>
                    <a:pt x="1915" y="3140"/>
                  </a:cubicBezTo>
                  <a:cubicBezTo>
                    <a:pt x="1723" y="3369"/>
                    <a:pt x="1589" y="3829"/>
                    <a:pt x="1628" y="4288"/>
                  </a:cubicBezTo>
                  <a:cubicBezTo>
                    <a:pt x="1379" y="4231"/>
                    <a:pt x="1111" y="4097"/>
                    <a:pt x="843" y="3905"/>
                  </a:cubicBezTo>
                  <a:cubicBezTo>
                    <a:pt x="230" y="3446"/>
                    <a:pt x="364" y="2814"/>
                    <a:pt x="441" y="2565"/>
                  </a:cubicBezTo>
                  <a:cubicBezTo>
                    <a:pt x="613" y="2010"/>
                    <a:pt x="1111" y="1551"/>
                    <a:pt x="1513" y="1551"/>
                  </a:cubicBezTo>
                  <a:cubicBezTo>
                    <a:pt x="1608" y="1551"/>
                    <a:pt x="1704" y="1570"/>
                    <a:pt x="1800" y="1627"/>
                  </a:cubicBezTo>
                  <a:cubicBezTo>
                    <a:pt x="1809" y="1637"/>
                    <a:pt x="1829" y="1642"/>
                    <a:pt x="1850" y="1642"/>
                  </a:cubicBezTo>
                  <a:cubicBezTo>
                    <a:pt x="1872" y="1642"/>
                    <a:pt x="1895" y="1637"/>
                    <a:pt x="1915" y="1627"/>
                  </a:cubicBezTo>
                  <a:cubicBezTo>
                    <a:pt x="1953" y="1608"/>
                    <a:pt x="1972" y="1551"/>
                    <a:pt x="1972" y="1513"/>
                  </a:cubicBezTo>
                  <a:cubicBezTo>
                    <a:pt x="1972" y="1513"/>
                    <a:pt x="1876" y="862"/>
                    <a:pt x="2183" y="517"/>
                  </a:cubicBezTo>
                  <a:cubicBezTo>
                    <a:pt x="2326" y="385"/>
                    <a:pt x="2501" y="323"/>
                    <a:pt x="2726" y="323"/>
                  </a:cubicBezTo>
                  <a:cubicBezTo>
                    <a:pt x="2891" y="323"/>
                    <a:pt x="3084" y="357"/>
                    <a:pt x="3312" y="422"/>
                  </a:cubicBezTo>
                  <a:cubicBezTo>
                    <a:pt x="3522" y="498"/>
                    <a:pt x="3714" y="575"/>
                    <a:pt x="3867" y="690"/>
                  </a:cubicBezTo>
                  <a:cubicBezTo>
                    <a:pt x="3542" y="1149"/>
                    <a:pt x="3427" y="1742"/>
                    <a:pt x="3790" y="2049"/>
                  </a:cubicBezTo>
                  <a:cubicBezTo>
                    <a:pt x="3886" y="2144"/>
                    <a:pt x="4001" y="2202"/>
                    <a:pt x="4116" y="2202"/>
                  </a:cubicBezTo>
                  <a:cubicBezTo>
                    <a:pt x="4345" y="2202"/>
                    <a:pt x="4499" y="2049"/>
                    <a:pt x="4575" y="1838"/>
                  </a:cubicBezTo>
                  <a:cubicBezTo>
                    <a:pt x="4690" y="1532"/>
                    <a:pt x="4633" y="1053"/>
                    <a:pt x="4212" y="670"/>
                  </a:cubicBezTo>
                  <a:cubicBezTo>
                    <a:pt x="4464" y="407"/>
                    <a:pt x="4771" y="267"/>
                    <a:pt x="5084" y="267"/>
                  </a:cubicBezTo>
                  <a:close/>
                  <a:moveTo>
                    <a:pt x="5073" y="1"/>
                  </a:moveTo>
                  <a:cubicBezTo>
                    <a:pt x="4690" y="1"/>
                    <a:pt x="4307" y="173"/>
                    <a:pt x="4020" y="479"/>
                  </a:cubicBezTo>
                  <a:cubicBezTo>
                    <a:pt x="3867" y="364"/>
                    <a:pt x="3637" y="230"/>
                    <a:pt x="3408" y="173"/>
                  </a:cubicBezTo>
                  <a:cubicBezTo>
                    <a:pt x="3162" y="83"/>
                    <a:pt x="2945" y="40"/>
                    <a:pt x="2755" y="40"/>
                  </a:cubicBezTo>
                  <a:cubicBezTo>
                    <a:pt x="2456" y="40"/>
                    <a:pt x="2224" y="146"/>
                    <a:pt x="2049" y="345"/>
                  </a:cubicBezTo>
                  <a:cubicBezTo>
                    <a:pt x="1800" y="632"/>
                    <a:pt x="1742" y="1053"/>
                    <a:pt x="1742" y="1302"/>
                  </a:cubicBezTo>
                  <a:cubicBezTo>
                    <a:pt x="1685" y="1264"/>
                    <a:pt x="1608" y="1264"/>
                    <a:pt x="1532" y="1264"/>
                  </a:cubicBezTo>
                  <a:cubicBezTo>
                    <a:pt x="1015" y="1264"/>
                    <a:pt x="441" y="1800"/>
                    <a:pt x="230" y="2431"/>
                  </a:cubicBezTo>
                  <a:cubicBezTo>
                    <a:pt x="1" y="3063"/>
                    <a:pt x="173" y="3656"/>
                    <a:pt x="709" y="4039"/>
                  </a:cubicBezTo>
                  <a:cubicBezTo>
                    <a:pt x="1015" y="4288"/>
                    <a:pt x="1379" y="4422"/>
                    <a:pt x="1685" y="4479"/>
                  </a:cubicBezTo>
                  <a:cubicBezTo>
                    <a:pt x="1819" y="4996"/>
                    <a:pt x="2259" y="5341"/>
                    <a:pt x="2872" y="5341"/>
                  </a:cubicBezTo>
                  <a:lnTo>
                    <a:pt x="3006" y="5341"/>
                  </a:lnTo>
                  <a:cubicBezTo>
                    <a:pt x="3810" y="5341"/>
                    <a:pt x="4460" y="5168"/>
                    <a:pt x="4862" y="4881"/>
                  </a:cubicBezTo>
                  <a:cubicBezTo>
                    <a:pt x="4901" y="4958"/>
                    <a:pt x="5015" y="5034"/>
                    <a:pt x="5073" y="5092"/>
                  </a:cubicBezTo>
                  <a:cubicBezTo>
                    <a:pt x="5245" y="5245"/>
                    <a:pt x="5456" y="5302"/>
                    <a:pt x="5704" y="5302"/>
                  </a:cubicBezTo>
                  <a:cubicBezTo>
                    <a:pt x="6489" y="5302"/>
                    <a:pt x="7485" y="4575"/>
                    <a:pt x="7887" y="3714"/>
                  </a:cubicBezTo>
                  <a:cubicBezTo>
                    <a:pt x="8116" y="3140"/>
                    <a:pt x="8040" y="2604"/>
                    <a:pt x="7695" y="2221"/>
                  </a:cubicBezTo>
                  <a:cubicBezTo>
                    <a:pt x="7427" y="1934"/>
                    <a:pt x="7121" y="1761"/>
                    <a:pt x="6776" y="1761"/>
                  </a:cubicBezTo>
                  <a:cubicBezTo>
                    <a:pt x="6738" y="1168"/>
                    <a:pt x="6394" y="594"/>
                    <a:pt x="5819" y="230"/>
                  </a:cubicBezTo>
                  <a:cubicBezTo>
                    <a:pt x="5590" y="77"/>
                    <a:pt x="5341" y="1"/>
                    <a:pt x="50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 name="Google Shape;415;p16"/>
          <p:cNvGrpSpPr/>
          <p:nvPr/>
        </p:nvGrpSpPr>
        <p:grpSpPr>
          <a:xfrm rot="733681">
            <a:off x="26455" y="1669802"/>
            <a:ext cx="657400" cy="788782"/>
            <a:chOff x="4036318" y="3820178"/>
            <a:chExt cx="657409" cy="788792"/>
          </a:xfrm>
        </p:grpSpPr>
        <p:sp>
          <p:nvSpPr>
            <p:cNvPr id="416" name="Google Shape;416;p16"/>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6"/>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6"/>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 name="Google Shape;423;p16"/>
          <p:cNvGrpSpPr/>
          <p:nvPr/>
        </p:nvGrpSpPr>
        <p:grpSpPr>
          <a:xfrm>
            <a:off x="1731414" y="4639705"/>
            <a:ext cx="773154" cy="349422"/>
            <a:chOff x="6892614" y="3632855"/>
            <a:chExt cx="773154" cy="349422"/>
          </a:xfrm>
        </p:grpSpPr>
        <p:sp>
          <p:nvSpPr>
            <p:cNvPr id="424" name="Google Shape;424;p16"/>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6"/>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16"/>
          <p:cNvGrpSpPr/>
          <p:nvPr/>
        </p:nvGrpSpPr>
        <p:grpSpPr>
          <a:xfrm>
            <a:off x="835564" y="4440530"/>
            <a:ext cx="773154" cy="349422"/>
            <a:chOff x="6892614" y="3632855"/>
            <a:chExt cx="773154" cy="349422"/>
          </a:xfrm>
        </p:grpSpPr>
        <p:sp>
          <p:nvSpPr>
            <p:cNvPr id="427" name="Google Shape;427;p16"/>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 name="Google Shape;429;p16"/>
          <p:cNvGrpSpPr/>
          <p:nvPr/>
        </p:nvGrpSpPr>
        <p:grpSpPr>
          <a:xfrm>
            <a:off x="8441535" y="4390091"/>
            <a:ext cx="128153" cy="132673"/>
            <a:chOff x="6706160" y="2422566"/>
            <a:chExt cx="128153" cy="132673"/>
          </a:xfrm>
        </p:grpSpPr>
        <p:sp>
          <p:nvSpPr>
            <p:cNvPr id="430" name="Google Shape;430;p16"/>
            <p:cNvSpPr/>
            <p:nvPr/>
          </p:nvSpPr>
          <p:spPr>
            <a:xfrm>
              <a:off x="6766861" y="2422566"/>
              <a:ext cx="13502" cy="132673"/>
            </a:xfrm>
            <a:custGeom>
              <a:rect b="b" l="l" r="r" t="t"/>
              <a:pathLst>
                <a:path extrusionOk="0" h="2260" w="230">
                  <a:moveTo>
                    <a:pt x="115" y="1"/>
                  </a:moveTo>
                  <a:cubicBezTo>
                    <a:pt x="38" y="1"/>
                    <a:pt x="0" y="58"/>
                    <a:pt x="0" y="116"/>
                  </a:cubicBezTo>
                  <a:lnTo>
                    <a:pt x="0" y="2125"/>
                  </a:lnTo>
                  <a:cubicBezTo>
                    <a:pt x="0" y="2202"/>
                    <a:pt x="38" y="2259"/>
                    <a:pt x="115" y="2259"/>
                  </a:cubicBezTo>
                  <a:cubicBezTo>
                    <a:pt x="192" y="2259"/>
                    <a:pt x="230" y="2202"/>
                    <a:pt x="230" y="2125"/>
                  </a:cubicBezTo>
                  <a:lnTo>
                    <a:pt x="230" y="116"/>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a:off x="6717372" y="2447809"/>
              <a:ext cx="113594" cy="81600"/>
            </a:xfrm>
            <a:custGeom>
              <a:rect b="b" l="l" r="r" t="t"/>
              <a:pathLst>
                <a:path extrusionOk="0" h="1390" w="1935">
                  <a:moveTo>
                    <a:pt x="1787" y="1"/>
                  </a:moveTo>
                  <a:cubicBezTo>
                    <a:pt x="1766" y="1"/>
                    <a:pt x="1745" y="9"/>
                    <a:pt x="1724" y="30"/>
                  </a:cubicBezTo>
                  <a:lnTo>
                    <a:pt x="77" y="1179"/>
                  </a:lnTo>
                  <a:cubicBezTo>
                    <a:pt x="20" y="1217"/>
                    <a:pt x="1" y="1293"/>
                    <a:pt x="58" y="1351"/>
                  </a:cubicBezTo>
                  <a:cubicBezTo>
                    <a:pt x="77" y="1370"/>
                    <a:pt x="97" y="1389"/>
                    <a:pt x="154" y="1389"/>
                  </a:cubicBezTo>
                  <a:cubicBezTo>
                    <a:pt x="173" y="1389"/>
                    <a:pt x="192" y="1389"/>
                    <a:pt x="211" y="1370"/>
                  </a:cubicBezTo>
                  <a:lnTo>
                    <a:pt x="1877" y="221"/>
                  </a:lnTo>
                  <a:cubicBezTo>
                    <a:pt x="1915" y="164"/>
                    <a:pt x="1934" y="107"/>
                    <a:pt x="1896" y="49"/>
                  </a:cubicBezTo>
                  <a:cubicBezTo>
                    <a:pt x="1860" y="25"/>
                    <a:pt x="1823" y="1"/>
                    <a:pt x="17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a:off x="6728644" y="2440295"/>
              <a:ext cx="89936" cy="93576"/>
            </a:xfrm>
            <a:custGeom>
              <a:rect b="b" l="l" r="r" t="t"/>
              <a:pathLst>
                <a:path extrusionOk="0" h="1594" w="1532">
                  <a:moveTo>
                    <a:pt x="134" y="0"/>
                  </a:moveTo>
                  <a:cubicBezTo>
                    <a:pt x="106" y="0"/>
                    <a:pt x="77" y="15"/>
                    <a:pt x="58" y="43"/>
                  </a:cubicBezTo>
                  <a:cubicBezTo>
                    <a:pt x="0" y="82"/>
                    <a:pt x="0" y="158"/>
                    <a:pt x="58" y="196"/>
                  </a:cubicBezTo>
                  <a:lnTo>
                    <a:pt x="1321" y="1536"/>
                  </a:lnTo>
                  <a:cubicBezTo>
                    <a:pt x="1340" y="1574"/>
                    <a:pt x="1398" y="1594"/>
                    <a:pt x="1417" y="1594"/>
                  </a:cubicBezTo>
                  <a:cubicBezTo>
                    <a:pt x="1455" y="1594"/>
                    <a:pt x="1493" y="1594"/>
                    <a:pt x="1493" y="1536"/>
                  </a:cubicBezTo>
                  <a:cubicBezTo>
                    <a:pt x="1532" y="1498"/>
                    <a:pt x="1532" y="1421"/>
                    <a:pt x="1493" y="1383"/>
                  </a:cubicBezTo>
                  <a:lnTo>
                    <a:pt x="211" y="43"/>
                  </a:lnTo>
                  <a:cubicBezTo>
                    <a:pt x="192" y="15"/>
                    <a:pt x="163"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a:off x="6706160" y="2478747"/>
              <a:ext cx="128153" cy="15792"/>
            </a:xfrm>
            <a:custGeom>
              <a:rect b="b" l="l" r="r" t="t"/>
              <a:pathLst>
                <a:path extrusionOk="0" h="269" w="2183">
                  <a:moveTo>
                    <a:pt x="2068" y="1"/>
                  </a:moveTo>
                  <a:lnTo>
                    <a:pt x="115" y="20"/>
                  </a:lnTo>
                  <a:cubicBezTo>
                    <a:pt x="58" y="20"/>
                    <a:pt x="1" y="77"/>
                    <a:pt x="1" y="154"/>
                  </a:cubicBezTo>
                  <a:cubicBezTo>
                    <a:pt x="1" y="211"/>
                    <a:pt x="58" y="269"/>
                    <a:pt x="115" y="269"/>
                  </a:cubicBezTo>
                  <a:lnTo>
                    <a:pt x="2068" y="250"/>
                  </a:lnTo>
                  <a:cubicBezTo>
                    <a:pt x="2125" y="250"/>
                    <a:pt x="2183" y="192"/>
                    <a:pt x="2183" y="116"/>
                  </a:cubicBezTo>
                  <a:cubicBezTo>
                    <a:pt x="2183" y="39"/>
                    <a:pt x="2125" y="1"/>
                    <a:pt x="20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4" name="Google Shape;434;p16"/>
          <p:cNvSpPr/>
          <p:nvPr/>
        </p:nvSpPr>
        <p:spPr>
          <a:xfrm>
            <a:off x="8161868" y="4604040"/>
            <a:ext cx="155157" cy="157388"/>
          </a:xfrm>
          <a:custGeom>
            <a:rect b="b" l="l" r="r" t="t"/>
            <a:pathLst>
              <a:path extrusionOk="0" h="2681" w="2643">
                <a:moveTo>
                  <a:pt x="1398" y="307"/>
                </a:moveTo>
                <a:cubicBezTo>
                  <a:pt x="1436" y="403"/>
                  <a:pt x="1475" y="575"/>
                  <a:pt x="1494" y="671"/>
                </a:cubicBezTo>
                <a:cubicBezTo>
                  <a:pt x="1570" y="958"/>
                  <a:pt x="1589" y="1015"/>
                  <a:pt x="1628" y="1053"/>
                </a:cubicBezTo>
                <a:cubicBezTo>
                  <a:pt x="1666" y="1111"/>
                  <a:pt x="1723" y="1130"/>
                  <a:pt x="1972" y="1226"/>
                </a:cubicBezTo>
                <a:cubicBezTo>
                  <a:pt x="2068" y="1245"/>
                  <a:pt x="2221" y="1302"/>
                  <a:pt x="2317" y="1341"/>
                </a:cubicBezTo>
                <a:cubicBezTo>
                  <a:pt x="2164" y="1417"/>
                  <a:pt x="1934" y="1513"/>
                  <a:pt x="1723" y="1589"/>
                </a:cubicBezTo>
                <a:lnTo>
                  <a:pt x="1647" y="1647"/>
                </a:lnTo>
                <a:cubicBezTo>
                  <a:pt x="1551" y="1915"/>
                  <a:pt x="1436" y="2183"/>
                  <a:pt x="1341" y="2355"/>
                </a:cubicBezTo>
                <a:cubicBezTo>
                  <a:pt x="1264" y="2183"/>
                  <a:pt x="1188" y="1896"/>
                  <a:pt x="1130" y="1628"/>
                </a:cubicBezTo>
                <a:cubicBezTo>
                  <a:pt x="1092" y="1589"/>
                  <a:pt x="1073" y="1532"/>
                  <a:pt x="1034" y="1532"/>
                </a:cubicBezTo>
                <a:cubicBezTo>
                  <a:pt x="786" y="1513"/>
                  <a:pt x="498" y="1436"/>
                  <a:pt x="326" y="1398"/>
                </a:cubicBezTo>
                <a:cubicBezTo>
                  <a:pt x="498" y="1302"/>
                  <a:pt x="805" y="1149"/>
                  <a:pt x="1073" y="1015"/>
                </a:cubicBezTo>
                <a:cubicBezTo>
                  <a:pt x="1092" y="977"/>
                  <a:pt x="1149" y="958"/>
                  <a:pt x="1149" y="939"/>
                </a:cubicBezTo>
                <a:cubicBezTo>
                  <a:pt x="1226" y="728"/>
                  <a:pt x="1341" y="460"/>
                  <a:pt x="1398" y="307"/>
                </a:cubicBezTo>
                <a:close/>
                <a:moveTo>
                  <a:pt x="1436" y="1"/>
                </a:moveTo>
                <a:cubicBezTo>
                  <a:pt x="1360" y="1"/>
                  <a:pt x="1245" y="1"/>
                  <a:pt x="920" y="843"/>
                </a:cubicBezTo>
                <a:cubicBezTo>
                  <a:pt x="39" y="1187"/>
                  <a:pt x="20" y="1321"/>
                  <a:pt x="1" y="1360"/>
                </a:cubicBezTo>
                <a:cubicBezTo>
                  <a:pt x="1" y="1398"/>
                  <a:pt x="1" y="1455"/>
                  <a:pt x="20" y="1494"/>
                </a:cubicBezTo>
                <a:cubicBezTo>
                  <a:pt x="39" y="1513"/>
                  <a:pt x="116" y="1609"/>
                  <a:pt x="900" y="1743"/>
                </a:cubicBezTo>
                <a:cubicBezTo>
                  <a:pt x="1149" y="2680"/>
                  <a:pt x="1226" y="2680"/>
                  <a:pt x="1302" y="2680"/>
                </a:cubicBezTo>
                <a:cubicBezTo>
                  <a:pt x="1417" y="2680"/>
                  <a:pt x="1475" y="2680"/>
                  <a:pt x="1838" y="1819"/>
                </a:cubicBezTo>
                <a:cubicBezTo>
                  <a:pt x="2049" y="1743"/>
                  <a:pt x="2508" y="1570"/>
                  <a:pt x="2604" y="1494"/>
                </a:cubicBezTo>
                <a:cubicBezTo>
                  <a:pt x="2623" y="1455"/>
                  <a:pt x="2642" y="1417"/>
                  <a:pt x="2642" y="1360"/>
                </a:cubicBezTo>
                <a:cubicBezTo>
                  <a:pt x="2623" y="1245"/>
                  <a:pt x="2508" y="1207"/>
                  <a:pt x="2049" y="1034"/>
                </a:cubicBezTo>
                <a:cubicBezTo>
                  <a:pt x="1953" y="977"/>
                  <a:pt x="1857" y="958"/>
                  <a:pt x="1819" y="939"/>
                </a:cubicBezTo>
                <a:cubicBezTo>
                  <a:pt x="1781" y="862"/>
                  <a:pt x="1762" y="747"/>
                  <a:pt x="1743" y="651"/>
                </a:cubicBezTo>
                <a:cubicBezTo>
                  <a:pt x="1666" y="345"/>
                  <a:pt x="1589" y="116"/>
                  <a:pt x="1551" y="58"/>
                </a:cubicBezTo>
                <a:cubicBezTo>
                  <a:pt x="1532" y="20"/>
                  <a:pt x="1475"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rot="3452380">
            <a:off x="347289" y="700416"/>
            <a:ext cx="156212" cy="157386"/>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p:nvPr/>
        </p:nvSpPr>
        <p:spPr>
          <a:xfrm>
            <a:off x="130036" y="302404"/>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0">
    <p:spTree>
      <p:nvGrpSpPr>
        <p:cNvPr id="437" name="Shape 437"/>
        <p:cNvGrpSpPr/>
        <p:nvPr/>
      </p:nvGrpSpPr>
      <p:grpSpPr>
        <a:xfrm>
          <a:off x="0" y="0"/>
          <a:ext cx="0" cy="0"/>
          <a:chOff x="0" y="0"/>
          <a:chExt cx="0" cy="0"/>
        </a:xfrm>
      </p:grpSpPr>
      <p:grpSp>
        <p:nvGrpSpPr>
          <p:cNvPr id="438" name="Google Shape;438;p17"/>
          <p:cNvGrpSpPr/>
          <p:nvPr/>
        </p:nvGrpSpPr>
        <p:grpSpPr>
          <a:xfrm>
            <a:off x="7216154" y="103291"/>
            <a:ext cx="912444" cy="643251"/>
            <a:chOff x="7168004" y="618516"/>
            <a:chExt cx="912444" cy="643251"/>
          </a:xfrm>
        </p:grpSpPr>
        <p:grpSp>
          <p:nvGrpSpPr>
            <p:cNvPr id="439" name="Google Shape;439;p17"/>
            <p:cNvGrpSpPr/>
            <p:nvPr/>
          </p:nvGrpSpPr>
          <p:grpSpPr>
            <a:xfrm>
              <a:off x="7168004" y="618516"/>
              <a:ext cx="912444" cy="643251"/>
              <a:chOff x="7168004" y="618516"/>
              <a:chExt cx="912444" cy="643251"/>
            </a:xfrm>
          </p:grpSpPr>
          <p:sp>
            <p:nvSpPr>
              <p:cNvPr id="440" name="Google Shape;440;p17"/>
              <p:cNvSpPr/>
              <p:nvPr/>
            </p:nvSpPr>
            <p:spPr>
              <a:xfrm>
                <a:off x="7168004" y="618516"/>
                <a:ext cx="912444" cy="643251"/>
              </a:xfrm>
              <a:custGeom>
                <a:rect b="b" l="l" r="r" t="t"/>
                <a:pathLst>
                  <a:path extrusionOk="0" h="6815" w="9667">
                    <a:moveTo>
                      <a:pt x="5839" y="1"/>
                    </a:moveTo>
                    <a:cubicBezTo>
                      <a:pt x="5437" y="1"/>
                      <a:pt x="5054" y="116"/>
                      <a:pt x="4729" y="326"/>
                    </a:cubicBezTo>
                    <a:cubicBezTo>
                      <a:pt x="4633" y="288"/>
                      <a:pt x="4499" y="269"/>
                      <a:pt x="4384" y="211"/>
                    </a:cubicBezTo>
                    <a:cubicBezTo>
                      <a:pt x="4078" y="97"/>
                      <a:pt x="3791" y="39"/>
                      <a:pt x="3523" y="39"/>
                    </a:cubicBezTo>
                    <a:cubicBezTo>
                      <a:pt x="3025" y="39"/>
                      <a:pt x="2585" y="231"/>
                      <a:pt x="2279" y="575"/>
                    </a:cubicBezTo>
                    <a:lnTo>
                      <a:pt x="2260" y="594"/>
                    </a:lnTo>
                    <a:cubicBezTo>
                      <a:pt x="2068" y="843"/>
                      <a:pt x="1972" y="1092"/>
                      <a:pt x="1896" y="1341"/>
                    </a:cubicBezTo>
                    <a:cubicBezTo>
                      <a:pt x="1207" y="1532"/>
                      <a:pt x="575" y="2145"/>
                      <a:pt x="307" y="2949"/>
                    </a:cubicBezTo>
                    <a:cubicBezTo>
                      <a:pt x="1" y="3867"/>
                      <a:pt x="269" y="4805"/>
                      <a:pt x="1035" y="5360"/>
                    </a:cubicBezTo>
                    <a:cubicBezTo>
                      <a:pt x="1303" y="5571"/>
                      <a:pt x="1609" y="5743"/>
                      <a:pt x="1915" y="5839"/>
                    </a:cubicBezTo>
                    <a:cubicBezTo>
                      <a:pt x="2260" y="6451"/>
                      <a:pt x="2872" y="6815"/>
                      <a:pt x="3638" y="6815"/>
                    </a:cubicBezTo>
                    <a:lnTo>
                      <a:pt x="3638" y="6777"/>
                    </a:lnTo>
                    <a:lnTo>
                      <a:pt x="3791" y="6777"/>
                    </a:lnTo>
                    <a:cubicBezTo>
                      <a:pt x="4461" y="6777"/>
                      <a:pt x="5054" y="6643"/>
                      <a:pt x="5533" y="6451"/>
                    </a:cubicBezTo>
                    <a:cubicBezTo>
                      <a:pt x="5820" y="6643"/>
                      <a:pt x="6126" y="6738"/>
                      <a:pt x="6490" y="6738"/>
                    </a:cubicBezTo>
                    <a:cubicBezTo>
                      <a:pt x="7561" y="6738"/>
                      <a:pt x="8825" y="5839"/>
                      <a:pt x="9342" y="4709"/>
                    </a:cubicBezTo>
                    <a:cubicBezTo>
                      <a:pt x="9667" y="3867"/>
                      <a:pt x="9552" y="3063"/>
                      <a:pt x="8997" y="2470"/>
                    </a:cubicBezTo>
                    <a:cubicBezTo>
                      <a:pt x="8729" y="2202"/>
                      <a:pt x="8461" y="2011"/>
                      <a:pt x="8174" y="1896"/>
                    </a:cubicBezTo>
                    <a:cubicBezTo>
                      <a:pt x="7983" y="1264"/>
                      <a:pt x="7561" y="709"/>
                      <a:pt x="6987" y="365"/>
                    </a:cubicBezTo>
                    <a:cubicBezTo>
                      <a:pt x="6643" y="116"/>
                      <a:pt x="6260" y="1"/>
                      <a:pt x="5839" y="1"/>
                    </a:cubicBezTo>
                    <a:close/>
                  </a:path>
                </a:pathLst>
              </a:custGeom>
              <a:solidFill>
                <a:schemeClr val="lt1"/>
              </a:solidFill>
              <a:ln>
                <a:noFill/>
              </a:ln>
              <a:effectLst>
                <a:outerShdw blurRad="71438" rotWithShape="0" algn="bl" dir="5100000" dist="952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7"/>
              <p:cNvSpPr/>
              <p:nvPr/>
            </p:nvSpPr>
            <p:spPr>
              <a:xfrm>
                <a:off x="7206137" y="697992"/>
                <a:ext cx="847222" cy="482792"/>
              </a:xfrm>
              <a:custGeom>
                <a:rect b="b" l="l" r="r" t="t"/>
                <a:pathLst>
                  <a:path extrusionOk="0" h="5115" w="8976">
                    <a:moveTo>
                      <a:pt x="5465" y="1"/>
                    </a:moveTo>
                    <a:cubicBezTo>
                      <a:pt x="5046" y="1"/>
                      <a:pt x="4674" y="236"/>
                      <a:pt x="4420" y="544"/>
                    </a:cubicBezTo>
                    <a:lnTo>
                      <a:pt x="4420" y="544"/>
                    </a:lnTo>
                    <a:cubicBezTo>
                      <a:pt x="4251" y="408"/>
                      <a:pt x="4031" y="286"/>
                      <a:pt x="3750" y="192"/>
                    </a:cubicBezTo>
                    <a:cubicBezTo>
                      <a:pt x="3513" y="113"/>
                      <a:pt x="3313" y="79"/>
                      <a:pt x="3145" y="79"/>
                    </a:cubicBezTo>
                    <a:cubicBezTo>
                      <a:pt x="2087" y="79"/>
                      <a:pt x="2257" y="1417"/>
                      <a:pt x="2257" y="1417"/>
                    </a:cubicBezTo>
                    <a:cubicBezTo>
                      <a:pt x="2148" y="1352"/>
                      <a:pt x="2030" y="1323"/>
                      <a:pt x="1911" y="1323"/>
                    </a:cubicBezTo>
                    <a:cubicBezTo>
                      <a:pt x="1013" y="1323"/>
                      <a:pt x="0" y="3003"/>
                      <a:pt x="1166" y="3848"/>
                    </a:cubicBezTo>
                    <a:cubicBezTo>
                      <a:pt x="1526" y="4118"/>
                      <a:pt x="1869" y="4241"/>
                      <a:pt x="2164" y="4262"/>
                    </a:cubicBezTo>
                    <a:lnTo>
                      <a:pt x="2164" y="4262"/>
                    </a:lnTo>
                    <a:cubicBezTo>
                      <a:pt x="2265" y="4709"/>
                      <a:pt x="2587" y="5098"/>
                      <a:pt x="3272" y="5112"/>
                    </a:cubicBezTo>
                    <a:cubicBezTo>
                      <a:pt x="3333" y="5114"/>
                      <a:pt x="3394" y="5114"/>
                      <a:pt x="3453" y="5114"/>
                    </a:cubicBezTo>
                    <a:cubicBezTo>
                      <a:pt x="4324" y="5114"/>
                      <a:pt x="4917" y="4910"/>
                      <a:pt x="5259" y="4603"/>
                    </a:cubicBezTo>
                    <a:lnTo>
                      <a:pt x="5259" y="4603"/>
                    </a:lnTo>
                    <a:cubicBezTo>
                      <a:pt x="5331" y="4700"/>
                      <a:pt x="5420" y="4794"/>
                      <a:pt x="5531" y="4882"/>
                    </a:cubicBezTo>
                    <a:cubicBezTo>
                      <a:pt x="5686" y="5004"/>
                      <a:pt x="5875" y="5058"/>
                      <a:pt x="6080" y="5058"/>
                    </a:cubicBezTo>
                    <a:cubicBezTo>
                      <a:pt x="7261" y="5058"/>
                      <a:pt x="8975" y="3259"/>
                      <a:pt x="7981" y="2183"/>
                    </a:cubicBezTo>
                    <a:cubicBezTo>
                      <a:pt x="7700" y="1875"/>
                      <a:pt x="7399" y="1759"/>
                      <a:pt x="7118" y="1759"/>
                    </a:cubicBezTo>
                    <a:cubicBezTo>
                      <a:pt x="7086" y="1759"/>
                      <a:pt x="7055" y="1761"/>
                      <a:pt x="7024" y="1763"/>
                    </a:cubicBezTo>
                    <a:lnTo>
                      <a:pt x="7024" y="1763"/>
                    </a:lnTo>
                    <a:cubicBezTo>
                      <a:pt x="7040" y="1237"/>
                      <a:pt x="6785" y="627"/>
                      <a:pt x="6143" y="212"/>
                    </a:cubicBezTo>
                    <a:cubicBezTo>
                      <a:pt x="5911" y="64"/>
                      <a:pt x="5681" y="1"/>
                      <a:pt x="5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2" name="Google Shape;442;p17"/>
            <p:cNvSpPr/>
            <p:nvPr/>
          </p:nvSpPr>
          <p:spPr>
            <a:xfrm>
              <a:off x="7240306" y="690818"/>
              <a:ext cx="766143" cy="504124"/>
            </a:xfrm>
            <a:custGeom>
              <a:rect b="b" l="l" r="r" t="t"/>
              <a:pathLst>
                <a:path extrusionOk="0" h="5341" w="8117">
                  <a:moveTo>
                    <a:pt x="4078" y="824"/>
                  </a:moveTo>
                  <a:cubicBezTo>
                    <a:pt x="4403" y="1130"/>
                    <a:pt x="4460" y="1493"/>
                    <a:pt x="4365" y="1723"/>
                  </a:cubicBezTo>
                  <a:cubicBezTo>
                    <a:pt x="4317" y="1853"/>
                    <a:pt x="4234" y="1925"/>
                    <a:pt x="4141" y="1925"/>
                  </a:cubicBezTo>
                  <a:cubicBezTo>
                    <a:pt x="4083" y="1925"/>
                    <a:pt x="4021" y="1897"/>
                    <a:pt x="3963" y="1838"/>
                  </a:cubicBezTo>
                  <a:cubicBezTo>
                    <a:pt x="3733" y="1647"/>
                    <a:pt x="3790" y="1206"/>
                    <a:pt x="4078" y="824"/>
                  </a:cubicBezTo>
                  <a:close/>
                  <a:moveTo>
                    <a:pt x="6547" y="2010"/>
                  </a:moveTo>
                  <a:lnTo>
                    <a:pt x="6547" y="2010"/>
                  </a:lnTo>
                  <a:cubicBezTo>
                    <a:pt x="6489" y="2451"/>
                    <a:pt x="6221" y="2776"/>
                    <a:pt x="5877" y="2833"/>
                  </a:cubicBezTo>
                  <a:lnTo>
                    <a:pt x="5800" y="2833"/>
                  </a:lnTo>
                  <a:cubicBezTo>
                    <a:pt x="5704" y="2833"/>
                    <a:pt x="5704" y="2795"/>
                    <a:pt x="5704" y="2776"/>
                  </a:cubicBezTo>
                  <a:cubicBezTo>
                    <a:pt x="5685" y="2585"/>
                    <a:pt x="6030" y="2125"/>
                    <a:pt x="6547" y="2010"/>
                  </a:cubicBezTo>
                  <a:close/>
                  <a:moveTo>
                    <a:pt x="2278" y="3120"/>
                  </a:moveTo>
                  <a:cubicBezTo>
                    <a:pt x="2355" y="3120"/>
                    <a:pt x="2393" y="3178"/>
                    <a:pt x="2451" y="3235"/>
                  </a:cubicBezTo>
                  <a:cubicBezTo>
                    <a:pt x="2623" y="3446"/>
                    <a:pt x="2661" y="3714"/>
                    <a:pt x="2565" y="3905"/>
                  </a:cubicBezTo>
                  <a:cubicBezTo>
                    <a:pt x="2451" y="4116"/>
                    <a:pt x="2202" y="4250"/>
                    <a:pt x="1895" y="4250"/>
                  </a:cubicBezTo>
                  <a:cubicBezTo>
                    <a:pt x="1819" y="3848"/>
                    <a:pt x="1934" y="3427"/>
                    <a:pt x="2106" y="3235"/>
                  </a:cubicBezTo>
                  <a:cubicBezTo>
                    <a:pt x="2163" y="3159"/>
                    <a:pt x="2221" y="3120"/>
                    <a:pt x="2278" y="3120"/>
                  </a:cubicBezTo>
                  <a:close/>
                  <a:moveTo>
                    <a:pt x="4977" y="3465"/>
                  </a:moveTo>
                  <a:cubicBezTo>
                    <a:pt x="5015" y="3465"/>
                    <a:pt x="5054" y="3522"/>
                    <a:pt x="5111" y="3637"/>
                  </a:cubicBezTo>
                  <a:cubicBezTo>
                    <a:pt x="5207" y="3943"/>
                    <a:pt x="5149" y="4250"/>
                    <a:pt x="4939" y="4499"/>
                  </a:cubicBezTo>
                  <a:cubicBezTo>
                    <a:pt x="4747" y="4173"/>
                    <a:pt x="4767" y="3809"/>
                    <a:pt x="4862" y="3599"/>
                  </a:cubicBezTo>
                  <a:cubicBezTo>
                    <a:pt x="4920" y="3503"/>
                    <a:pt x="4958" y="3465"/>
                    <a:pt x="4977" y="3465"/>
                  </a:cubicBezTo>
                  <a:close/>
                  <a:moveTo>
                    <a:pt x="5084" y="267"/>
                  </a:moveTo>
                  <a:cubicBezTo>
                    <a:pt x="5293" y="267"/>
                    <a:pt x="5505" y="329"/>
                    <a:pt x="5704" y="460"/>
                  </a:cubicBezTo>
                  <a:cubicBezTo>
                    <a:pt x="6202" y="766"/>
                    <a:pt x="6508" y="1264"/>
                    <a:pt x="6547" y="1800"/>
                  </a:cubicBezTo>
                  <a:cubicBezTo>
                    <a:pt x="5915" y="1895"/>
                    <a:pt x="5417" y="2470"/>
                    <a:pt x="5437" y="2795"/>
                  </a:cubicBezTo>
                  <a:cubicBezTo>
                    <a:pt x="5437" y="2948"/>
                    <a:pt x="5532" y="3082"/>
                    <a:pt x="5781" y="3082"/>
                  </a:cubicBezTo>
                  <a:lnTo>
                    <a:pt x="5877" y="3082"/>
                  </a:lnTo>
                  <a:cubicBezTo>
                    <a:pt x="6374" y="3025"/>
                    <a:pt x="6719" y="2585"/>
                    <a:pt x="6776" y="2010"/>
                  </a:cubicBezTo>
                  <a:cubicBezTo>
                    <a:pt x="7044" y="2029"/>
                    <a:pt x="7312" y="2163"/>
                    <a:pt x="7523" y="2393"/>
                  </a:cubicBezTo>
                  <a:cubicBezTo>
                    <a:pt x="7906" y="2795"/>
                    <a:pt x="7810" y="3274"/>
                    <a:pt x="7657" y="3618"/>
                  </a:cubicBezTo>
                  <a:cubicBezTo>
                    <a:pt x="7331" y="4384"/>
                    <a:pt x="6394" y="5073"/>
                    <a:pt x="5704" y="5073"/>
                  </a:cubicBezTo>
                  <a:cubicBezTo>
                    <a:pt x="5513" y="5073"/>
                    <a:pt x="5341" y="4996"/>
                    <a:pt x="5226" y="4901"/>
                  </a:cubicBezTo>
                  <a:cubicBezTo>
                    <a:pt x="5149" y="4843"/>
                    <a:pt x="5073" y="4786"/>
                    <a:pt x="5035" y="4709"/>
                  </a:cubicBezTo>
                  <a:cubicBezTo>
                    <a:pt x="5322" y="4403"/>
                    <a:pt x="5417" y="4001"/>
                    <a:pt x="5303" y="3599"/>
                  </a:cubicBezTo>
                  <a:cubicBezTo>
                    <a:pt x="5207" y="3312"/>
                    <a:pt x="5054" y="3254"/>
                    <a:pt x="4958" y="3254"/>
                  </a:cubicBezTo>
                  <a:cubicBezTo>
                    <a:pt x="4843" y="3254"/>
                    <a:pt x="4728" y="3350"/>
                    <a:pt x="4633" y="3522"/>
                  </a:cubicBezTo>
                  <a:cubicBezTo>
                    <a:pt x="4479" y="3809"/>
                    <a:pt x="4460" y="4269"/>
                    <a:pt x="4728" y="4690"/>
                  </a:cubicBezTo>
                  <a:cubicBezTo>
                    <a:pt x="4460" y="4901"/>
                    <a:pt x="3924" y="5130"/>
                    <a:pt x="3006" y="5130"/>
                  </a:cubicBezTo>
                  <a:lnTo>
                    <a:pt x="2910" y="5130"/>
                  </a:lnTo>
                  <a:cubicBezTo>
                    <a:pt x="2297" y="5092"/>
                    <a:pt x="2049" y="4805"/>
                    <a:pt x="1953" y="4499"/>
                  </a:cubicBezTo>
                  <a:cubicBezTo>
                    <a:pt x="2336" y="4479"/>
                    <a:pt x="2642" y="4288"/>
                    <a:pt x="2757" y="4039"/>
                  </a:cubicBezTo>
                  <a:cubicBezTo>
                    <a:pt x="2910" y="3752"/>
                    <a:pt x="2853" y="3427"/>
                    <a:pt x="2623" y="3140"/>
                  </a:cubicBezTo>
                  <a:cubicBezTo>
                    <a:pt x="2489" y="2967"/>
                    <a:pt x="2374" y="2948"/>
                    <a:pt x="2278" y="2948"/>
                  </a:cubicBezTo>
                  <a:cubicBezTo>
                    <a:pt x="2144" y="2948"/>
                    <a:pt x="2010" y="3006"/>
                    <a:pt x="1915" y="3140"/>
                  </a:cubicBezTo>
                  <a:cubicBezTo>
                    <a:pt x="1723" y="3369"/>
                    <a:pt x="1589" y="3829"/>
                    <a:pt x="1628" y="4288"/>
                  </a:cubicBezTo>
                  <a:cubicBezTo>
                    <a:pt x="1379" y="4231"/>
                    <a:pt x="1111" y="4097"/>
                    <a:pt x="843" y="3905"/>
                  </a:cubicBezTo>
                  <a:cubicBezTo>
                    <a:pt x="230" y="3446"/>
                    <a:pt x="364" y="2814"/>
                    <a:pt x="441" y="2565"/>
                  </a:cubicBezTo>
                  <a:cubicBezTo>
                    <a:pt x="613" y="2010"/>
                    <a:pt x="1111" y="1551"/>
                    <a:pt x="1513" y="1551"/>
                  </a:cubicBezTo>
                  <a:cubicBezTo>
                    <a:pt x="1608" y="1551"/>
                    <a:pt x="1704" y="1570"/>
                    <a:pt x="1800" y="1627"/>
                  </a:cubicBezTo>
                  <a:cubicBezTo>
                    <a:pt x="1809" y="1637"/>
                    <a:pt x="1829" y="1642"/>
                    <a:pt x="1850" y="1642"/>
                  </a:cubicBezTo>
                  <a:cubicBezTo>
                    <a:pt x="1872" y="1642"/>
                    <a:pt x="1895" y="1637"/>
                    <a:pt x="1915" y="1627"/>
                  </a:cubicBezTo>
                  <a:cubicBezTo>
                    <a:pt x="1953" y="1608"/>
                    <a:pt x="1972" y="1551"/>
                    <a:pt x="1972" y="1513"/>
                  </a:cubicBezTo>
                  <a:cubicBezTo>
                    <a:pt x="1972" y="1513"/>
                    <a:pt x="1876" y="862"/>
                    <a:pt x="2183" y="517"/>
                  </a:cubicBezTo>
                  <a:cubicBezTo>
                    <a:pt x="2326" y="385"/>
                    <a:pt x="2501" y="323"/>
                    <a:pt x="2726" y="323"/>
                  </a:cubicBezTo>
                  <a:cubicBezTo>
                    <a:pt x="2891" y="323"/>
                    <a:pt x="3084" y="357"/>
                    <a:pt x="3312" y="422"/>
                  </a:cubicBezTo>
                  <a:cubicBezTo>
                    <a:pt x="3522" y="498"/>
                    <a:pt x="3714" y="575"/>
                    <a:pt x="3867" y="690"/>
                  </a:cubicBezTo>
                  <a:cubicBezTo>
                    <a:pt x="3542" y="1149"/>
                    <a:pt x="3427" y="1742"/>
                    <a:pt x="3790" y="2049"/>
                  </a:cubicBezTo>
                  <a:cubicBezTo>
                    <a:pt x="3886" y="2144"/>
                    <a:pt x="4001" y="2202"/>
                    <a:pt x="4116" y="2202"/>
                  </a:cubicBezTo>
                  <a:cubicBezTo>
                    <a:pt x="4345" y="2202"/>
                    <a:pt x="4499" y="2049"/>
                    <a:pt x="4575" y="1838"/>
                  </a:cubicBezTo>
                  <a:cubicBezTo>
                    <a:pt x="4690" y="1532"/>
                    <a:pt x="4633" y="1053"/>
                    <a:pt x="4212" y="670"/>
                  </a:cubicBezTo>
                  <a:cubicBezTo>
                    <a:pt x="4464" y="407"/>
                    <a:pt x="4771" y="267"/>
                    <a:pt x="5084" y="267"/>
                  </a:cubicBezTo>
                  <a:close/>
                  <a:moveTo>
                    <a:pt x="5073" y="1"/>
                  </a:moveTo>
                  <a:cubicBezTo>
                    <a:pt x="4690" y="1"/>
                    <a:pt x="4307" y="173"/>
                    <a:pt x="4020" y="479"/>
                  </a:cubicBezTo>
                  <a:cubicBezTo>
                    <a:pt x="3867" y="364"/>
                    <a:pt x="3637" y="230"/>
                    <a:pt x="3408" y="173"/>
                  </a:cubicBezTo>
                  <a:cubicBezTo>
                    <a:pt x="3162" y="83"/>
                    <a:pt x="2945" y="40"/>
                    <a:pt x="2755" y="40"/>
                  </a:cubicBezTo>
                  <a:cubicBezTo>
                    <a:pt x="2456" y="40"/>
                    <a:pt x="2224" y="146"/>
                    <a:pt x="2049" y="345"/>
                  </a:cubicBezTo>
                  <a:cubicBezTo>
                    <a:pt x="1800" y="632"/>
                    <a:pt x="1742" y="1053"/>
                    <a:pt x="1742" y="1302"/>
                  </a:cubicBezTo>
                  <a:cubicBezTo>
                    <a:pt x="1685" y="1264"/>
                    <a:pt x="1608" y="1264"/>
                    <a:pt x="1532" y="1264"/>
                  </a:cubicBezTo>
                  <a:cubicBezTo>
                    <a:pt x="1015" y="1264"/>
                    <a:pt x="441" y="1800"/>
                    <a:pt x="230" y="2431"/>
                  </a:cubicBezTo>
                  <a:cubicBezTo>
                    <a:pt x="1" y="3063"/>
                    <a:pt x="173" y="3656"/>
                    <a:pt x="709" y="4039"/>
                  </a:cubicBezTo>
                  <a:cubicBezTo>
                    <a:pt x="1015" y="4288"/>
                    <a:pt x="1379" y="4422"/>
                    <a:pt x="1685" y="4479"/>
                  </a:cubicBezTo>
                  <a:cubicBezTo>
                    <a:pt x="1819" y="4996"/>
                    <a:pt x="2259" y="5341"/>
                    <a:pt x="2872" y="5341"/>
                  </a:cubicBezTo>
                  <a:lnTo>
                    <a:pt x="3006" y="5341"/>
                  </a:lnTo>
                  <a:cubicBezTo>
                    <a:pt x="3810" y="5341"/>
                    <a:pt x="4460" y="5168"/>
                    <a:pt x="4862" y="4881"/>
                  </a:cubicBezTo>
                  <a:cubicBezTo>
                    <a:pt x="4901" y="4958"/>
                    <a:pt x="5015" y="5034"/>
                    <a:pt x="5073" y="5092"/>
                  </a:cubicBezTo>
                  <a:cubicBezTo>
                    <a:pt x="5245" y="5245"/>
                    <a:pt x="5456" y="5302"/>
                    <a:pt x="5704" y="5302"/>
                  </a:cubicBezTo>
                  <a:cubicBezTo>
                    <a:pt x="6489" y="5302"/>
                    <a:pt x="7485" y="4575"/>
                    <a:pt x="7887" y="3714"/>
                  </a:cubicBezTo>
                  <a:cubicBezTo>
                    <a:pt x="8116" y="3140"/>
                    <a:pt x="8040" y="2604"/>
                    <a:pt x="7695" y="2221"/>
                  </a:cubicBezTo>
                  <a:cubicBezTo>
                    <a:pt x="7427" y="1934"/>
                    <a:pt x="7121" y="1761"/>
                    <a:pt x="6776" y="1761"/>
                  </a:cubicBezTo>
                  <a:cubicBezTo>
                    <a:pt x="6738" y="1168"/>
                    <a:pt x="6394" y="594"/>
                    <a:pt x="5819" y="230"/>
                  </a:cubicBezTo>
                  <a:cubicBezTo>
                    <a:pt x="5590" y="77"/>
                    <a:pt x="5341" y="1"/>
                    <a:pt x="50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 name="Google Shape;443;p17"/>
          <p:cNvGrpSpPr/>
          <p:nvPr/>
        </p:nvGrpSpPr>
        <p:grpSpPr>
          <a:xfrm>
            <a:off x="139699" y="3659267"/>
            <a:ext cx="751817" cy="1220960"/>
            <a:chOff x="139699" y="3659267"/>
            <a:chExt cx="751817" cy="1220960"/>
          </a:xfrm>
        </p:grpSpPr>
        <p:grpSp>
          <p:nvGrpSpPr>
            <p:cNvPr id="444" name="Google Shape;444;p17"/>
            <p:cNvGrpSpPr/>
            <p:nvPr/>
          </p:nvGrpSpPr>
          <p:grpSpPr>
            <a:xfrm>
              <a:off x="471564" y="4135093"/>
              <a:ext cx="128153" cy="131499"/>
              <a:chOff x="4915051" y="3921555"/>
              <a:chExt cx="128153" cy="131499"/>
            </a:xfrm>
          </p:grpSpPr>
          <p:sp>
            <p:nvSpPr>
              <p:cNvPr id="445" name="Google Shape;445;p17"/>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7"/>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7"/>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 name="Google Shape;450;p17"/>
            <p:cNvSpPr/>
            <p:nvPr/>
          </p:nvSpPr>
          <p:spPr>
            <a:xfrm>
              <a:off x="305085" y="4479239"/>
              <a:ext cx="97803" cy="97803"/>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p:nvPr/>
          </p:nvSpPr>
          <p:spPr>
            <a:xfrm>
              <a:off x="139699" y="3659267"/>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7"/>
            <p:cNvSpPr/>
            <p:nvPr/>
          </p:nvSpPr>
          <p:spPr>
            <a:xfrm>
              <a:off x="669621" y="4655133"/>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 name="Google Shape;453;p17"/>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4" name="Google Shape;454;p17"/>
          <p:cNvSpPr txBox="1"/>
          <p:nvPr>
            <p:ph idx="1" type="subTitle"/>
          </p:nvPr>
        </p:nvSpPr>
        <p:spPr>
          <a:xfrm>
            <a:off x="713225" y="3300986"/>
            <a:ext cx="1828800" cy="5727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600"/>
              <a:buNone/>
              <a:defRPr sz="1600">
                <a:latin typeface="Assistant"/>
                <a:ea typeface="Assistant"/>
                <a:cs typeface="Assistant"/>
                <a:sym typeface="Assistant"/>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55" name="Google Shape;455;p17"/>
          <p:cNvSpPr txBox="1"/>
          <p:nvPr>
            <p:ph idx="2" type="subTitle"/>
          </p:nvPr>
        </p:nvSpPr>
        <p:spPr>
          <a:xfrm>
            <a:off x="713931" y="2884175"/>
            <a:ext cx="1827300" cy="320400"/>
          </a:xfrm>
          <a:prstGeom prst="rect">
            <a:avLst/>
          </a:prstGeom>
          <a:noFill/>
        </p:spPr>
        <p:txBody>
          <a:bodyPr anchorCtr="0" anchor="t" bIns="0" lIns="0" spcFirstLastPara="1" rIns="0" wrap="square" tIns="0">
            <a:noAutofit/>
          </a:bodyPr>
          <a:lstStyle>
            <a:lvl1pPr indent="0" lvl="0" marL="0" rtl="0" algn="ctr">
              <a:lnSpc>
                <a:spcPct val="100000"/>
              </a:lnSpc>
              <a:spcBef>
                <a:spcPts val="0"/>
              </a:spcBef>
              <a:spcAft>
                <a:spcPts val="0"/>
              </a:spcAft>
              <a:buClr>
                <a:schemeClr val="dk1"/>
              </a:buClr>
              <a:buSzPts val="1800"/>
              <a:buFont typeface="Khand"/>
              <a:buNone/>
              <a:defRPr b="1" sz="2400">
                <a:solidFill>
                  <a:schemeClr val="accent3"/>
                </a:solidFill>
                <a:latin typeface="Grandstander"/>
                <a:ea typeface="Grandstander"/>
                <a:cs typeface="Grandstander"/>
                <a:sym typeface="Grandstander"/>
              </a:defRPr>
            </a:lvl1pPr>
            <a:lvl2pPr lvl="1" rtl="0" algn="ctr">
              <a:lnSpc>
                <a:spcPct val="100000"/>
              </a:lnSpc>
              <a:spcBef>
                <a:spcPts val="0"/>
              </a:spcBef>
              <a:spcAft>
                <a:spcPts val="0"/>
              </a:spcAft>
              <a:buSzPts val="1800"/>
              <a:buNone/>
              <a:defRPr b="1" sz="1800"/>
            </a:lvl2pPr>
            <a:lvl3pPr lvl="2" rtl="0" algn="ctr">
              <a:lnSpc>
                <a:spcPct val="100000"/>
              </a:lnSpc>
              <a:spcBef>
                <a:spcPts val="0"/>
              </a:spcBef>
              <a:spcAft>
                <a:spcPts val="0"/>
              </a:spcAft>
              <a:buSzPts val="1800"/>
              <a:buNone/>
              <a:defRPr b="1" sz="1800"/>
            </a:lvl3pPr>
            <a:lvl4pPr lvl="3" rtl="0" algn="ctr">
              <a:lnSpc>
                <a:spcPct val="100000"/>
              </a:lnSpc>
              <a:spcBef>
                <a:spcPts val="0"/>
              </a:spcBef>
              <a:spcAft>
                <a:spcPts val="0"/>
              </a:spcAft>
              <a:buSzPts val="1800"/>
              <a:buNone/>
              <a:defRPr b="1" sz="1800"/>
            </a:lvl4pPr>
            <a:lvl5pPr lvl="4" rtl="0" algn="ctr">
              <a:lnSpc>
                <a:spcPct val="100000"/>
              </a:lnSpc>
              <a:spcBef>
                <a:spcPts val="0"/>
              </a:spcBef>
              <a:spcAft>
                <a:spcPts val="0"/>
              </a:spcAft>
              <a:buSzPts val="1800"/>
              <a:buNone/>
              <a:defRPr b="1" sz="1800"/>
            </a:lvl5pPr>
            <a:lvl6pPr lvl="5" rtl="0" algn="ctr">
              <a:lnSpc>
                <a:spcPct val="100000"/>
              </a:lnSpc>
              <a:spcBef>
                <a:spcPts val="0"/>
              </a:spcBef>
              <a:spcAft>
                <a:spcPts val="0"/>
              </a:spcAft>
              <a:buSzPts val="1800"/>
              <a:buNone/>
              <a:defRPr b="1" sz="1800"/>
            </a:lvl6pPr>
            <a:lvl7pPr lvl="6" rtl="0" algn="ctr">
              <a:lnSpc>
                <a:spcPct val="100000"/>
              </a:lnSpc>
              <a:spcBef>
                <a:spcPts val="0"/>
              </a:spcBef>
              <a:spcAft>
                <a:spcPts val="0"/>
              </a:spcAft>
              <a:buSzPts val="1800"/>
              <a:buNone/>
              <a:defRPr b="1" sz="1800"/>
            </a:lvl7pPr>
            <a:lvl8pPr lvl="7" rtl="0" algn="ctr">
              <a:lnSpc>
                <a:spcPct val="100000"/>
              </a:lnSpc>
              <a:spcBef>
                <a:spcPts val="0"/>
              </a:spcBef>
              <a:spcAft>
                <a:spcPts val="0"/>
              </a:spcAft>
              <a:buSzPts val="1800"/>
              <a:buNone/>
              <a:defRPr b="1" sz="1800"/>
            </a:lvl8pPr>
            <a:lvl9pPr lvl="8" rtl="0" algn="ctr">
              <a:lnSpc>
                <a:spcPct val="100000"/>
              </a:lnSpc>
              <a:spcBef>
                <a:spcPts val="0"/>
              </a:spcBef>
              <a:spcAft>
                <a:spcPts val="0"/>
              </a:spcAft>
              <a:buSzPts val="1800"/>
              <a:buNone/>
              <a:defRPr b="1" sz="1800"/>
            </a:lvl9pPr>
          </a:lstStyle>
          <a:p/>
        </p:txBody>
      </p:sp>
      <p:sp>
        <p:nvSpPr>
          <p:cNvPr id="456" name="Google Shape;456;p17"/>
          <p:cNvSpPr txBox="1"/>
          <p:nvPr>
            <p:ph hasCustomPrompt="1" idx="3" type="title"/>
          </p:nvPr>
        </p:nvSpPr>
        <p:spPr>
          <a:xfrm>
            <a:off x="1310355" y="2415706"/>
            <a:ext cx="624000" cy="369300"/>
          </a:xfrm>
          <a:prstGeom prst="rect">
            <a:avLst/>
          </a:prstGeom>
        </p:spPr>
        <p:txBody>
          <a:bodyPr anchorCtr="0" anchor="ctr" bIns="0" lIns="0" spcFirstLastPara="1" rIns="0" wrap="square" tIns="0">
            <a:noAutofit/>
          </a:bodyPr>
          <a:lstStyle>
            <a:lvl1pPr indent="0" lvl="0" marL="0" marR="0" rtl="0" algn="ctr">
              <a:lnSpc>
                <a:spcPct val="100000"/>
              </a:lnSpc>
              <a:spcBef>
                <a:spcPts val="0"/>
              </a:spcBef>
              <a:spcAft>
                <a:spcPts val="0"/>
              </a:spcAft>
              <a:buSzPts val="12000"/>
              <a:buNone/>
              <a:defRPr sz="2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57" name="Google Shape;457;p17"/>
          <p:cNvSpPr txBox="1"/>
          <p:nvPr>
            <p:ph idx="4" type="subTitle"/>
          </p:nvPr>
        </p:nvSpPr>
        <p:spPr>
          <a:xfrm>
            <a:off x="2668550" y="3300984"/>
            <a:ext cx="1828800" cy="5760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600"/>
              <a:buNone/>
              <a:defRPr sz="1600">
                <a:latin typeface="Assistant"/>
                <a:ea typeface="Assistant"/>
                <a:cs typeface="Assistant"/>
                <a:sym typeface="Assistant"/>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58" name="Google Shape;458;p17"/>
          <p:cNvSpPr txBox="1"/>
          <p:nvPr>
            <p:ph idx="5" type="subTitle"/>
          </p:nvPr>
        </p:nvSpPr>
        <p:spPr>
          <a:xfrm>
            <a:off x="2669256" y="2884175"/>
            <a:ext cx="1827300" cy="320400"/>
          </a:xfrm>
          <a:prstGeom prst="rect">
            <a:avLst/>
          </a:prstGeom>
          <a:noFill/>
        </p:spPr>
        <p:txBody>
          <a:bodyPr anchorCtr="0" anchor="t" bIns="0" lIns="0" spcFirstLastPara="1" rIns="0" wrap="square" tIns="0">
            <a:noAutofit/>
          </a:bodyPr>
          <a:lstStyle>
            <a:lvl1pPr indent="0" lvl="0" marL="0" rtl="0" algn="ctr">
              <a:lnSpc>
                <a:spcPct val="100000"/>
              </a:lnSpc>
              <a:spcBef>
                <a:spcPts val="0"/>
              </a:spcBef>
              <a:spcAft>
                <a:spcPts val="0"/>
              </a:spcAft>
              <a:buClr>
                <a:schemeClr val="dk1"/>
              </a:buClr>
              <a:buSzPts val="1800"/>
              <a:buFont typeface="Khand"/>
              <a:buNone/>
              <a:defRPr b="1" sz="2400">
                <a:solidFill>
                  <a:schemeClr val="accent1"/>
                </a:solidFill>
                <a:latin typeface="Grandstander"/>
                <a:ea typeface="Grandstander"/>
                <a:cs typeface="Grandstander"/>
                <a:sym typeface="Grandstander"/>
              </a:defRPr>
            </a:lvl1pPr>
            <a:lvl2pPr lvl="1" rtl="0" algn="ctr">
              <a:lnSpc>
                <a:spcPct val="100000"/>
              </a:lnSpc>
              <a:spcBef>
                <a:spcPts val="0"/>
              </a:spcBef>
              <a:spcAft>
                <a:spcPts val="0"/>
              </a:spcAft>
              <a:buSzPts val="1800"/>
              <a:buNone/>
              <a:defRPr b="1" sz="1800"/>
            </a:lvl2pPr>
            <a:lvl3pPr lvl="2" rtl="0" algn="ctr">
              <a:lnSpc>
                <a:spcPct val="100000"/>
              </a:lnSpc>
              <a:spcBef>
                <a:spcPts val="0"/>
              </a:spcBef>
              <a:spcAft>
                <a:spcPts val="0"/>
              </a:spcAft>
              <a:buSzPts val="1800"/>
              <a:buNone/>
              <a:defRPr b="1" sz="1800"/>
            </a:lvl3pPr>
            <a:lvl4pPr lvl="3" rtl="0" algn="ctr">
              <a:lnSpc>
                <a:spcPct val="100000"/>
              </a:lnSpc>
              <a:spcBef>
                <a:spcPts val="0"/>
              </a:spcBef>
              <a:spcAft>
                <a:spcPts val="0"/>
              </a:spcAft>
              <a:buSzPts val="1800"/>
              <a:buNone/>
              <a:defRPr b="1" sz="1800"/>
            </a:lvl4pPr>
            <a:lvl5pPr lvl="4" rtl="0" algn="ctr">
              <a:lnSpc>
                <a:spcPct val="100000"/>
              </a:lnSpc>
              <a:spcBef>
                <a:spcPts val="0"/>
              </a:spcBef>
              <a:spcAft>
                <a:spcPts val="0"/>
              </a:spcAft>
              <a:buSzPts val="1800"/>
              <a:buNone/>
              <a:defRPr b="1" sz="1800"/>
            </a:lvl5pPr>
            <a:lvl6pPr lvl="5" rtl="0" algn="ctr">
              <a:lnSpc>
                <a:spcPct val="100000"/>
              </a:lnSpc>
              <a:spcBef>
                <a:spcPts val="0"/>
              </a:spcBef>
              <a:spcAft>
                <a:spcPts val="0"/>
              </a:spcAft>
              <a:buSzPts val="1800"/>
              <a:buNone/>
              <a:defRPr b="1" sz="1800"/>
            </a:lvl6pPr>
            <a:lvl7pPr lvl="6" rtl="0" algn="ctr">
              <a:lnSpc>
                <a:spcPct val="100000"/>
              </a:lnSpc>
              <a:spcBef>
                <a:spcPts val="0"/>
              </a:spcBef>
              <a:spcAft>
                <a:spcPts val="0"/>
              </a:spcAft>
              <a:buSzPts val="1800"/>
              <a:buNone/>
              <a:defRPr b="1" sz="1800"/>
            </a:lvl7pPr>
            <a:lvl8pPr lvl="7" rtl="0" algn="ctr">
              <a:lnSpc>
                <a:spcPct val="100000"/>
              </a:lnSpc>
              <a:spcBef>
                <a:spcPts val="0"/>
              </a:spcBef>
              <a:spcAft>
                <a:spcPts val="0"/>
              </a:spcAft>
              <a:buSzPts val="1800"/>
              <a:buNone/>
              <a:defRPr b="1" sz="1800"/>
            </a:lvl8pPr>
            <a:lvl9pPr lvl="8" rtl="0" algn="ctr">
              <a:lnSpc>
                <a:spcPct val="100000"/>
              </a:lnSpc>
              <a:spcBef>
                <a:spcPts val="0"/>
              </a:spcBef>
              <a:spcAft>
                <a:spcPts val="0"/>
              </a:spcAft>
              <a:buSzPts val="1800"/>
              <a:buNone/>
              <a:defRPr b="1" sz="1800"/>
            </a:lvl9pPr>
          </a:lstStyle>
          <a:p/>
        </p:txBody>
      </p:sp>
      <p:sp>
        <p:nvSpPr>
          <p:cNvPr id="459" name="Google Shape;459;p17"/>
          <p:cNvSpPr txBox="1"/>
          <p:nvPr>
            <p:ph hasCustomPrompt="1" idx="6" type="title"/>
          </p:nvPr>
        </p:nvSpPr>
        <p:spPr>
          <a:xfrm>
            <a:off x="3265680" y="2415706"/>
            <a:ext cx="624000" cy="369300"/>
          </a:xfrm>
          <a:prstGeom prst="rect">
            <a:avLst/>
          </a:prstGeom>
        </p:spPr>
        <p:txBody>
          <a:bodyPr anchorCtr="0" anchor="ctr" bIns="0" lIns="0" spcFirstLastPara="1" rIns="0" wrap="square" tIns="0">
            <a:noAutofit/>
          </a:bodyPr>
          <a:lstStyle>
            <a:lvl1pPr indent="0" lvl="0" marL="0" marR="0" rtl="0" algn="ctr">
              <a:lnSpc>
                <a:spcPct val="100000"/>
              </a:lnSpc>
              <a:spcBef>
                <a:spcPts val="0"/>
              </a:spcBef>
              <a:spcAft>
                <a:spcPts val="0"/>
              </a:spcAft>
              <a:buSzPts val="12000"/>
              <a:buNone/>
              <a:defRPr sz="2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0" name="Google Shape;460;p17"/>
          <p:cNvSpPr txBox="1"/>
          <p:nvPr>
            <p:ph idx="7" type="subTitle"/>
          </p:nvPr>
        </p:nvSpPr>
        <p:spPr>
          <a:xfrm>
            <a:off x="4623875" y="3300984"/>
            <a:ext cx="1828800" cy="5760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600"/>
              <a:buNone/>
              <a:defRPr sz="1600">
                <a:latin typeface="Assistant"/>
                <a:ea typeface="Assistant"/>
                <a:cs typeface="Assistant"/>
                <a:sym typeface="Assistant"/>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61" name="Google Shape;461;p17"/>
          <p:cNvSpPr txBox="1"/>
          <p:nvPr>
            <p:ph idx="8" type="subTitle"/>
          </p:nvPr>
        </p:nvSpPr>
        <p:spPr>
          <a:xfrm>
            <a:off x="4624581" y="2884175"/>
            <a:ext cx="1827300" cy="320400"/>
          </a:xfrm>
          <a:prstGeom prst="rect">
            <a:avLst/>
          </a:prstGeom>
          <a:noFill/>
        </p:spPr>
        <p:txBody>
          <a:bodyPr anchorCtr="0" anchor="t" bIns="0" lIns="0" spcFirstLastPara="1" rIns="0" wrap="square" tIns="0">
            <a:noAutofit/>
          </a:bodyPr>
          <a:lstStyle>
            <a:lvl1pPr indent="0" lvl="0" marL="0" rtl="0" algn="ctr">
              <a:lnSpc>
                <a:spcPct val="100000"/>
              </a:lnSpc>
              <a:spcBef>
                <a:spcPts val="0"/>
              </a:spcBef>
              <a:spcAft>
                <a:spcPts val="0"/>
              </a:spcAft>
              <a:buClr>
                <a:schemeClr val="dk1"/>
              </a:buClr>
              <a:buSzPts val="1800"/>
              <a:buFont typeface="Khand"/>
              <a:buNone/>
              <a:defRPr b="1" sz="2400">
                <a:solidFill>
                  <a:schemeClr val="accent2"/>
                </a:solidFill>
                <a:latin typeface="Grandstander"/>
                <a:ea typeface="Grandstander"/>
                <a:cs typeface="Grandstander"/>
                <a:sym typeface="Grandstander"/>
              </a:defRPr>
            </a:lvl1pPr>
            <a:lvl2pPr lvl="1" rtl="0" algn="ctr">
              <a:lnSpc>
                <a:spcPct val="100000"/>
              </a:lnSpc>
              <a:spcBef>
                <a:spcPts val="0"/>
              </a:spcBef>
              <a:spcAft>
                <a:spcPts val="0"/>
              </a:spcAft>
              <a:buSzPts val="1800"/>
              <a:buNone/>
              <a:defRPr b="1" sz="1800"/>
            </a:lvl2pPr>
            <a:lvl3pPr lvl="2" rtl="0" algn="ctr">
              <a:lnSpc>
                <a:spcPct val="100000"/>
              </a:lnSpc>
              <a:spcBef>
                <a:spcPts val="0"/>
              </a:spcBef>
              <a:spcAft>
                <a:spcPts val="0"/>
              </a:spcAft>
              <a:buSzPts val="1800"/>
              <a:buNone/>
              <a:defRPr b="1" sz="1800"/>
            </a:lvl3pPr>
            <a:lvl4pPr lvl="3" rtl="0" algn="ctr">
              <a:lnSpc>
                <a:spcPct val="100000"/>
              </a:lnSpc>
              <a:spcBef>
                <a:spcPts val="0"/>
              </a:spcBef>
              <a:spcAft>
                <a:spcPts val="0"/>
              </a:spcAft>
              <a:buSzPts val="1800"/>
              <a:buNone/>
              <a:defRPr b="1" sz="1800"/>
            </a:lvl4pPr>
            <a:lvl5pPr lvl="4" rtl="0" algn="ctr">
              <a:lnSpc>
                <a:spcPct val="100000"/>
              </a:lnSpc>
              <a:spcBef>
                <a:spcPts val="0"/>
              </a:spcBef>
              <a:spcAft>
                <a:spcPts val="0"/>
              </a:spcAft>
              <a:buSzPts val="1800"/>
              <a:buNone/>
              <a:defRPr b="1" sz="1800"/>
            </a:lvl5pPr>
            <a:lvl6pPr lvl="5" rtl="0" algn="ctr">
              <a:lnSpc>
                <a:spcPct val="100000"/>
              </a:lnSpc>
              <a:spcBef>
                <a:spcPts val="0"/>
              </a:spcBef>
              <a:spcAft>
                <a:spcPts val="0"/>
              </a:spcAft>
              <a:buSzPts val="1800"/>
              <a:buNone/>
              <a:defRPr b="1" sz="1800"/>
            </a:lvl6pPr>
            <a:lvl7pPr lvl="6" rtl="0" algn="ctr">
              <a:lnSpc>
                <a:spcPct val="100000"/>
              </a:lnSpc>
              <a:spcBef>
                <a:spcPts val="0"/>
              </a:spcBef>
              <a:spcAft>
                <a:spcPts val="0"/>
              </a:spcAft>
              <a:buSzPts val="1800"/>
              <a:buNone/>
              <a:defRPr b="1" sz="1800"/>
            </a:lvl7pPr>
            <a:lvl8pPr lvl="7" rtl="0" algn="ctr">
              <a:lnSpc>
                <a:spcPct val="100000"/>
              </a:lnSpc>
              <a:spcBef>
                <a:spcPts val="0"/>
              </a:spcBef>
              <a:spcAft>
                <a:spcPts val="0"/>
              </a:spcAft>
              <a:buSzPts val="1800"/>
              <a:buNone/>
              <a:defRPr b="1" sz="1800"/>
            </a:lvl8pPr>
            <a:lvl9pPr lvl="8" rtl="0" algn="ctr">
              <a:lnSpc>
                <a:spcPct val="100000"/>
              </a:lnSpc>
              <a:spcBef>
                <a:spcPts val="0"/>
              </a:spcBef>
              <a:spcAft>
                <a:spcPts val="0"/>
              </a:spcAft>
              <a:buSzPts val="1800"/>
              <a:buNone/>
              <a:defRPr b="1" sz="1800"/>
            </a:lvl9pPr>
          </a:lstStyle>
          <a:p/>
        </p:txBody>
      </p:sp>
      <p:sp>
        <p:nvSpPr>
          <p:cNvPr id="462" name="Google Shape;462;p17"/>
          <p:cNvSpPr txBox="1"/>
          <p:nvPr>
            <p:ph hasCustomPrompt="1" idx="9" type="title"/>
          </p:nvPr>
        </p:nvSpPr>
        <p:spPr>
          <a:xfrm>
            <a:off x="5221005" y="2415706"/>
            <a:ext cx="624000" cy="369300"/>
          </a:xfrm>
          <a:prstGeom prst="rect">
            <a:avLst/>
          </a:prstGeom>
        </p:spPr>
        <p:txBody>
          <a:bodyPr anchorCtr="0" anchor="ctr" bIns="0" lIns="0" spcFirstLastPara="1" rIns="0" wrap="square" tIns="0">
            <a:noAutofit/>
          </a:bodyPr>
          <a:lstStyle>
            <a:lvl1pPr indent="0" lvl="0" marL="0" marR="0" rtl="0" algn="ctr">
              <a:lnSpc>
                <a:spcPct val="100000"/>
              </a:lnSpc>
              <a:spcBef>
                <a:spcPts val="0"/>
              </a:spcBef>
              <a:spcAft>
                <a:spcPts val="0"/>
              </a:spcAft>
              <a:buSzPts val="12000"/>
              <a:buNone/>
              <a:defRPr sz="2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3" name="Google Shape;463;p17"/>
          <p:cNvSpPr txBox="1"/>
          <p:nvPr>
            <p:ph idx="13" type="subTitle"/>
          </p:nvPr>
        </p:nvSpPr>
        <p:spPr>
          <a:xfrm>
            <a:off x="6579200" y="3300984"/>
            <a:ext cx="1828800" cy="5760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600"/>
              <a:buNone/>
              <a:defRPr sz="1600">
                <a:latin typeface="Assistant"/>
                <a:ea typeface="Assistant"/>
                <a:cs typeface="Assistant"/>
                <a:sym typeface="Assistant"/>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64" name="Google Shape;464;p17"/>
          <p:cNvSpPr txBox="1"/>
          <p:nvPr>
            <p:ph idx="14" type="subTitle"/>
          </p:nvPr>
        </p:nvSpPr>
        <p:spPr>
          <a:xfrm>
            <a:off x="6579906" y="2884175"/>
            <a:ext cx="1827300" cy="320400"/>
          </a:xfrm>
          <a:prstGeom prst="rect">
            <a:avLst/>
          </a:prstGeom>
          <a:noFill/>
        </p:spPr>
        <p:txBody>
          <a:bodyPr anchorCtr="0" anchor="t" bIns="0" lIns="0" spcFirstLastPara="1" rIns="0" wrap="square" tIns="0">
            <a:noAutofit/>
          </a:bodyPr>
          <a:lstStyle>
            <a:lvl1pPr indent="0" lvl="0" marL="0" rtl="0" algn="ctr">
              <a:lnSpc>
                <a:spcPct val="100000"/>
              </a:lnSpc>
              <a:spcBef>
                <a:spcPts val="0"/>
              </a:spcBef>
              <a:spcAft>
                <a:spcPts val="0"/>
              </a:spcAft>
              <a:buClr>
                <a:schemeClr val="dk1"/>
              </a:buClr>
              <a:buSzPts val="1800"/>
              <a:buFont typeface="Khand"/>
              <a:buNone/>
              <a:defRPr b="1" sz="2400">
                <a:solidFill>
                  <a:schemeClr val="accent6"/>
                </a:solidFill>
                <a:latin typeface="Grandstander"/>
                <a:ea typeface="Grandstander"/>
                <a:cs typeface="Grandstander"/>
                <a:sym typeface="Grandstander"/>
              </a:defRPr>
            </a:lvl1pPr>
            <a:lvl2pPr lvl="1" rtl="0" algn="ctr">
              <a:lnSpc>
                <a:spcPct val="100000"/>
              </a:lnSpc>
              <a:spcBef>
                <a:spcPts val="0"/>
              </a:spcBef>
              <a:spcAft>
                <a:spcPts val="0"/>
              </a:spcAft>
              <a:buSzPts val="1800"/>
              <a:buNone/>
              <a:defRPr b="1" sz="1800"/>
            </a:lvl2pPr>
            <a:lvl3pPr lvl="2" rtl="0" algn="ctr">
              <a:lnSpc>
                <a:spcPct val="100000"/>
              </a:lnSpc>
              <a:spcBef>
                <a:spcPts val="0"/>
              </a:spcBef>
              <a:spcAft>
                <a:spcPts val="0"/>
              </a:spcAft>
              <a:buSzPts val="1800"/>
              <a:buNone/>
              <a:defRPr b="1" sz="1800"/>
            </a:lvl3pPr>
            <a:lvl4pPr lvl="3" rtl="0" algn="ctr">
              <a:lnSpc>
                <a:spcPct val="100000"/>
              </a:lnSpc>
              <a:spcBef>
                <a:spcPts val="0"/>
              </a:spcBef>
              <a:spcAft>
                <a:spcPts val="0"/>
              </a:spcAft>
              <a:buSzPts val="1800"/>
              <a:buNone/>
              <a:defRPr b="1" sz="1800"/>
            </a:lvl4pPr>
            <a:lvl5pPr lvl="4" rtl="0" algn="ctr">
              <a:lnSpc>
                <a:spcPct val="100000"/>
              </a:lnSpc>
              <a:spcBef>
                <a:spcPts val="0"/>
              </a:spcBef>
              <a:spcAft>
                <a:spcPts val="0"/>
              </a:spcAft>
              <a:buSzPts val="1800"/>
              <a:buNone/>
              <a:defRPr b="1" sz="1800"/>
            </a:lvl5pPr>
            <a:lvl6pPr lvl="5" rtl="0" algn="ctr">
              <a:lnSpc>
                <a:spcPct val="100000"/>
              </a:lnSpc>
              <a:spcBef>
                <a:spcPts val="0"/>
              </a:spcBef>
              <a:spcAft>
                <a:spcPts val="0"/>
              </a:spcAft>
              <a:buSzPts val="1800"/>
              <a:buNone/>
              <a:defRPr b="1" sz="1800"/>
            </a:lvl6pPr>
            <a:lvl7pPr lvl="6" rtl="0" algn="ctr">
              <a:lnSpc>
                <a:spcPct val="100000"/>
              </a:lnSpc>
              <a:spcBef>
                <a:spcPts val="0"/>
              </a:spcBef>
              <a:spcAft>
                <a:spcPts val="0"/>
              </a:spcAft>
              <a:buSzPts val="1800"/>
              <a:buNone/>
              <a:defRPr b="1" sz="1800"/>
            </a:lvl7pPr>
            <a:lvl8pPr lvl="7" rtl="0" algn="ctr">
              <a:lnSpc>
                <a:spcPct val="100000"/>
              </a:lnSpc>
              <a:spcBef>
                <a:spcPts val="0"/>
              </a:spcBef>
              <a:spcAft>
                <a:spcPts val="0"/>
              </a:spcAft>
              <a:buSzPts val="1800"/>
              <a:buNone/>
              <a:defRPr b="1" sz="1800"/>
            </a:lvl8pPr>
            <a:lvl9pPr lvl="8" rtl="0" algn="ctr">
              <a:lnSpc>
                <a:spcPct val="100000"/>
              </a:lnSpc>
              <a:spcBef>
                <a:spcPts val="0"/>
              </a:spcBef>
              <a:spcAft>
                <a:spcPts val="0"/>
              </a:spcAft>
              <a:buSzPts val="1800"/>
              <a:buNone/>
              <a:defRPr b="1" sz="1800"/>
            </a:lvl9pPr>
          </a:lstStyle>
          <a:p/>
        </p:txBody>
      </p:sp>
      <p:sp>
        <p:nvSpPr>
          <p:cNvPr id="465" name="Google Shape;465;p17"/>
          <p:cNvSpPr txBox="1"/>
          <p:nvPr>
            <p:ph hasCustomPrompt="1" idx="15" type="title"/>
          </p:nvPr>
        </p:nvSpPr>
        <p:spPr>
          <a:xfrm>
            <a:off x="7176330" y="2415706"/>
            <a:ext cx="624000" cy="369300"/>
          </a:xfrm>
          <a:prstGeom prst="rect">
            <a:avLst/>
          </a:prstGeom>
        </p:spPr>
        <p:txBody>
          <a:bodyPr anchorCtr="0" anchor="ctr" bIns="0" lIns="0" spcFirstLastPara="1" rIns="0" wrap="square" tIns="0">
            <a:noAutofit/>
          </a:bodyPr>
          <a:lstStyle>
            <a:lvl1pPr indent="0" lvl="0" marL="0" marR="0" rtl="0" algn="ctr">
              <a:lnSpc>
                <a:spcPct val="100000"/>
              </a:lnSpc>
              <a:spcBef>
                <a:spcPts val="0"/>
              </a:spcBef>
              <a:spcAft>
                <a:spcPts val="0"/>
              </a:spcAft>
              <a:buSzPts val="12000"/>
              <a:buNone/>
              <a:defRPr sz="26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3">
    <p:spTree>
      <p:nvGrpSpPr>
        <p:cNvPr id="466" name="Shape 466"/>
        <p:cNvGrpSpPr/>
        <p:nvPr/>
      </p:nvGrpSpPr>
      <p:grpSpPr>
        <a:xfrm>
          <a:off x="0" y="0"/>
          <a:ext cx="0" cy="0"/>
          <a:chOff x="0" y="0"/>
          <a:chExt cx="0" cy="0"/>
        </a:xfrm>
      </p:grpSpPr>
      <p:sp>
        <p:nvSpPr>
          <p:cNvPr id="467" name="Google Shape;467;p18"/>
          <p:cNvSpPr txBox="1"/>
          <p:nvPr>
            <p:ph type="title"/>
          </p:nvPr>
        </p:nvSpPr>
        <p:spPr>
          <a:xfrm>
            <a:off x="4325404" y="1527550"/>
            <a:ext cx="3492900" cy="439200"/>
          </a:xfrm>
          <a:prstGeom prst="rect">
            <a:avLst/>
          </a:prstGeom>
        </p:spPr>
        <p:txBody>
          <a:bodyPr anchorCtr="0" anchor="t" bIns="0" lIns="0" spcFirstLastPara="1" rIns="0" wrap="square" tIns="0">
            <a:noAutofit/>
          </a:bodyPr>
          <a:lstStyle>
            <a:lvl1pPr lvl="0" rtl="0" algn="r">
              <a:lnSpc>
                <a:spcPct val="80000"/>
              </a:lnSpc>
              <a:spcBef>
                <a:spcPts val="0"/>
              </a:spcBef>
              <a:spcAft>
                <a:spcPts val="0"/>
              </a:spcAft>
              <a:buSzPts val="2800"/>
              <a:buNone/>
              <a:defRPr sz="33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8" name="Google Shape;468;p18"/>
          <p:cNvSpPr txBox="1"/>
          <p:nvPr>
            <p:ph idx="1" type="subTitle"/>
          </p:nvPr>
        </p:nvSpPr>
        <p:spPr>
          <a:xfrm>
            <a:off x="4325375" y="2187300"/>
            <a:ext cx="3493200" cy="1299000"/>
          </a:xfrm>
          <a:prstGeom prst="rect">
            <a:avLst/>
          </a:prstGeom>
        </p:spPr>
        <p:txBody>
          <a:bodyPr anchorCtr="0" anchor="t" bIns="0" lIns="0" spcFirstLastPara="1" rIns="0" wrap="square" tIns="0">
            <a:noAutofit/>
          </a:bodyPr>
          <a:lstStyle>
            <a:lvl1pPr lvl="0" rtl="0" algn="r">
              <a:lnSpc>
                <a:spcPct val="100000"/>
              </a:lnSpc>
              <a:spcBef>
                <a:spcPts val="0"/>
              </a:spcBef>
              <a:spcAft>
                <a:spcPts val="0"/>
              </a:spcAft>
              <a:buClr>
                <a:schemeClr val="dk1"/>
              </a:buClr>
              <a:buSzPts val="1600"/>
              <a:buNone/>
              <a:defRPr sz="16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grpSp>
        <p:nvGrpSpPr>
          <p:cNvPr id="469" name="Google Shape;469;p18"/>
          <p:cNvGrpSpPr/>
          <p:nvPr/>
        </p:nvGrpSpPr>
        <p:grpSpPr>
          <a:xfrm>
            <a:off x="139699" y="3659267"/>
            <a:ext cx="751817" cy="1220960"/>
            <a:chOff x="139699" y="3659267"/>
            <a:chExt cx="751817" cy="1220960"/>
          </a:xfrm>
        </p:grpSpPr>
        <p:grpSp>
          <p:nvGrpSpPr>
            <p:cNvPr id="470" name="Google Shape;470;p18"/>
            <p:cNvGrpSpPr/>
            <p:nvPr/>
          </p:nvGrpSpPr>
          <p:grpSpPr>
            <a:xfrm>
              <a:off x="471564" y="4135093"/>
              <a:ext cx="128153" cy="131499"/>
              <a:chOff x="4915051" y="3921555"/>
              <a:chExt cx="128153" cy="131499"/>
            </a:xfrm>
          </p:grpSpPr>
          <p:sp>
            <p:nvSpPr>
              <p:cNvPr id="471" name="Google Shape;471;p18"/>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8"/>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8"/>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8"/>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8"/>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 name="Google Shape;476;p18"/>
            <p:cNvSpPr/>
            <p:nvPr/>
          </p:nvSpPr>
          <p:spPr>
            <a:xfrm>
              <a:off x="305085" y="4479239"/>
              <a:ext cx="97803" cy="97803"/>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8"/>
            <p:cNvSpPr/>
            <p:nvPr/>
          </p:nvSpPr>
          <p:spPr>
            <a:xfrm>
              <a:off x="139699" y="3659267"/>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8"/>
            <p:cNvSpPr/>
            <p:nvPr/>
          </p:nvSpPr>
          <p:spPr>
            <a:xfrm>
              <a:off x="669621" y="4655133"/>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18"/>
          <p:cNvGrpSpPr/>
          <p:nvPr/>
        </p:nvGrpSpPr>
        <p:grpSpPr>
          <a:xfrm rot="10800000">
            <a:off x="7948224" y="186667"/>
            <a:ext cx="751817" cy="1220960"/>
            <a:chOff x="139699" y="3659267"/>
            <a:chExt cx="751817" cy="1220960"/>
          </a:xfrm>
        </p:grpSpPr>
        <p:grpSp>
          <p:nvGrpSpPr>
            <p:cNvPr id="480" name="Google Shape;480;p18"/>
            <p:cNvGrpSpPr/>
            <p:nvPr/>
          </p:nvGrpSpPr>
          <p:grpSpPr>
            <a:xfrm>
              <a:off x="471564" y="4135093"/>
              <a:ext cx="128153" cy="131499"/>
              <a:chOff x="4915051" y="3921555"/>
              <a:chExt cx="128153" cy="131499"/>
            </a:xfrm>
          </p:grpSpPr>
          <p:sp>
            <p:nvSpPr>
              <p:cNvPr id="481" name="Google Shape;481;p18"/>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8"/>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8"/>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8"/>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8"/>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 name="Google Shape;486;p18"/>
            <p:cNvSpPr/>
            <p:nvPr/>
          </p:nvSpPr>
          <p:spPr>
            <a:xfrm>
              <a:off x="305085" y="4479239"/>
              <a:ext cx="97803" cy="97803"/>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8"/>
            <p:cNvSpPr/>
            <p:nvPr/>
          </p:nvSpPr>
          <p:spPr>
            <a:xfrm>
              <a:off x="139699" y="3659267"/>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8"/>
            <p:cNvSpPr/>
            <p:nvPr/>
          </p:nvSpPr>
          <p:spPr>
            <a:xfrm>
              <a:off x="669621" y="4655133"/>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9" name="Google Shape;489;p18"/>
          <p:cNvGrpSpPr/>
          <p:nvPr/>
        </p:nvGrpSpPr>
        <p:grpSpPr>
          <a:xfrm rot="1852578">
            <a:off x="384509" y="339314"/>
            <a:ext cx="657426" cy="788813"/>
            <a:chOff x="4036318" y="3820178"/>
            <a:chExt cx="657409" cy="788792"/>
          </a:xfrm>
        </p:grpSpPr>
        <p:sp>
          <p:nvSpPr>
            <p:cNvPr id="490" name="Google Shape;490;p18"/>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8"/>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8"/>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8"/>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8"/>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8"/>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8"/>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4">
    <p:spTree>
      <p:nvGrpSpPr>
        <p:cNvPr id="497" name="Shape 497"/>
        <p:cNvGrpSpPr/>
        <p:nvPr/>
      </p:nvGrpSpPr>
      <p:grpSpPr>
        <a:xfrm>
          <a:off x="0" y="0"/>
          <a:ext cx="0" cy="0"/>
          <a:chOff x="0" y="0"/>
          <a:chExt cx="0" cy="0"/>
        </a:xfrm>
      </p:grpSpPr>
      <p:sp>
        <p:nvSpPr>
          <p:cNvPr id="498" name="Google Shape;498;p19"/>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9" name="Google Shape;499;p19"/>
          <p:cNvSpPr txBox="1"/>
          <p:nvPr>
            <p:ph idx="1" type="subTitle"/>
          </p:nvPr>
        </p:nvSpPr>
        <p:spPr>
          <a:xfrm>
            <a:off x="1055774" y="1848775"/>
            <a:ext cx="2859600" cy="2396100"/>
          </a:xfrm>
          <a:prstGeom prst="rect">
            <a:avLst/>
          </a:prstGeom>
        </p:spPr>
        <p:txBody>
          <a:bodyPr anchorCtr="0" anchor="t" bIns="0" lIns="0" spcFirstLastPara="1" rIns="0" wrap="square" tIns="0">
            <a:noAutofit/>
          </a:bodyPr>
          <a:lstStyle>
            <a:lvl1pPr lvl="0" marR="457200" rtl="0">
              <a:lnSpc>
                <a:spcPct val="100000"/>
              </a:lnSpc>
              <a:spcBef>
                <a:spcPts val="0"/>
              </a:spcBef>
              <a:spcAft>
                <a:spcPts val="0"/>
              </a:spcAft>
              <a:buClr>
                <a:schemeClr val="dk1"/>
              </a:buClr>
              <a:buSzPts val="1600"/>
              <a:buChar char="●"/>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Char char="○"/>
              <a:defRPr sz="1600">
                <a:solidFill>
                  <a:schemeClr val="dk1"/>
                </a:solidFill>
              </a:defRPr>
            </a:lvl2pPr>
            <a:lvl3pPr lvl="2" rtl="0">
              <a:lnSpc>
                <a:spcPct val="100000"/>
              </a:lnSpc>
              <a:spcBef>
                <a:spcPts val="0"/>
              </a:spcBef>
              <a:spcAft>
                <a:spcPts val="0"/>
              </a:spcAft>
              <a:buClr>
                <a:schemeClr val="dk1"/>
              </a:buClr>
              <a:buSzPts val="1600"/>
              <a:buChar char="■"/>
              <a:defRPr sz="1600">
                <a:solidFill>
                  <a:schemeClr val="dk1"/>
                </a:solidFill>
              </a:defRPr>
            </a:lvl3pPr>
            <a:lvl4pPr lvl="3" rtl="0">
              <a:lnSpc>
                <a:spcPct val="100000"/>
              </a:lnSpc>
              <a:spcBef>
                <a:spcPts val="0"/>
              </a:spcBef>
              <a:spcAft>
                <a:spcPts val="0"/>
              </a:spcAft>
              <a:buClr>
                <a:schemeClr val="dk1"/>
              </a:buClr>
              <a:buSzPts val="1600"/>
              <a:buChar char="●"/>
              <a:defRPr sz="1600">
                <a:solidFill>
                  <a:schemeClr val="dk1"/>
                </a:solidFill>
              </a:defRPr>
            </a:lvl4pPr>
            <a:lvl5pPr lvl="4" rtl="0">
              <a:lnSpc>
                <a:spcPct val="100000"/>
              </a:lnSpc>
              <a:spcBef>
                <a:spcPts val="0"/>
              </a:spcBef>
              <a:spcAft>
                <a:spcPts val="0"/>
              </a:spcAft>
              <a:buClr>
                <a:schemeClr val="dk1"/>
              </a:buClr>
              <a:buSzPts val="1600"/>
              <a:buChar char="○"/>
              <a:defRPr sz="1600">
                <a:solidFill>
                  <a:schemeClr val="dk1"/>
                </a:solidFill>
              </a:defRPr>
            </a:lvl5pPr>
            <a:lvl6pPr lvl="5" rtl="0">
              <a:lnSpc>
                <a:spcPct val="100000"/>
              </a:lnSpc>
              <a:spcBef>
                <a:spcPts val="0"/>
              </a:spcBef>
              <a:spcAft>
                <a:spcPts val="0"/>
              </a:spcAft>
              <a:buClr>
                <a:schemeClr val="dk1"/>
              </a:buClr>
              <a:buSzPts val="1600"/>
              <a:buChar char="■"/>
              <a:defRPr sz="1600">
                <a:solidFill>
                  <a:schemeClr val="dk1"/>
                </a:solidFill>
              </a:defRPr>
            </a:lvl6pPr>
            <a:lvl7pPr lvl="6" rtl="0">
              <a:lnSpc>
                <a:spcPct val="100000"/>
              </a:lnSpc>
              <a:spcBef>
                <a:spcPts val="0"/>
              </a:spcBef>
              <a:spcAft>
                <a:spcPts val="0"/>
              </a:spcAft>
              <a:buClr>
                <a:schemeClr val="dk1"/>
              </a:buClr>
              <a:buSzPts val="1600"/>
              <a:buChar char="●"/>
              <a:defRPr sz="1600">
                <a:solidFill>
                  <a:schemeClr val="dk1"/>
                </a:solidFill>
              </a:defRPr>
            </a:lvl7pPr>
            <a:lvl8pPr lvl="7" rtl="0">
              <a:lnSpc>
                <a:spcPct val="100000"/>
              </a:lnSpc>
              <a:spcBef>
                <a:spcPts val="0"/>
              </a:spcBef>
              <a:spcAft>
                <a:spcPts val="0"/>
              </a:spcAft>
              <a:buClr>
                <a:schemeClr val="dk1"/>
              </a:buClr>
              <a:buSzPts val="1600"/>
              <a:buChar char="○"/>
              <a:defRPr sz="1600">
                <a:solidFill>
                  <a:schemeClr val="dk1"/>
                </a:solidFill>
              </a:defRPr>
            </a:lvl8pPr>
            <a:lvl9pPr lvl="8" rtl="0">
              <a:lnSpc>
                <a:spcPct val="100000"/>
              </a:lnSpc>
              <a:spcBef>
                <a:spcPts val="0"/>
              </a:spcBef>
              <a:spcAft>
                <a:spcPts val="0"/>
              </a:spcAft>
              <a:buClr>
                <a:schemeClr val="dk1"/>
              </a:buClr>
              <a:buSzPts val="1600"/>
              <a:buChar char="■"/>
              <a:defRPr sz="1600">
                <a:solidFill>
                  <a:schemeClr val="dk1"/>
                </a:solidFill>
              </a:defRPr>
            </a:lvl9pPr>
          </a:lstStyle>
          <a:p/>
        </p:txBody>
      </p:sp>
      <p:sp>
        <p:nvSpPr>
          <p:cNvPr id="500" name="Google Shape;500;p19"/>
          <p:cNvSpPr txBox="1"/>
          <p:nvPr>
            <p:ph idx="2" type="subTitle"/>
          </p:nvPr>
        </p:nvSpPr>
        <p:spPr>
          <a:xfrm>
            <a:off x="1055774" y="1375925"/>
            <a:ext cx="28620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501" name="Google Shape;501;p19"/>
          <p:cNvSpPr txBox="1"/>
          <p:nvPr>
            <p:ph idx="3" type="subTitle"/>
          </p:nvPr>
        </p:nvSpPr>
        <p:spPr>
          <a:xfrm>
            <a:off x="5227424" y="1852817"/>
            <a:ext cx="2859600" cy="2388000"/>
          </a:xfrm>
          <a:prstGeom prst="rect">
            <a:avLst/>
          </a:prstGeom>
        </p:spPr>
        <p:txBody>
          <a:bodyPr anchorCtr="0" anchor="t" bIns="0" lIns="0" spcFirstLastPara="1" rIns="0" wrap="square" tIns="0">
            <a:noAutofit/>
          </a:bodyPr>
          <a:lstStyle>
            <a:lvl1pPr lvl="0" marR="457200" rtl="0">
              <a:lnSpc>
                <a:spcPct val="100000"/>
              </a:lnSpc>
              <a:spcBef>
                <a:spcPts val="0"/>
              </a:spcBef>
              <a:spcAft>
                <a:spcPts val="0"/>
              </a:spcAft>
              <a:buClr>
                <a:schemeClr val="dk1"/>
              </a:buClr>
              <a:buSzPts val="1600"/>
              <a:buChar char="●"/>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Char char="○"/>
              <a:defRPr sz="1600">
                <a:solidFill>
                  <a:schemeClr val="dk1"/>
                </a:solidFill>
              </a:defRPr>
            </a:lvl2pPr>
            <a:lvl3pPr lvl="2" rtl="0">
              <a:lnSpc>
                <a:spcPct val="100000"/>
              </a:lnSpc>
              <a:spcBef>
                <a:spcPts val="0"/>
              </a:spcBef>
              <a:spcAft>
                <a:spcPts val="0"/>
              </a:spcAft>
              <a:buClr>
                <a:schemeClr val="dk1"/>
              </a:buClr>
              <a:buSzPts val="1600"/>
              <a:buChar char="■"/>
              <a:defRPr sz="1600">
                <a:solidFill>
                  <a:schemeClr val="dk1"/>
                </a:solidFill>
              </a:defRPr>
            </a:lvl3pPr>
            <a:lvl4pPr lvl="3" rtl="0">
              <a:lnSpc>
                <a:spcPct val="100000"/>
              </a:lnSpc>
              <a:spcBef>
                <a:spcPts val="0"/>
              </a:spcBef>
              <a:spcAft>
                <a:spcPts val="0"/>
              </a:spcAft>
              <a:buClr>
                <a:schemeClr val="dk1"/>
              </a:buClr>
              <a:buSzPts val="1600"/>
              <a:buChar char="●"/>
              <a:defRPr sz="1600">
                <a:solidFill>
                  <a:schemeClr val="dk1"/>
                </a:solidFill>
              </a:defRPr>
            </a:lvl4pPr>
            <a:lvl5pPr lvl="4" rtl="0">
              <a:lnSpc>
                <a:spcPct val="100000"/>
              </a:lnSpc>
              <a:spcBef>
                <a:spcPts val="0"/>
              </a:spcBef>
              <a:spcAft>
                <a:spcPts val="0"/>
              </a:spcAft>
              <a:buClr>
                <a:schemeClr val="dk1"/>
              </a:buClr>
              <a:buSzPts val="1600"/>
              <a:buChar char="○"/>
              <a:defRPr sz="1600">
                <a:solidFill>
                  <a:schemeClr val="dk1"/>
                </a:solidFill>
              </a:defRPr>
            </a:lvl5pPr>
            <a:lvl6pPr lvl="5" rtl="0">
              <a:lnSpc>
                <a:spcPct val="100000"/>
              </a:lnSpc>
              <a:spcBef>
                <a:spcPts val="0"/>
              </a:spcBef>
              <a:spcAft>
                <a:spcPts val="0"/>
              </a:spcAft>
              <a:buClr>
                <a:schemeClr val="dk1"/>
              </a:buClr>
              <a:buSzPts val="1600"/>
              <a:buChar char="■"/>
              <a:defRPr sz="1600">
                <a:solidFill>
                  <a:schemeClr val="dk1"/>
                </a:solidFill>
              </a:defRPr>
            </a:lvl6pPr>
            <a:lvl7pPr lvl="6" rtl="0">
              <a:lnSpc>
                <a:spcPct val="100000"/>
              </a:lnSpc>
              <a:spcBef>
                <a:spcPts val="0"/>
              </a:spcBef>
              <a:spcAft>
                <a:spcPts val="0"/>
              </a:spcAft>
              <a:buClr>
                <a:schemeClr val="dk1"/>
              </a:buClr>
              <a:buSzPts val="1600"/>
              <a:buChar char="●"/>
              <a:defRPr sz="1600">
                <a:solidFill>
                  <a:schemeClr val="dk1"/>
                </a:solidFill>
              </a:defRPr>
            </a:lvl7pPr>
            <a:lvl8pPr lvl="7" rtl="0">
              <a:lnSpc>
                <a:spcPct val="100000"/>
              </a:lnSpc>
              <a:spcBef>
                <a:spcPts val="0"/>
              </a:spcBef>
              <a:spcAft>
                <a:spcPts val="0"/>
              </a:spcAft>
              <a:buClr>
                <a:schemeClr val="dk1"/>
              </a:buClr>
              <a:buSzPts val="1600"/>
              <a:buChar char="○"/>
              <a:defRPr sz="1600">
                <a:solidFill>
                  <a:schemeClr val="dk1"/>
                </a:solidFill>
              </a:defRPr>
            </a:lvl8pPr>
            <a:lvl9pPr lvl="8" rtl="0">
              <a:lnSpc>
                <a:spcPct val="100000"/>
              </a:lnSpc>
              <a:spcBef>
                <a:spcPts val="0"/>
              </a:spcBef>
              <a:spcAft>
                <a:spcPts val="0"/>
              </a:spcAft>
              <a:buClr>
                <a:schemeClr val="dk1"/>
              </a:buClr>
              <a:buSzPts val="1600"/>
              <a:buChar char="■"/>
              <a:defRPr sz="1600">
                <a:solidFill>
                  <a:schemeClr val="dk1"/>
                </a:solidFill>
              </a:defRPr>
            </a:lvl9pPr>
          </a:lstStyle>
          <a:p/>
        </p:txBody>
      </p:sp>
      <p:sp>
        <p:nvSpPr>
          <p:cNvPr id="502" name="Google Shape;502;p19"/>
          <p:cNvSpPr txBox="1"/>
          <p:nvPr>
            <p:ph idx="4" type="subTitle"/>
          </p:nvPr>
        </p:nvSpPr>
        <p:spPr>
          <a:xfrm>
            <a:off x="5226226" y="1372332"/>
            <a:ext cx="2862000" cy="340800"/>
          </a:xfrm>
          <a:prstGeom prst="rect">
            <a:avLst/>
          </a:prstGeom>
          <a:noFill/>
        </p:spPr>
        <p:txBody>
          <a:bodyPr anchorCtr="0" anchor="t" bIns="0" lIns="0" spcFirstLastPara="1" rIns="0" wrap="square" tIns="0">
            <a:noAutofit/>
          </a:bodyPr>
          <a:lstStyle>
            <a:lvl1pPr lvl="0" rtl="0">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grpSp>
        <p:nvGrpSpPr>
          <p:cNvPr id="503" name="Google Shape;503;p19"/>
          <p:cNvGrpSpPr/>
          <p:nvPr/>
        </p:nvGrpSpPr>
        <p:grpSpPr>
          <a:xfrm>
            <a:off x="139699" y="3659267"/>
            <a:ext cx="751817" cy="1220960"/>
            <a:chOff x="139699" y="3659267"/>
            <a:chExt cx="751817" cy="1220960"/>
          </a:xfrm>
        </p:grpSpPr>
        <p:grpSp>
          <p:nvGrpSpPr>
            <p:cNvPr id="504" name="Google Shape;504;p19"/>
            <p:cNvGrpSpPr/>
            <p:nvPr/>
          </p:nvGrpSpPr>
          <p:grpSpPr>
            <a:xfrm>
              <a:off x="471564" y="4135093"/>
              <a:ext cx="128153" cy="131499"/>
              <a:chOff x="4915051" y="3921555"/>
              <a:chExt cx="128153" cy="131499"/>
            </a:xfrm>
          </p:grpSpPr>
          <p:sp>
            <p:nvSpPr>
              <p:cNvPr id="505" name="Google Shape;505;p19"/>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9"/>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9"/>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9"/>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0" name="Google Shape;510;p19"/>
            <p:cNvSpPr/>
            <p:nvPr/>
          </p:nvSpPr>
          <p:spPr>
            <a:xfrm>
              <a:off x="305085" y="4479239"/>
              <a:ext cx="97803" cy="97803"/>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9"/>
            <p:cNvSpPr/>
            <p:nvPr/>
          </p:nvSpPr>
          <p:spPr>
            <a:xfrm>
              <a:off x="139699" y="3659267"/>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9"/>
            <p:cNvSpPr/>
            <p:nvPr/>
          </p:nvSpPr>
          <p:spPr>
            <a:xfrm>
              <a:off x="669621" y="4655133"/>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
    <p:spTree>
      <p:nvGrpSpPr>
        <p:cNvPr id="513" name="Shape 513"/>
        <p:cNvGrpSpPr/>
        <p:nvPr/>
      </p:nvGrpSpPr>
      <p:grpSpPr>
        <a:xfrm>
          <a:off x="0" y="0"/>
          <a:ext cx="0" cy="0"/>
          <a:chOff x="0" y="0"/>
          <a:chExt cx="0" cy="0"/>
        </a:xfrm>
      </p:grpSpPr>
      <p:sp>
        <p:nvSpPr>
          <p:cNvPr id="514" name="Google Shape;514;p20"/>
          <p:cNvSpPr/>
          <p:nvPr/>
        </p:nvSpPr>
        <p:spPr>
          <a:xfrm>
            <a:off x="7945325" y="374950"/>
            <a:ext cx="737222" cy="572706"/>
          </a:xfrm>
          <a:custGeom>
            <a:rect b="b" l="l" r="r" t="t"/>
            <a:pathLst>
              <a:path extrusionOk="0" h="8595" w="11064">
                <a:moveTo>
                  <a:pt x="5417" y="0"/>
                </a:moveTo>
                <a:cubicBezTo>
                  <a:pt x="3733" y="0"/>
                  <a:pt x="2278" y="938"/>
                  <a:pt x="1168" y="2680"/>
                </a:cubicBezTo>
                <a:cubicBezTo>
                  <a:pt x="383" y="3924"/>
                  <a:pt x="77" y="5168"/>
                  <a:pt x="39" y="5226"/>
                </a:cubicBezTo>
                <a:cubicBezTo>
                  <a:pt x="0" y="5417"/>
                  <a:pt x="19" y="5609"/>
                  <a:pt x="115" y="5762"/>
                </a:cubicBezTo>
                <a:cubicBezTo>
                  <a:pt x="211" y="5934"/>
                  <a:pt x="383" y="6049"/>
                  <a:pt x="574" y="6106"/>
                </a:cubicBezTo>
                <a:lnTo>
                  <a:pt x="862" y="6183"/>
                </a:lnTo>
                <a:cubicBezTo>
                  <a:pt x="957" y="6279"/>
                  <a:pt x="1072" y="6336"/>
                  <a:pt x="1225" y="6393"/>
                </a:cubicBezTo>
                <a:cubicBezTo>
                  <a:pt x="1321" y="6413"/>
                  <a:pt x="1398" y="6432"/>
                  <a:pt x="1455" y="6432"/>
                </a:cubicBezTo>
                <a:cubicBezTo>
                  <a:pt x="1570" y="6432"/>
                  <a:pt x="1665" y="6413"/>
                  <a:pt x="1761" y="6393"/>
                </a:cubicBezTo>
                <a:lnTo>
                  <a:pt x="1799" y="6393"/>
                </a:lnTo>
                <a:cubicBezTo>
                  <a:pt x="1895" y="6489"/>
                  <a:pt x="2010" y="6566"/>
                  <a:pt x="2144" y="6604"/>
                </a:cubicBezTo>
                <a:cubicBezTo>
                  <a:pt x="2221" y="6623"/>
                  <a:pt x="2297" y="6661"/>
                  <a:pt x="2374" y="6661"/>
                </a:cubicBezTo>
                <a:cubicBezTo>
                  <a:pt x="2469" y="6661"/>
                  <a:pt x="2565" y="6623"/>
                  <a:pt x="2661" y="6604"/>
                </a:cubicBezTo>
                <a:lnTo>
                  <a:pt x="2718" y="6623"/>
                </a:lnTo>
                <a:cubicBezTo>
                  <a:pt x="2814" y="6719"/>
                  <a:pt x="2910" y="6795"/>
                  <a:pt x="3063" y="6853"/>
                </a:cubicBezTo>
                <a:cubicBezTo>
                  <a:pt x="3158" y="6872"/>
                  <a:pt x="3235" y="6891"/>
                  <a:pt x="3292" y="6891"/>
                </a:cubicBezTo>
                <a:cubicBezTo>
                  <a:pt x="3426" y="6891"/>
                  <a:pt x="3484" y="6872"/>
                  <a:pt x="3580" y="6853"/>
                </a:cubicBezTo>
                <a:lnTo>
                  <a:pt x="3943" y="6948"/>
                </a:lnTo>
                <a:cubicBezTo>
                  <a:pt x="4001" y="6968"/>
                  <a:pt x="4058" y="6968"/>
                  <a:pt x="4115" y="6968"/>
                </a:cubicBezTo>
                <a:cubicBezTo>
                  <a:pt x="4422" y="6968"/>
                  <a:pt x="4709" y="6757"/>
                  <a:pt x="4805" y="6432"/>
                </a:cubicBezTo>
                <a:cubicBezTo>
                  <a:pt x="4977" y="5857"/>
                  <a:pt x="5302" y="5283"/>
                  <a:pt x="5474" y="5188"/>
                </a:cubicBezTo>
                <a:cubicBezTo>
                  <a:pt x="5819" y="5379"/>
                  <a:pt x="5781" y="6240"/>
                  <a:pt x="5723" y="6681"/>
                </a:cubicBezTo>
                <a:cubicBezTo>
                  <a:pt x="5647" y="7063"/>
                  <a:pt x="5857" y="7389"/>
                  <a:pt x="6221" y="7523"/>
                </a:cubicBezTo>
                <a:lnTo>
                  <a:pt x="6719" y="7657"/>
                </a:lnTo>
                <a:cubicBezTo>
                  <a:pt x="6872" y="7829"/>
                  <a:pt x="7101" y="7944"/>
                  <a:pt x="7350" y="7944"/>
                </a:cubicBezTo>
                <a:cubicBezTo>
                  <a:pt x="7408" y="7944"/>
                  <a:pt x="7484" y="7944"/>
                  <a:pt x="7561" y="7925"/>
                </a:cubicBezTo>
                <a:lnTo>
                  <a:pt x="7771" y="8001"/>
                </a:lnTo>
                <a:cubicBezTo>
                  <a:pt x="7924" y="8154"/>
                  <a:pt x="8135" y="8250"/>
                  <a:pt x="8365" y="8250"/>
                </a:cubicBezTo>
                <a:cubicBezTo>
                  <a:pt x="8460" y="8250"/>
                  <a:pt x="8575" y="8231"/>
                  <a:pt x="8633" y="8212"/>
                </a:cubicBezTo>
                <a:lnTo>
                  <a:pt x="8805" y="8250"/>
                </a:lnTo>
                <a:cubicBezTo>
                  <a:pt x="8881" y="8327"/>
                  <a:pt x="8977" y="8384"/>
                  <a:pt x="9073" y="8403"/>
                </a:cubicBezTo>
                <a:cubicBezTo>
                  <a:pt x="9130" y="8422"/>
                  <a:pt x="9245" y="8441"/>
                  <a:pt x="9303" y="8441"/>
                </a:cubicBezTo>
                <a:lnTo>
                  <a:pt x="9341" y="8441"/>
                </a:lnTo>
                <a:lnTo>
                  <a:pt x="9724" y="8575"/>
                </a:lnTo>
                <a:cubicBezTo>
                  <a:pt x="9781" y="8595"/>
                  <a:pt x="9858" y="8595"/>
                  <a:pt x="9934" y="8595"/>
                </a:cubicBezTo>
                <a:cubicBezTo>
                  <a:pt x="10049" y="8595"/>
                  <a:pt x="10202" y="8575"/>
                  <a:pt x="10260" y="8441"/>
                </a:cubicBezTo>
                <a:cubicBezTo>
                  <a:pt x="10432" y="8327"/>
                  <a:pt x="10547" y="8154"/>
                  <a:pt x="10604" y="7963"/>
                </a:cubicBezTo>
                <a:cubicBezTo>
                  <a:pt x="11064" y="5800"/>
                  <a:pt x="10834" y="1398"/>
                  <a:pt x="6853" y="211"/>
                </a:cubicBezTo>
                <a:cubicBezTo>
                  <a:pt x="6374" y="77"/>
                  <a:pt x="5896" y="0"/>
                  <a:pt x="5417" y="0"/>
                </a:cubicBezTo>
                <a:close/>
              </a:path>
            </a:pathLst>
          </a:custGeom>
          <a:solidFill>
            <a:schemeClr val="lt1"/>
          </a:solidFill>
          <a:ln>
            <a:noFill/>
          </a:ln>
          <a:effectLst>
            <a:outerShdw blurRad="57150" rotWithShape="0" algn="bl" dir="5400000" dist="66675">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0"/>
          <p:cNvSpPr/>
          <p:nvPr/>
        </p:nvSpPr>
        <p:spPr>
          <a:xfrm>
            <a:off x="7996298" y="426057"/>
            <a:ext cx="688780" cy="473157"/>
          </a:xfrm>
          <a:custGeom>
            <a:rect b="b" l="l" r="r" t="t"/>
            <a:pathLst>
              <a:path extrusionOk="0" h="7101" w="10337">
                <a:moveTo>
                  <a:pt x="3829" y="1971"/>
                </a:moveTo>
                <a:lnTo>
                  <a:pt x="3829" y="1971"/>
                </a:lnTo>
                <a:cubicBezTo>
                  <a:pt x="3714" y="2009"/>
                  <a:pt x="3599" y="2066"/>
                  <a:pt x="3504" y="2124"/>
                </a:cubicBezTo>
                <a:cubicBezTo>
                  <a:pt x="3236" y="2277"/>
                  <a:pt x="3025" y="2468"/>
                  <a:pt x="2795" y="2679"/>
                </a:cubicBezTo>
                <a:cubicBezTo>
                  <a:pt x="3082" y="2373"/>
                  <a:pt x="3427" y="2105"/>
                  <a:pt x="3829" y="1971"/>
                </a:cubicBezTo>
                <a:close/>
                <a:moveTo>
                  <a:pt x="4660" y="0"/>
                </a:moveTo>
                <a:cubicBezTo>
                  <a:pt x="1192" y="0"/>
                  <a:pt x="1" y="4689"/>
                  <a:pt x="1" y="4689"/>
                </a:cubicBezTo>
                <a:lnTo>
                  <a:pt x="633" y="4861"/>
                </a:lnTo>
                <a:cubicBezTo>
                  <a:pt x="633" y="4937"/>
                  <a:pt x="652" y="4976"/>
                  <a:pt x="728" y="4995"/>
                </a:cubicBezTo>
                <a:cubicBezTo>
                  <a:pt x="786" y="4995"/>
                  <a:pt x="843" y="4976"/>
                  <a:pt x="862" y="4899"/>
                </a:cubicBezTo>
                <a:lnTo>
                  <a:pt x="1532" y="5052"/>
                </a:lnTo>
                <a:lnTo>
                  <a:pt x="1532" y="5071"/>
                </a:lnTo>
                <a:cubicBezTo>
                  <a:pt x="1532" y="5148"/>
                  <a:pt x="1551" y="5186"/>
                  <a:pt x="1628" y="5205"/>
                </a:cubicBezTo>
                <a:cubicBezTo>
                  <a:pt x="1704" y="5205"/>
                  <a:pt x="1743" y="5186"/>
                  <a:pt x="1781" y="5110"/>
                </a:cubicBezTo>
                <a:lnTo>
                  <a:pt x="2451" y="5282"/>
                </a:lnTo>
                <a:cubicBezTo>
                  <a:pt x="2451" y="5358"/>
                  <a:pt x="2470" y="5397"/>
                  <a:pt x="2547" y="5435"/>
                </a:cubicBezTo>
                <a:cubicBezTo>
                  <a:pt x="2604" y="5435"/>
                  <a:pt x="2661" y="5397"/>
                  <a:pt x="2681" y="5339"/>
                </a:cubicBezTo>
                <a:lnTo>
                  <a:pt x="3350" y="5492"/>
                </a:lnTo>
                <a:cubicBezTo>
                  <a:pt x="3350" y="5492"/>
                  <a:pt x="3839" y="3711"/>
                  <a:pt x="4717" y="3711"/>
                </a:cubicBezTo>
                <a:cubicBezTo>
                  <a:pt x="4806" y="3711"/>
                  <a:pt x="4899" y="3729"/>
                  <a:pt x="4997" y="3770"/>
                </a:cubicBezTo>
                <a:cubicBezTo>
                  <a:pt x="6030" y="4248"/>
                  <a:pt x="5666" y="6047"/>
                  <a:pt x="5666" y="6047"/>
                </a:cubicBezTo>
                <a:lnTo>
                  <a:pt x="6451" y="6296"/>
                </a:lnTo>
                <a:lnTo>
                  <a:pt x="6451" y="6315"/>
                </a:lnTo>
                <a:cubicBezTo>
                  <a:pt x="6451" y="6392"/>
                  <a:pt x="6509" y="6449"/>
                  <a:pt x="6585" y="6449"/>
                </a:cubicBezTo>
                <a:cubicBezTo>
                  <a:pt x="6643" y="6449"/>
                  <a:pt x="6700" y="6430"/>
                  <a:pt x="6643" y="6354"/>
                </a:cubicBezTo>
                <a:lnTo>
                  <a:pt x="6643" y="6354"/>
                </a:lnTo>
                <a:lnTo>
                  <a:pt x="7485" y="6622"/>
                </a:lnTo>
                <a:cubicBezTo>
                  <a:pt x="7485" y="6698"/>
                  <a:pt x="7542" y="6775"/>
                  <a:pt x="7600" y="6775"/>
                </a:cubicBezTo>
                <a:cubicBezTo>
                  <a:pt x="7676" y="6775"/>
                  <a:pt x="7734" y="6717"/>
                  <a:pt x="7734" y="6679"/>
                </a:cubicBezTo>
                <a:lnTo>
                  <a:pt x="8442" y="6871"/>
                </a:lnTo>
                <a:cubicBezTo>
                  <a:pt x="8442" y="6909"/>
                  <a:pt x="8461" y="6928"/>
                  <a:pt x="8518" y="6966"/>
                </a:cubicBezTo>
                <a:lnTo>
                  <a:pt x="8538" y="6966"/>
                </a:lnTo>
                <a:cubicBezTo>
                  <a:pt x="8557" y="6966"/>
                  <a:pt x="8595" y="6966"/>
                  <a:pt x="8614" y="6928"/>
                </a:cubicBezTo>
                <a:lnTo>
                  <a:pt x="9169" y="7100"/>
                </a:lnTo>
                <a:cubicBezTo>
                  <a:pt x="9169" y="7100"/>
                  <a:pt x="10337" y="1473"/>
                  <a:pt x="5915" y="190"/>
                </a:cubicBezTo>
                <a:cubicBezTo>
                  <a:pt x="5467" y="59"/>
                  <a:pt x="5049" y="0"/>
                  <a:pt x="46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0"/>
          <p:cNvSpPr/>
          <p:nvPr/>
        </p:nvSpPr>
        <p:spPr>
          <a:xfrm>
            <a:off x="8168475" y="617156"/>
            <a:ext cx="274326" cy="231015"/>
          </a:xfrm>
          <a:custGeom>
            <a:rect b="b" l="l" r="r" t="t"/>
            <a:pathLst>
              <a:path extrusionOk="0" h="3467" w="4117">
                <a:moveTo>
                  <a:pt x="2116" y="0"/>
                </a:moveTo>
                <a:cubicBezTo>
                  <a:pt x="857" y="0"/>
                  <a:pt x="252" y="1555"/>
                  <a:pt x="1" y="2452"/>
                </a:cubicBezTo>
                <a:lnTo>
                  <a:pt x="766" y="2644"/>
                </a:lnTo>
                <a:cubicBezTo>
                  <a:pt x="766" y="2644"/>
                  <a:pt x="1252" y="857"/>
                  <a:pt x="2124" y="857"/>
                </a:cubicBezTo>
                <a:cubicBezTo>
                  <a:pt x="2216" y="857"/>
                  <a:pt x="2312" y="877"/>
                  <a:pt x="2413" y="921"/>
                </a:cubicBezTo>
                <a:cubicBezTo>
                  <a:pt x="3446" y="1399"/>
                  <a:pt x="3082" y="3179"/>
                  <a:pt x="3082" y="3179"/>
                </a:cubicBezTo>
                <a:lnTo>
                  <a:pt x="4020" y="3467"/>
                </a:lnTo>
                <a:cubicBezTo>
                  <a:pt x="4116" y="2452"/>
                  <a:pt x="4116" y="308"/>
                  <a:pt x="2374" y="21"/>
                </a:cubicBezTo>
                <a:cubicBezTo>
                  <a:pt x="2285" y="7"/>
                  <a:pt x="2199" y="0"/>
                  <a:pt x="211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0"/>
          <p:cNvSpPr/>
          <p:nvPr/>
        </p:nvSpPr>
        <p:spPr>
          <a:xfrm>
            <a:off x="7996298" y="426323"/>
            <a:ext cx="688780" cy="472891"/>
          </a:xfrm>
          <a:custGeom>
            <a:rect b="b" l="l" r="r" t="t"/>
            <a:pathLst>
              <a:path extrusionOk="0" h="7097" w="10337">
                <a:moveTo>
                  <a:pt x="4677" y="1"/>
                </a:moveTo>
                <a:cubicBezTo>
                  <a:pt x="1211" y="1"/>
                  <a:pt x="1" y="4685"/>
                  <a:pt x="1" y="4685"/>
                </a:cubicBezTo>
                <a:lnTo>
                  <a:pt x="709" y="4857"/>
                </a:lnTo>
                <a:cubicBezTo>
                  <a:pt x="1020" y="3629"/>
                  <a:pt x="2004" y="932"/>
                  <a:pt x="4493" y="932"/>
                </a:cubicBezTo>
                <a:cubicBezTo>
                  <a:pt x="4758" y="932"/>
                  <a:pt x="5040" y="962"/>
                  <a:pt x="5341" y="1029"/>
                </a:cubicBezTo>
                <a:cubicBezTo>
                  <a:pt x="9361" y="1909"/>
                  <a:pt x="8825" y="5622"/>
                  <a:pt x="8518" y="6905"/>
                </a:cubicBezTo>
                <a:lnTo>
                  <a:pt x="9169" y="7096"/>
                </a:lnTo>
                <a:cubicBezTo>
                  <a:pt x="9169" y="7096"/>
                  <a:pt x="10337" y="1488"/>
                  <a:pt x="5915" y="186"/>
                </a:cubicBezTo>
                <a:cubicBezTo>
                  <a:pt x="5474" y="58"/>
                  <a:pt x="5062" y="1"/>
                  <a:pt x="46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0"/>
          <p:cNvSpPr/>
          <p:nvPr/>
        </p:nvSpPr>
        <p:spPr>
          <a:xfrm>
            <a:off x="8042208" y="488357"/>
            <a:ext cx="577837" cy="396797"/>
          </a:xfrm>
          <a:custGeom>
            <a:rect b="b" l="l" r="r" t="t"/>
            <a:pathLst>
              <a:path extrusionOk="0" h="5955" w="8672">
                <a:moveTo>
                  <a:pt x="3803" y="1"/>
                </a:moveTo>
                <a:cubicBezTo>
                  <a:pt x="1315" y="1"/>
                  <a:pt x="330" y="2698"/>
                  <a:pt x="1" y="3926"/>
                </a:cubicBezTo>
                <a:lnTo>
                  <a:pt x="939" y="4136"/>
                </a:lnTo>
                <a:cubicBezTo>
                  <a:pt x="1258" y="2940"/>
                  <a:pt x="2082" y="880"/>
                  <a:pt x="3965" y="880"/>
                </a:cubicBezTo>
                <a:cubicBezTo>
                  <a:pt x="4342" y="880"/>
                  <a:pt x="4761" y="962"/>
                  <a:pt x="5226" y="1150"/>
                </a:cubicBezTo>
                <a:cubicBezTo>
                  <a:pt x="7064" y="1897"/>
                  <a:pt x="7045" y="4481"/>
                  <a:pt x="6892" y="5687"/>
                </a:cubicBezTo>
                <a:lnTo>
                  <a:pt x="7829" y="5955"/>
                </a:lnTo>
                <a:cubicBezTo>
                  <a:pt x="8174" y="4711"/>
                  <a:pt x="8672" y="997"/>
                  <a:pt x="4652" y="98"/>
                </a:cubicBezTo>
                <a:cubicBezTo>
                  <a:pt x="4351" y="31"/>
                  <a:pt x="4069" y="1"/>
                  <a:pt x="380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0"/>
          <p:cNvSpPr/>
          <p:nvPr/>
        </p:nvSpPr>
        <p:spPr>
          <a:xfrm>
            <a:off x="8105974" y="548193"/>
            <a:ext cx="408191" cy="321635"/>
          </a:xfrm>
          <a:custGeom>
            <a:rect b="b" l="l" r="r" t="t"/>
            <a:pathLst>
              <a:path extrusionOk="0" h="4827" w="6126">
                <a:moveTo>
                  <a:pt x="3027" y="1"/>
                </a:moveTo>
                <a:cubicBezTo>
                  <a:pt x="1144" y="1"/>
                  <a:pt x="320" y="2061"/>
                  <a:pt x="1" y="3257"/>
                </a:cubicBezTo>
                <a:lnTo>
                  <a:pt x="939" y="3487"/>
                </a:lnTo>
                <a:cubicBezTo>
                  <a:pt x="1190" y="2555"/>
                  <a:pt x="1794" y="1035"/>
                  <a:pt x="3049" y="1035"/>
                </a:cubicBezTo>
                <a:cubicBezTo>
                  <a:pt x="3134" y="1035"/>
                  <a:pt x="3221" y="1042"/>
                  <a:pt x="3312" y="1056"/>
                </a:cubicBezTo>
                <a:cubicBezTo>
                  <a:pt x="5054" y="1343"/>
                  <a:pt x="5054" y="3506"/>
                  <a:pt x="4939" y="4502"/>
                </a:cubicBezTo>
                <a:lnTo>
                  <a:pt x="5954" y="4827"/>
                </a:lnTo>
                <a:cubicBezTo>
                  <a:pt x="6088" y="3602"/>
                  <a:pt x="6126" y="1018"/>
                  <a:pt x="4288" y="272"/>
                </a:cubicBezTo>
                <a:cubicBezTo>
                  <a:pt x="3823" y="83"/>
                  <a:pt x="3404" y="1"/>
                  <a:pt x="30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0"/>
          <p:cNvSpPr/>
          <p:nvPr/>
        </p:nvSpPr>
        <p:spPr>
          <a:xfrm>
            <a:off x="8038410" y="478829"/>
            <a:ext cx="621148" cy="411456"/>
          </a:xfrm>
          <a:custGeom>
            <a:rect b="b" l="l" r="r" t="t"/>
            <a:pathLst>
              <a:path extrusionOk="0" h="6175" w="9322">
                <a:moveTo>
                  <a:pt x="4106" y="0"/>
                </a:moveTo>
                <a:cubicBezTo>
                  <a:pt x="3586" y="0"/>
                  <a:pt x="3090" y="122"/>
                  <a:pt x="2623" y="355"/>
                </a:cubicBezTo>
                <a:cubicBezTo>
                  <a:pt x="728" y="1332"/>
                  <a:pt x="20" y="3954"/>
                  <a:pt x="1" y="4069"/>
                </a:cubicBezTo>
                <a:cubicBezTo>
                  <a:pt x="1" y="4145"/>
                  <a:pt x="20" y="4184"/>
                  <a:pt x="96" y="4203"/>
                </a:cubicBezTo>
                <a:cubicBezTo>
                  <a:pt x="154" y="4203"/>
                  <a:pt x="211" y="4184"/>
                  <a:pt x="230" y="4107"/>
                </a:cubicBezTo>
                <a:cubicBezTo>
                  <a:pt x="230" y="4088"/>
                  <a:pt x="958" y="1485"/>
                  <a:pt x="2738" y="547"/>
                </a:cubicBezTo>
                <a:cubicBezTo>
                  <a:pt x="3151" y="330"/>
                  <a:pt x="3603" y="225"/>
                  <a:pt x="4076" y="225"/>
                </a:cubicBezTo>
                <a:cubicBezTo>
                  <a:pt x="4480" y="225"/>
                  <a:pt x="4899" y="301"/>
                  <a:pt x="5322" y="451"/>
                </a:cubicBezTo>
                <a:cubicBezTo>
                  <a:pt x="6891" y="1025"/>
                  <a:pt x="7772" y="2136"/>
                  <a:pt x="7982" y="3724"/>
                </a:cubicBezTo>
                <a:cubicBezTo>
                  <a:pt x="8135" y="4949"/>
                  <a:pt x="7810" y="6021"/>
                  <a:pt x="7810" y="6021"/>
                </a:cubicBezTo>
                <a:cubicBezTo>
                  <a:pt x="7791" y="6079"/>
                  <a:pt x="7810" y="6155"/>
                  <a:pt x="7906" y="6174"/>
                </a:cubicBezTo>
                <a:cubicBezTo>
                  <a:pt x="7963" y="6174"/>
                  <a:pt x="8001" y="6117"/>
                  <a:pt x="8059" y="6098"/>
                </a:cubicBezTo>
                <a:cubicBezTo>
                  <a:pt x="8059" y="6059"/>
                  <a:pt x="9322" y="1657"/>
                  <a:pt x="5398" y="241"/>
                </a:cubicBezTo>
                <a:cubicBezTo>
                  <a:pt x="4955" y="79"/>
                  <a:pt x="4523" y="0"/>
                  <a:pt x="4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0"/>
          <p:cNvSpPr/>
          <p:nvPr/>
        </p:nvSpPr>
        <p:spPr>
          <a:xfrm>
            <a:off x="8098378" y="543862"/>
            <a:ext cx="427314" cy="333629"/>
          </a:xfrm>
          <a:custGeom>
            <a:rect b="b" l="l" r="r" t="t"/>
            <a:pathLst>
              <a:path extrusionOk="0" h="5007" w="6413">
                <a:moveTo>
                  <a:pt x="3259" y="0"/>
                </a:moveTo>
                <a:cubicBezTo>
                  <a:pt x="2797" y="0"/>
                  <a:pt x="2361" y="112"/>
                  <a:pt x="1972" y="356"/>
                </a:cubicBezTo>
                <a:cubicBezTo>
                  <a:pt x="536" y="1198"/>
                  <a:pt x="19" y="3208"/>
                  <a:pt x="0" y="3303"/>
                </a:cubicBezTo>
                <a:cubicBezTo>
                  <a:pt x="0" y="3380"/>
                  <a:pt x="19" y="3418"/>
                  <a:pt x="96" y="3456"/>
                </a:cubicBezTo>
                <a:cubicBezTo>
                  <a:pt x="172" y="3456"/>
                  <a:pt x="211" y="3418"/>
                  <a:pt x="249" y="3361"/>
                </a:cubicBezTo>
                <a:cubicBezTo>
                  <a:pt x="268" y="3322"/>
                  <a:pt x="766" y="1351"/>
                  <a:pt x="2106" y="547"/>
                </a:cubicBezTo>
                <a:cubicBezTo>
                  <a:pt x="2475" y="326"/>
                  <a:pt x="2876" y="215"/>
                  <a:pt x="3298" y="215"/>
                </a:cubicBezTo>
                <a:cubicBezTo>
                  <a:pt x="3532" y="215"/>
                  <a:pt x="3774" y="249"/>
                  <a:pt x="4020" y="317"/>
                </a:cubicBezTo>
                <a:cubicBezTo>
                  <a:pt x="6412" y="968"/>
                  <a:pt x="5953" y="4815"/>
                  <a:pt x="5953" y="4854"/>
                </a:cubicBezTo>
                <a:cubicBezTo>
                  <a:pt x="5953" y="4930"/>
                  <a:pt x="6010" y="5007"/>
                  <a:pt x="6087" y="5007"/>
                </a:cubicBezTo>
                <a:cubicBezTo>
                  <a:pt x="6144" y="5007"/>
                  <a:pt x="6202" y="4949"/>
                  <a:pt x="6202" y="4911"/>
                </a:cubicBezTo>
                <a:cubicBezTo>
                  <a:pt x="6202" y="4854"/>
                  <a:pt x="6317" y="3878"/>
                  <a:pt x="6125" y="2787"/>
                </a:cubicBezTo>
                <a:cubicBezTo>
                  <a:pt x="5857" y="1313"/>
                  <a:pt x="5149" y="394"/>
                  <a:pt x="4077" y="107"/>
                </a:cubicBezTo>
                <a:cubicBezTo>
                  <a:pt x="3798" y="37"/>
                  <a:pt x="3524" y="0"/>
                  <a:pt x="32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0"/>
          <p:cNvSpPr/>
          <p:nvPr/>
        </p:nvSpPr>
        <p:spPr>
          <a:xfrm>
            <a:off x="8159546" y="609894"/>
            <a:ext cx="308708" cy="247207"/>
          </a:xfrm>
          <a:custGeom>
            <a:rect b="b" l="l" r="r" t="t"/>
            <a:pathLst>
              <a:path extrusionOk="0" h="3710" w="4633">
                <a:moveTo>
                  <a:pt x="2262" y="1"/>
                </a:moveTo>
                <a:cubicBezTo>
                  <a:pt x="1997" y="1"/>
                  <a:pt x="1738" y="73"/>
                  <a:pt x="1494" y="207"/>
                </a:cubicBezTo>
                <a:cubicBezTo>
                  <a:pt x="479" y="800"/>
                  <a:pt x="20" y="2465"/>
                  <a:pt x="1" y="2523"/>
                </a:cubicBezTo>
                <a:cubicBezTo>
                  <a:pt x="1" y="2599"/>
                  <a:pt x="20" y="2657"/>
                  <a:pt x="97" y="2676"/>
                </a:cubicBezTo>
                <a:cubicBezTo>
                  <a:pt x="154" y="2676"/>
                  <a:pt x="211" y="2657"/>
                  <a:pt x="231" y="2580"/>
                </a:cubicBezTo>
                <a:cubicBezTo>
                  <a:pt x="231" y="2561"/>
                  <a:pt x="690" y="953"/>
                  <a:pt x="1647" y="398"/>
                </a:cubicBezTo>
                <a:cubicBezTo>
                  <a:pt x="1856" y="288"/>
                  <a:pt x="2081" y="232"/>
                  <a:pt x="2312" y="232"/>
                </a:cubicBezTo>
                <a:cubicBezTo>
                  <a:pt x="2440" y="232"/>
                  <a:pt x="2570" y="249"/>
                  <a:pt x="2700" y="283"/>
                </a:cubicBezTo>
                <a:cubicBezTo>
                  <a:pt x="4403" y="743"/>
                  <a:pt x="4020" y="3537"/>
                  <a:pt x="4020" y="3556"/>
                </a:cubicBezTo>
                <a:cubicBezTo>
                  <a:pt x="4020" y="3633"/>
                  <a:pt x="4059" y="3710"/>
                  <a:pt x="4135" y="3710"/>
                </a:cubicBezTo>
                <a:cubicBezTo>
                  <a:pt x="4212" y="3710"/>
                  <a:pt x="4250" y="3671"/>
                  <a:pt x="4212" y="3614"/>
                </a:cubicBezTo>
                <a:cubicBezTo>
                  <a:pt x="4231" y="3480"/>
                  <a:pt x="4633" y="590"/>
                  <a:pt x="2719" y="73"/>
                </a:cubicBezTo>
                <a:cubicBezTo>
                  <a:pt x="2566" y="24"/>
                  <a:pt x="2413" y="1"/>
                  <a:pt x="22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0"/>
          <p:cNvSpPr/>
          <p:nvPr/>
        </p:nvSpPr>
        <p:spPr>
          <a:xfrm>
            <a:off x="8550149" y="76150"/>
            <a:ext cx="97861" cy="97803"/>
          </a:xfrm>
          <a:custGeom>
            <a:rect b="b" l="l" r="r" t="t"/>
            <a:pathLst>
              <a:path extrusionOk="0" h="1666" w="1667">
                <a:moveTo>
                  <a:pt x="843" y="249"/>
                </a:moveTo>
                <a:cubicBezTo>
                  <a:pt x="996" y="249"/>
                  <a:pt x="1149" y="288"/>
                  <a:pt x="1245" y="441"/>
                </a:cubicBezTo>
                <a:cubicBezTo>
                  <a:pt x="1360" y="537"/>
                  <a:pt x="1417" y="671"/>
                  <a:pt x="1417" y="843"/>
                </a:cubicBezTo>
                <a:cubicBezTo>
                  <a:pt x="1417" y="1149"/>
                  <a:pt x="1130" y="1417"/>
                  <a:pt x="805" y="1417"/>
                </a:cubicBezTo>
                <a:cubicBezTo>
                  <a:pt x="499" y="1417"/>
                  <a:pt x="231" y="1149"/>
                  <a:pt x="231" y="824"/>
                </a:cubicBezTo>
                <a:cubicBezTo>
                  <a:pt x="231" y="517"/>
                  <a:pt x="499" y="249"/>
                  <a:pt x="843" y="249"/>
                </a:cubicBezTo>
                <a:close/>
                <a:moveTo>
                  <a:pt x="843" y="1"/>
                </a:moveTo>
                <a:cubicBezTo>
                  <a:pt x="384" y="1"/>
                  <a:pt x="1" y="364"/>
                  <a:pt x="1" y="824"/>
                </a:cubicBezTo>
                <a:cubicBezTo>
                  <a:pt x="1" y="1283"/>
                  <a:pt x="384" y="1666"/>
                  <a:pt x="843" y="1666"/>
                </a:cubicBezTo>
                <a:cubicBezTo>
                  <a:pt x="1283" y="1666"/>
                  <a:pt x="1647" y="1283"/>
                  <a:pt x="1666" y="824"/>
                </a:cubicBezTo>
                <a:cubicBezTo>
                  <a:pt x="1666" y="613"/>
                  <a:pt x="1571" y="422"/>
                  <a:pt x="1437" y="249"/>
                </a:cubicBezTo>
                <a:cubicBezTo>
                  <a:pt x="1264" y="96"/>
                  <a:pt x="1054"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0"/>
          <p:cNvSpPr/>
          <p:nvPr/>
        </p:nvSpPr>
        <p:spPr>
          <a:xfrm rot="3452380">
            <a:off x="8025511" y="185274"/>
            <a:ext cx="98917" cy="96686"/>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0"/>
          <p:cNvSpPr/>
          <p:nvPr/>
        </p:nvSpPr>
        <p:spPr>
          <a:xfrm rot="3452380">
            <a:off x="7709716" y="325116"/>
            <a:ext cx="215797" cy="213625"/>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0"/>
          <p:cNvSpPr/>
          <p:nvPr/>
        </p:nvSpPr>
        <p:spPr>
          <a:xfrm rot="3452380">
            <a:off x="7551539" y="526754"/>
            <a:ext cx="156212" cy="157386"/>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0"/>
          <p:cNvSpPr txBox="1"/>
          <p:nvPr>
            <p:ph idx="1" type="subTitle"/>
          </p:nvPr>
        </p:nvSpPr>
        <p:spPr>
          <a:xfrm>
            <a:off x="978988" y="2335366"/>
            <a:ext cx="1890300" cy="504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528" name="Google Shape;528;p20"/>
          <p:cNvSpPr txBox="1"/>
          <p:nvPr>
            <p:ph idx="2" type="subTitle"/>
          </p:nvPr>
        </p:nvSpPr>
        <p:spPr>
          <a:xfrm>
            <a:off x="977788" y="1880688"/>
            <a:ext cx="1892700" cy="340800"/>
          </a:xfrm>
          <a:prstGeom prst="rect">
            <a:avLst/>
          </a:prstGeom>
          <a:noFill/>
        </p:spPr>
        <p:txBody>
          <a:bodyPr anchorCtr="0" anchor="t" bIns="0" lIns="0" spcFirstLastPara="1" rIns="0" wrap="square" tIns="0">
            <a:noAutofit/>
          </a:bodyPr>
          <a:lstStyle>
            <a:lvl1pPr lvl="0" rtl="0" algn="ctr">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529" name="Google Shape;529;p20"/>
          <p:cNvSpPr txBox="1"/>
          <p:nvPr>
            <p:ph idx="3" type="subTitle"/>
          </p:nvPr>
        </p:nvSpPr>
        <p:spPr>
          <a:xfrm>
            <a:off x="3625650" y="2335366"/>
            <a:ext cx="1892700" cy="504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530" name="Google Shape;530;p20"/>
          <p:cNvSpPr txBox="1"/>
          <p:nvPr>
            <p:ph idx="4" type="subTitle"/>
          </p:nvPr>
        </p:nvSpPr>
        <p:spPr>
          <a:xfrm>
            <a:off x="3625650" y="1880688"/>
            <a:ext cx="1892700" cy="340800"/>
          </a:xfrm>
          <a:prstGeom prst="rect">
            <a:avLst/>
          </a:prstGeom>
          <a:noFill/>
        </p:spPr>
        <p:txBody>
          <a:bodyPr anchorCtr="0" anchor="t" bIns="0" lIns="0" spcFirstLastPara="1" rIns="0" wrap="square" tIns="0">
            <a:noAutofit/>
          </a:bodyPr>
          <a:lstStyle>
            <a:lvl1pPr lvl="0" rtl="0" algn="ctr">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531" name="Google Shape;531;p20"/>
          <p:cNvSpPr txBox="1"/>
          <p:nvPr>
            <p:ph idx="5" type="subTitle"/>
          </p:nvPr>
        </p:nvSpPr>
        <p:spPr>
          <a:xfrm>
            <a:off x="6273463" y="2335366"/>
            <a:ext cx="1892700" cy="504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532" name="Google Shape;532;p20"/>
          <p:cNvSpPr txBox="1"/>
          <p:nvPr>
            <p:ph idx="6" type="subTitle"/>
          </p:nvPr>
        </p:nvSpPr>
        <p:spPr>
          <a:xfrm>
            <a:off x="6273463" y="1880688"/>
            <a:ext cx="1892700" cy="340800"/>
          </a:xfrm>
          <a:prstGeom prst="rect">
            <a:avLst/>
          </a:prstGeom>
          <a:noFill/>
        </p:spPr>
        <p:txBody>
          <a:bodyPr anchorCtr="0" anchor="t" bIns="0" lIns="0" spcFirstLastPara="1" rIns="0" wrap="square" tIns="0">
            <a:noAutofit/>
          </a:bodyPr>
          <a:lstStyle>
            <a:lvl1pPr lvl="0" rtl="0" algn="ctr">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533" name="Google Shape;533;p20"/>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4" name="Google Shape;534;p20"/>
          <p:cNvSpPr txBox="1"/>
          <p:nvPr>
            <p:ph idx="7" type="subTitle"/>
          </p:nvPr>
        </p:nvSpPr>
        <p:spPr>
          <a:xfrm>
            <a:off x="978988" y="4166341"/>
            <a:ext cx="1890300" cy="504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535" name="Google Shape;535;p20"/>
          <p:cNvSpPr txBox="1"/>
          <p:nvPr>
            <p:ph idx="8" type="subTitle"/>
          </p:nvPr>
        </p:nvSpPr>
        <p:spPr>
          <a:xfrm>
            <a:off x="977788" y="3711663"/>
            <a:ext cx="1892700" cy="340800"/>
          </a:xfrm>
          <a:prstGeom prst="rect">
            <a:avLst/>
          </a:prstGeom>
          <a:noFill/>
        </p:spPr>
        <p:txBody>
          <a:bodyPr anchorCtr="0" anchor="t" bIns="0" lIns="0" spcFirstLastPara="1" rIns="0" wrap="square" tIns="0">
            <a:noAutofit/>
          </a:bodyPr>
          <a:lstStyle>
            <a:lvl1pPr lvl="0" rtl="0" algn="ctr">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536" name="Google Shape;536;p20"/>
          <p:cNvSpPr txBox="1"/>
          <p:nvPr>
            <p:ph idx="9" type="subTitle"/>
          </p:nvPr>
        </p:nvSpPr>
        <p:spPr>
          <a:xfrm>
            <a:off x="3625650" y="4166341"/>
            <a:ext cx="1892700" cy="504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537" name="Google Shape;537;p20"/>
          <p:cNvSpPr txBox="1"/>
          <p:nvPr>
            <p:ph idx="13" type="subTitle"/>
          </p:nvPr>
        </p:nvSpPr>
        <p:spPr>
          <a:xfrm>
            <a:off x="3625650" y="3711663"/>
            <a:ext cx="1892700" cy="340800"/>
          </a:xfrm>
          <a:prstGeom prst="rect">
            <a:avLst/>
          </a:prstGeom>
          <a:noFill/>
        </p:spPr>
        <p:txBody>
          <a:bodyPr anchorCtr="0" anchor="t" bIns="0" lIns="0" spcFirstLastPara="1" rIns="0" wrap="square" tIns="0">
            <a:noAutofit/>
          </a:bodyPr>
          <a:lstStyle>
            <a:lvl1pPr lvl="0" rtl="0" algn="ctr">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538" name="Google Shape;538;p20"/>
          <p:cNvSpPr txBox="1"/>
          <p:nvPr>
            <p:ph idx="14" type="subTitle"/>
          </p:nvPr>
        </p:nvSpPr>
        <p:spPr>
          <a:xfrm>
            <a:off x="6273463" y="4166341"/>
            <a:ext cx="1892700" cy="504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1600"/>
              <a:buNone/>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539" name="Google Shape;539;p20"/>
          <p:cNvSpPr txBox="1"/>
          <p:nvPr>
            <p:ph idx="15" type="subTitle"/>
          </p:nvPr>
        </p:nvSpPr>
        <p:spPr>
          <a:xfrm>
            <a:off x="6273463" y="3711663"/>
            <a:ext cx="1892700" cy="340800"/>
          </a:xfrm>
          <a:prstGeom prst="rect">
            <a:avLst/>
          </a:prstGeom>
          <a:noFill/>
        </p:spPr>
        <p:txBody>
          <a:bodyPr anchorCtr="0" anchor="t" bIns="0" lIns="0" spcFirstLastPara="1" rIns="0" wrap="square" tIns="0">
            <a:noAutofit/>
          </a:bodyPr>
          <a:lstStyle>
            <a:lvl1pPr lvl="0" rtl="0" algn="ctr">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grpSp>
        <p:nvGrpSpPr>
          <p:cNvPr id="540" name="Google Shape;540;p20"/>
          <p:cNvGrpSpPr/>
          <p:nvPr/>
        </p:nvGrpSpPr>
        <p:grpSpPr>
          <a:xfrm>
            <a:off x="8166175" y="1017725"/>
            <a:ext cx="787733" cy="603002"/>
            <a:chOff x="8000975" y="3110625"/>
            <a:chExt cx="787733" cy="603002"/>
          </a:xfrm>
        </p:grpSpPr>
        <p:sp>
          <p:nvSpPr>
            <p:cNvPr id="541" name="Google Shape;541;p20"/>
            <p:cNvSpPr/>
            <p:nvPr/>
          </p:nvSpPr>
          <p:spPr>
            <a:xfrm>
              <a:off x="8150072" y="3161565"/>
              <a:ext cx="572670" cy="472446"/>
            </a:xfrm>
            <a:custGeom>
              <a:rect b="b" l="l" r="r" t="t"/>
              <a:pathLst>
                <a:path extrusionOk="0" h="6854" w="8308">
                  <a:moveTo>
                    <a:pt x="6282" y="0"/>
                  </a:moveTo>
                  <a:cubicBezTo>
                    <a:pt x="5509" y="0"/>
                    <a:pt x="4690" y="243"/>
                    <a:pt x="4633" y="391"/>
                  </a:cubicBezTo>
                  <a:cubicBezTo>
                    <a:pt x="4346" y="486"/>
                    <a:pt x="4078" y="620"/>
                    <a:pt x="3810" y="773"/>
                  </a:cubicBezTo>
                  <a:cubicBezTo>
                    <a:pt x="3618" y="632"/>
                    <a:pt x="3218" y="406"/>
                    <a:pt x="2679" y="406"/>
                  </a:cubicBezTo>
                  <a:cubicBezTo>
                    <a:pt x="2195" y="406"/>
                    <a:pt x="1599" y="587"/>
                    <a:pt x="939" y="1175"/>
                  </a:cubicBezTo>
                  <a:cubicBezTo>
                    <a:pt x="1" y="2056"/>
                    <a:pt x="1092" y="1941"/>
                    <a:pt x="1781" y="2228"/>
                  </a:cubicBezTo>
                  <a:cubicBezTo>
                    <a:pt x="1723" y="2266"/>
                    <a:pt x="1704" y="2324"/>
                    <a:pt x="1666" y="2343"/>
                  </a:cubicBezTo>
                  <a:cubicBezTo>
                    <a:pt x="1589" y="2439"/>
                    <a:pt x="1532" y="2515"/>
                    <a:pt x="1570" y="2592"/>
                  </a:cubicBezTo>
                  <a:cubicBezTo>
                    <a:pt x="1570" y="2611"/>
                    <a:pt x="1589" y="2611"/>
                    <a:pt x="1589" y="2630"/>
                  </a:cubicBezTo>
                  <a:cubicBezTo>
                    <a:pt x="1628" y="2707"/>
                    <a:pt x="1781" y="2898"/>
                    <a:pt x="1972" y="3185"/>
                  </a:cubicBezTo>
                  <a:cubicBezTo>
                    <a:pt x="1762" y="3376"/>
                    <a:pt x="1532" y="3587"/>
                    <a:pt x="1570" y="3778"/>
                  </a:cubicBezTo>
                  <a:cubicBezTo>
                    <a:pt x="1608" y="3970"/>
                    <a:pt x="2719" y="5597"/>
                    <a:pt x="3006" y="5597"/>
                  </a:cubicBezTo>
                  <a:cubicBezTo>
                    <a:pt x="3025" y="5597"/>
                    <a:pt x="3044" y="5597"/>
                    <a:pt x="3044" y="5616"/>
                  </a:cubicBezTo>
                  <a:cubicBezTo>
                    <a:pt x="3121" y="5578"/>
                    <a:pt x="3331" y="5425"/>
                    <a:pt x="3542" y="5271"/>
                  </a:cubicBezTo>
                  <a:cubicBezTo>
                    <a:pt x="3733" y="5482"/>
                    <a:pt x="3886" y="5616"/>
                    <a:pt x="3982" y="5693"/>
                  </a:cubicBezTo>
                  <a:cubicBezTo>
                    <a:pt x="4020" y="5712"/>
                    <a:pt x="4078" y="5750"/>
                    <a:pt x="4116" y="5750"/>
                  </a:cubicBezTo>
                  <a:cubicBezTo>
                    <a:pt x="4173" y="5750"/>
                    <a:pt x="4212" y="5712"/>
                    <a:pt x="4288" y="5712"/>
                  </a:cubicBezTo>
                  <a:cubicBezTo>
                    <a:pt x="4273" y="6255"/>
                    <a:pt x="4056" y="6854"/>
                    <a:pt x="4439" y="6854"/>
                  </a:cubicBezTo>
                  <a:cubicBezTo>
                    <a:pt x="4555" y="6854"/>
                    <a:pt x="4727" y="6798"/>
                    <a:pt x="4977" y="6669"/>
                  </a:cubicBezTo>
                  <a:cubicBezTo>
                    <a:pt x="7025" y="5654"/>
                    <a:pt x="6355" y="3989"/>
                    <a:pt x="6355" y="3989"/>
                  </a:cubicBezTo>
                  <a:lnTo>
                    <a:pt x="6317" y="3989"/>
                  </a:lnTo>
                  <a:cubicBezTo>
                    <a:pt x="6508" y="3778"/>
                    <a:pt x="6681" y="3549"/>
                    <a:pt x="6834" y="3319"/>
                  </a:cubicBezTo>
                  <a:lnTo>
                    <a:pt x="6853" y="3357"/>
                  </a:lnTo>
                  <a:cubicBezTo>
                    <a:pt x="6987" y="3185"/>
                    <a:pt x="8308" y="1539"/>
                    <a:pt x="7542" y="448"/>
                  </a:cubicBezTo>
                  <a:cubicBezTo>
                    <a:pt x="7317" y="114"/>
                    <a:pt x="6810" y="0"/>
                    <a:pt x="62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 name="Google Shape;542;p20"/>
            <p:cNvGrpSpPr/>
            <p:nvPr/>
          </p:nvGrpSpPr>
          <p:grpSpPr>
            <a:xfrm>
              <a:off x="8000975" y="3110625"/>
              <a:ext cx="787733" cy="603002"/>
              <a:chOff x="8000975" y="3110625"/>
              <a:chExt cx="787733" cy="603002"/>
            </a:xfrm>
          </p:grpSpPr>
          <p:sp>
            <p:nvSpPr>
              <p:cNvPr id="543" name="Google Shape;543;p20"/>
              <p:cNvSpPr/>
              <p:nvPr/>
            </p:nvSpPr>
            <p:spPr>
              <a:xfrm>
                <a:off x="8134218" y="3110625"/>
                <a:ext cx="654490" cy="572670"/>
              </a:xfrm>
              <a:custGeom>
                <a:rect b="b" l="l" r="r" t="t"/>
                <a:pathLst>
                  <a:path extrusionOk="0" h="8308" w="9495">
                    <a:moveTo>
                      <a:pt x="6528" y="0"/>
                    </a:moveTo>
                    <a:cubicBezTo>
                      <a:pt x="5973" y="0"/>
                      <a:pt x="5494" y="96"/>
                      <a:pt x="5265" y="173"/>
                    </a:cubicBezTo>
                    <a:cubicBezTo>
                      <a:pt x="4920" y="268"/>
                      <a:pt x="4652" y="364"/>
                      <a:pt x="4499" y="498"/>
                    </a:cubicBezTo>
                    <a:cubicBezTo>
                      <a:pt x="4365" y="555"/>
                      <a:pt x="4250" y="594"/>
                      <a:pt x="4116" y="670"/>
                    </a:cubicBezTo>
                    <a:cubicBezTo>
                      <a:pt x="3829" y="517"/>
                      <a:pt x="3446" y="402"/>
                      <a:pt x="2968" y="402"/>
                    </a:cubicBezTo>
                    <a:cubicBezTo>
                      <a:pt x="2202" y="402"/>
                      <a:pt x="1456" y="708"/>
                      <a:pt x="728" y="1359"/>
                    </a:cubicBezTo>
                    <a:cubicBezTo>
                      <a:pt x="518" y="1570"/>
                      <a:pt x="1" y="2029"/>
                      <a:pt x="173" y="2661"/>
                    </a:cubicBezTo>
                    <a:cubicBezTo>
                      <a:pt x="288" y="3139"/>
                      <a:pt x="728" y="3331"/>
                      <a:pt x="1130" y="3426"/>
                    </a:cubicBezTo>
                    <a:lnTo>
                      <a:pt x="1130" y="3465"/>
                    </a:lnTo>
                    <a:cubicBezTo>
                      <a:pt x="1149" y="3541"/>
                      <a:pt x="1169" y="3637"/>
                      <a:pt x="1207" y="3714"/>
                    </a:cubicBezTo>
                    <a:cubicBezTo>
                      <a:pt x="1207" y="3733"/>
                      <a:pt x="1245" y="3733"/>
                      <a:pt x="1245" y="3752"/>
                    </a:cubicBezTo>
                    <a:cubicBezTo>
                      <a:pt x="1245" y="3771"/>
                      <a:pt x="1264" y="3809"/>
                      <a:pt x="1283" y="3848"/>
                    </a:cubicBezTo>
                    <a:cubicBezTo>
                      <a:pt x="1149" y="4058"/>
                      <a:pt x="1054" y="4326"/>
                      <a:pt x="1092" y="4632"/>
                    </a:cubicBezTo>
                    <a:lnTo>
                      <a:pt x="1092" y="4690"/>
                    </a:lnTo>
                    <a:cubicBezTo>
                      <a:pt x="1169" y="4996"/>
                      <a:pt x="1647" y="5666"/>
                      <a:pt x="1838" y="5934"/>
                    </a:cubicBezTo>
                    <a:cubicBezTo>
                      <a:pt x="2336" y="6623"/>
                      <a:pt x="2662" y="6929"/>
                      <a:pt x="2987" y="7025"/>
                    </a:cubicBezTo>
                    <a:cubicBezTo>
                      <a:pt x="3083" y="7044"/>
                      <a:pt x="3178" y="7082"/>
                      <a:pt x="3274" y="7082"/>
                    </a:cubicBezTo>
                    <a:cubicBezTo>
                      <a:pt x="3370" y="7082"/>
                      <a:pt x="3485" y="7044"/>
                      <a:pt x="3580" y="7006"/>
                    </a:cubicBezTo>
                    <a:cubicBezTo>
                      <a:pt x="3619" y="7006"/>
                      <a:pt x="3638" y="6987"/>
                      <a:pt x="3676" y="6967"/>
                    </a:cubicBezTo>
                    <a:cubicBezTo>
                      <a:pt x="3714" y="6967"/>
                      <a:pt x="3714" y="6987"/>
                      <a:pt x="3733" y="6987"/>
                    </a:cubicBezTo>
                    <a:cubicBezTo>
                      <a:pt x="3714" y="7312"/>
                      <a:pt x="3714" y="7695"/>
                      <a:pt x="3963" y="7982"/>
                    </a:cubicBezTo>
                    <a:cubicBezTo>
                      <a:pt x="4155" y="8173"/>
                      <a:pt x="4403" y="8307"/>
                      <a:pt x="4690" y="8307"/>
                    </a:cubicBezTo>
                    <a:cubicBezTo>
                      <a:pt x="4920" y="8307"/>
                      <a:pt x="5188" y="8231"/>
                      <a:pt x="5552" y="8020"/>
                    </a:cubicBezTo>
                    <a:cubicBezTo>
                      <a:pt x="7294" y="7121"/>
                      <a:pt x="7523" y="5742"/>
                      <a:pt x="7370" y="4862"/>
                    </a:cubicBezTo>
                    <a:cubicBezTo>
                      <a:pt x="7408" y="4785"/>
                      <a:pt x="7485" y="4709"/>
                      <a:pt x="7523" y="4632"/>
                    </a:cubicBezTo>
                    <a:cubicBezTo>
                      <a:pt x="7581" y="4594"/>
                      <a:pt x="7619" y="4575"/>
                      <a:pt x="7657" y="4517"/>
                    </a:cubicBezTo>
                    <a:cubicBezTo>
                      <a:pt x="7715" y="4422"/>
                      <a:pt x="9495" y="2316"/>
                      <a:pt x="8385" y="766"/>
                    </a:cubicBezTo>
                    <a:cubicBezTo>
                      <a:pt x="8155" y="421"/>
                      <a:pt x="7657" y="0"/>
                      <a:pt x="6528" y="0"/>
                    </a:cubicBezTo>
                    <a:close/>
                  </a:path>
                </a:pathLst>
              </a:custGeom>
              <a:solidFill>
                <a:schemeClr val="lt1"/>
              </a:solidFill>
              <a:ln>
                <a:noFill/>
              </a:ln>
              <a:effectLst>
                <a:outerShdw blurRad="85725" rotWithShape="0" algn="bl" dir="5100000" dist="76200">
                  <a:srgbClr val="000000">
                    <a:alpha val="2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0"/>
              <p:cNvSpPr/>
              <p:nvPr/>
            </p:nvSpPr>
            <p:spPr>
              <a:xfrm>
                <a:off x="8000975" y="3388967"/>
                <a:ext cx="390626" cy="324660"/>
              </a:xfrm>
              <a:custGeom>
                <a:rect b="b" l="l" r="r" t="t"/>
                <a:pathLst>
                  <a:path extrusionOk="0" h="4710" w="5667">
                    <a:moveTo>
                      <a:pt x="2910" y="1"/>
                    </a:moveTo>
                    <a:cubicBezTo>
                      <a:pt x="2546" y="1"/>
                      <a:pt x="2145" y="116"/>
                      <a:pt x="1685" y="365"/>
                    </a:cubicBezTo>
                    <a:cubicBezTo>
                      <a:pt x="1" y="1226"/>
                      <a:pt x="422" y="3886"/>
                      <a:pt x="422" y="3906"/>
                    </a:cubicBezTo>
                    <a:cubicBezTo>
                      <a:pt x="537" y="4614"/>
                      <a:pt x="1436" y="4710"/>
                      <a:pt x="2164" y="4710"/>
                    </a:cubicBezTo>
                    <a:cubicBezTo>
                      <a:pt x="2776" y="4710"/>
                      <a:pt x="4250" y="4614"/>
                      <a:pt x="4920" y="3733"/>
                    </a:cubicBezTo>
                    <a:cubicBezTo>
                      <a:pt x="5666" y="2757"/>
                      <a:pt x="5360" y="1838"/>
                      <a:pt x="4939" y="1436"/>
                    </a:cubicBezTo>
                    <a:cubicBezTo>
                      <a:pt x="4327" y="633"/>
                      <a:pt x="3771" y="1"/>
                      <a:pt x="2910" y="1"/>
                    </a:cubicBezTo>
                    <a:close/>
                  </a:path>
                </a:pathLst>
              </a:custGeom>
              <a:solidFill>
                <a:schemeClr val="lt1"/>
              </a:solidFill>
              <a:ln>
                <a:noFill/>
              </a:ln>
              <a:effectLst>
                <a:outerShdw blurRad="85725" rotWithShape="0" algn="bl" dir="5100000" dist="76200">
                  <a:srgbClr val="000000">
                    <a:alpha val="2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5" name="Google Shape;545;p20"/>
            <p:cNvSpPr/>
            <p:nvPr/>
          </p:nvSpPr>
          <p:spPr>
            <a:xfrm>
              <a:off x="8063012" y="3438321"/>
              <a:ext cx="283716" cy="226435"/>
            </a:xfrm>
            <a:custGeom>
              <a:rect b="b" l="l" r="r" t="t"/>
              <a:pathLst>
                <a:path extrusionOk="0" h="3285" w="4116">
                  <a:moveTo>
                    <a:pt x="2026" y="1"/>
                  </a:moveTo>
                  <a:cubicBezTo>
                    <a:pt x="1772" y="1"/>
                    <a:pt x="1487" y="99"/>
                    <a:pt x="1130" y="299"/>
                  </a:cubicBezTo>
                  <a:cubicBezTo>
                    <a:pt x="0" y="854"/>
                    <a:pt x="192" y="2769"/>
                    <a:pt x="249" y="3075"/>
                  </a:cubicBezTo>
                  <a:cubicBezTo>
                    <a:pt x="265" y="3195"/>
                    <a:pt x="708" y="3284"/>
                    <a:pt x="1267" y="3284"/>
                  </a:cubicBezTo>
                  <a:cubicBezTo>
                    <a:pt x="2048" y="3284"/>
                    <a:pt x="3055" y="3109"/>
                    <a:pt x="3446" y="2596"/>
                  </a:cubicBezTo>
                  <a:cubicBezTo>
                    <a:pt x="4116" y="1697"/>
                    <a:pt x="3522" y="1199"/>
                    <a:pt x="3522" y="1199"/>
                  </a:cubicBezTo>
                  <a:cubicBezTo>
                    <a:pt x="2930" y="414"/>
                    <a:pt x="2546" y="1"/>
                    <a:pt x="20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0"/>
            <p:cNvSpPr/>
            <p:nvPr/>
          </p:nvSpPr>
          <p:spPr>
            <a:xfrm>
              <a:off x="8262221" y="3373182"/>
              <a:ext cx="162330" cy="166397"/>
            </a:xfrm>
            <a:custGeom>
              <a:rect b="b" l="l" r="r" t="t"/>
              <a:pathLst>
                <a:path extrusionOk="0" h="2414" w="2355">
                  <a:moveTo>
                    <a:pt x="709" y="0"/>
                  </a:moveTo>
                  <a:cubicBezTo>
                    <a:pt x="709" y="0"/>
                    <a:pt x="1" y="479"/>
                    <a:pt x="58" y="689"/>
                  </a:cubicBezTo>
                  <a:cubicBezTo>
                    <a:pt x="96" y="915"/>
                    <a:pt x="1185" y="2414"/>
                    <a:pt x="1388" y="2414"/>
                  </a:cubicBezTo>
                  <a:cubicBezTo>
                    <a:pt x="1391" y="2414"/>
                    <a:pt x="1395" y="2413"/>
                    <a:pt x="1398" y="2412"/>
                  </a:cubicBezTo>
                  <a:cubicBezTo>
                    <a:pt x="1532" y="2335"/>
                    <a:pt x="2355" y="1723"/>
                    <a:pt x="2355" y="1723"/>
                  </a:cubicBezTo>
                  <a:lnTo>
                    <a:pt x="70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0"/>
            <p:cNvSpPr/>
            <p:nvPr/>
          </p:nvSpPr>
          <p:spPr>
            <a:xfrm>
              <a:off x="8254294" y="3363118"/>
              <a:ext cx="176874" cy="185560"/>
            </a:xfrm>
            <a:custGeom>
              <a:rect b="b" l="l" r="r" t="t"/>
              <a:pathLst>
                <a:path extrusionOk="0" h="2692" w="2566">
                  <a:moveTo>
                    <a:pt x="786" y="280"/>
                  </a:moveTo>
                  <a:lnTo>
                    <a:pt x="2279" y="1869"/>
                  </a:lnTo>
                  <a:cubicBezTo>
                    <a:pt x="1991" y="2079"/>
                    <a:pt x="1628" y="2367"/>
                    <a:pt x="1494" y="2443"/>
                  </a:cubicBezTo>
                  <a:cubicBezTo>
                    <a:pt x="1245" y="2252"/>
                    <a:pt x="345" y="1008"/>
                    <a:pt x="288" y="816"/>
                  </a:cubicBezTo>
                  <a:cubicBezTo>
                    <a:pt x="269" y="740"/>
                    <a:pt x="498" y="491"/>
                    <a:pt x="786" y="280"/>
                  </a:cubicBezTo>
                  <a:close/>
                  <a:moveTo>
                    <a:pt x="800" y="1"/>
                  </a:moveTo>
                  <a:cubicBezTo>
                    <a:pt x="780" y="1"/>
                    <a:pt x="761" y="5"/>
                    <a:pt x="747" y="12"/>
                  </a:cubicBezTo>
                  <a:cubicBezTo>
                    <a:pt x="537" y="185"/>
                    <a:pt x="1" y="567"/>
                    <a:pt x="58" y="854"/>
                  </a:cubicBezTo>
                  <a:cubicBezTo>
                    <a:pt x="96" y="1046"/>
                    <a:pt x="1207" y="2673"/>
                    <a:pt x="1494" y="2673"/>
                  </a:cubicBezTo>
                  <a:cubicBezTo>
                    <a:pt x="1513" y="2673"/>
                    <a:pt x="1532" y="2673"/>
                    <a:pt x="1532" y="2692"/>
                  </a:cubicBezTo>
                  <a:cubicBezTo>
                    <a:pt x="1685" y="2615"/>
                    <a:pt x="2374" y="2079"/>
                    <a:pt x="2508" y="1984"/>
                  </a:cubicBezTo>
                  <a:cubicBezTo>
                    <a:pt x="2546" y="1965"/>
                    <a:pt x="2566" y="1907"/>
                    <a:pt x="2566" y="1888"/>
                  </a:cubicBezTo>
                  <a:cubicBezTo>
                    <a:pt x="2566" y="1831"/>
                    <a:pt x="2566" y="1811"/>
                    <a:pt x="2546" y="1792"/>
                  </a:cubicBezTo>
                  <a:lnTo>
                    <a:pt x="881" y="51"/>
                  </a:lnTo>
                  <a:cubicBezTo>
                    <a:pt x="869" y="14"/>
                    <a:pt x="834" y="1"/>
                    <a:pt x="8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0"/>
            <p:cNvSpPr/>
            <p:nvPr/>
          </p:nvSpPr>
          <p:spPr>
            <a:xfrm>
              <a:off x="8136906" y="3189482"/>
              <a:ext cx="286335" cy="148958"/>
            </a:xfrm>
            <a:custGeom>
              <a:rect b="b" l="l" r="r" t="t"/>
              <a:pathLst>
                <a:path extrusionOk="0" h="2161" w="4154">
                  <a:moveTo>
                    <a:pt x="2885" y="0"/>
                  </a:moveTo>
                  <a:cubicBezTo>
                    <a:pt x="2400" y="0"/>
                    <a:pt x="1804" y="181"/>
                    <a:pt x="1149" y="770"/>
                  </a:cubicBezTo>
                  <a:cubicBezTo>
                    <a:pt x="0" y="1823"/>
                    <a:pt x="1799" y="1440"/>
                    <a:pt x="2297" y="2053"/>
                  </a:cubicBezTo>
                  <a:cubicBezTo>
                    <a:pt x="2356" y="2128"/>
                    <a:pt x="2427" y="2160"/>
                    <a:pt x="2509" y="2160"/>
                  </a:cubicBezTo>
                  <a:cubicBezTo>
                    <a:pt x="3092" y="2160"/>
                    <a:pt x="4154" y="464"/>
                    <a:pt x="4154" y="464"/>
                  </a:cubicBezTo>
                  <a:cubicBezTo>
                    <a:pt x="4154" y="464"/>
                    <a:pt x="3661" y="0"/>
                    <a:pt x="28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0"/>
            <p:cNvSpPr/>
            <p:nvPr/>
          </p:nvSpPr>
          <p:spPr>
            <a:xfrm>
              <a:off x="8412628" y="3436460"/>
              <a:ext cx="221748" cy="197209"/>
            </a:xfrm>
            <a:custGeom>
              <a:rect b="b" l="l" r="r" t="t"/>
              <a:pathLst>
                <a:path extrusionOk="0" h="2861" w="3217">
                  <a:moveTo>
                    <a:pt x="2546" y="1"/>
                  </a:moveTo>
                  <a:lnTo>
                    <a:pt x="2546" y="1"/>
                  </a:lnTo>
                  <a:cubicBezTo>
                    <a:pt x="2546" y="1"/>
                    <a:pt x="1" y="460"/>
                    <a:pt x="383" y="1149"/>
                  </a:cubicBezTo>
                  <a:cubicBezTo>
                    <a:pt x="698" y="1700"/>
                    <a:pt x="94" y="2860"/>
                    <a:pt x="636" y="2860"/>
                  </a:cubicBezTo>
                  <a:cubicBezTo>
                    <a:pt x="753" y="2860"/>
                    <a:pt x="924" y="2806"/>
                    <a:pt x="1168" y="2681"/>
                  </a:cubicBezTo>
                  <a:cubicBezTo>
                    <a:pt x="3216" y="1666"/>
                    <a:pt x="2546" y="1"/>
                    <a:pt x="25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0"/>
            <p:cNvSpPr/>
            <p:nvPr/>
          </p:nvSpPr>
          <p:spPr>
            <a:xfrm>
              <a:off x="8262221" y="3177557"/>
              <a:ext cx="443565" cy="371119"/>
            </a:xfrm>
            <a:custGeom>
              <a:rect b="b" l="l" r="r" t="t"/>
              <a:pathLst>
                <a:path extrusionOk="0" h="5384" w="6435">
                  <a:moveTo>
                    <a:pt x="4356" y="1"/>
                  </a:moveTo>
                  <a:cubicBezTo>
                    <a:pt x="2612" y="1"/>
                    <a:pt x="0" y="2089"/>
                    <a:pt x="58" y="2321"/>
                  </a:cubicBezTo>
                  <a:cubicBezTo>
                    <a:pt x="58" y="2321"/>
                    <a:pt x="1953" y="5078"/>
                    <a:pt x="2393" y="5365"/>
                  </a:cubicBezTo>
                  <a:cubicBezTo>
                    <a:pt x="2413" y="5377"/>
                    <a:pt x="2438" y="5383"/>
                    <a:pt x="2469" y="5383"/>
                  </a:cubicBezTo>
                  <a:cubicBezTo>
                    <a:pt x="3154" y="5383"/>
                    <a:pt x="6435" y="2402"/>
                    <a:pt x="5647" y="771"/>
                  </a:cubicBezTo>
                  <a:cubicBezTo>
                    <a:pt x="5383" y="214"/>
                    <a:pt x="4914" y="1"/>
                    <a:pt x="43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0"/>
            <p:cNvSpPr/>
            <p:nvPr/>
          </p:nvSpPr>
          <p:spPr>
            <a:xfrm>
              <a:off x="8255604" y="3168665"/>
              <a:ext cx="422265" cy="389248"/>
            </a:xfrm>
            <a:custGeom>
              <a:rect b="b" l="l" r="r" t="t"/>
              <a:pathLst>
                <a:path extrusionOk="0" h="5647" w="6126">
                  <a:moveTo>
                    <a:pt x="4461" y="249"/>
                  </a:moveTo>
                  <a:cubicBezTo>
                    <a:pt x="5035" y="249"/>
                    <a:pt x="5418" y="498"/>
                    <a:pt x="5647" y="977"/>
                  </a:cubicBezTo>
                  <a:cubicBezTo>
                    <a:pt x="5973" y="1570"/>
                    <a:pt x="5609" y="2355"/>
                    <a:pt x="5245" y="2929"/>
                  </a:cubicBezTo>
                  <a:cubicBezTo>
                    <a:pt x="4403" y="4250"/>
                    <a:pt x="2949" y="5398"/>
                    <a:pt x="2585" y="5398"/>
                  </a:cubicBezTo>
                  <a:lnTo>
                    <a:pt x="2566" y="5398"/>
                  </a:lnTo>
                  <a:cubicBezTo>
                    <a:pt x="2202" y="5188"/>
                    <a:pt x="824" y="3254"/>
                    <a:pt x="269" y="2450"/>
                  </a:cubicBezTo>
                  <a:cubicBezTo>
                    <a:pt x="479" y="2106"/>
                    <a:pt x="2815" y="249"/>
                    <a:pt x="4461" y="249"/>
                  </a:cubicBezTo>
                  <a:close/>
                  <a:moveTo>
                    <a:pt x="4461" y="0"/>
                  </a:moveTo>
                  <a:cubicBezTo>
                    <a:pt x="2853" y="0"/>
                    <a:pt x="556" y="1685"/>
                    <a:pt x="135" y="2240"/>
                  </a:cubicBezTo>
                  <a:cubicBezTo>
                    <a:pt x="58" y="2336"/>
                    <a:pt x="1" y="2412"/>
                    <a:pt x="39" y="2489"/>
                  </a:cubicBezTo>
                  <a:cubicBezTo>
                    <a:pt x="39" y="2508"/>
                    <a:pt x="58" y="2508"/>
                    <a:pt x="58" y="2527"/>
                  </a:cubicBezTo>
                  <a:cubicBezTo>
                    <a:pt x="250" y="2814"/>
                    <a:pt x="1972" y="5302"/>
                    <a:pt x="2451" y="5590"/>
                  </a:cubicBezTo>
                  <a:cubicBezTo>
                    <a:pt x="2489" y="5609"/>
                    <a:pt x="2547" y="5647"/>
                    <a:pt x="2585" y="5647"/>
                  </a:cubicBezTo>
                  <a:cubicBezTo>
                    <a:pt x="3102" y="5647"/>
                    <a:pt x="4633" y="4345"/>
                    <a:pt x="5437" y="3025"/>
                  </a:cubicBezTo>
                  <a:cubicBezTo>
                    <a:pt x="5992" y="2144"/>
                    <a:pt x="6126" y="1379"/>
                    <a:pt x="5877" y="824"/>
                  </a:cubicBezTo>
                  <a:cubicBezTo>
                    <a:pt x="5609" y="288"/>
                    <a:pt x="5131" y="0"/>
                    <a:pt x="44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0"/>
            <p:cNvSpPr/>
            <p:nvPr/>
          </p:nvSpPr>
          <p:spPr>
            <a:xfrm>
              <a:off x="8469909" y="3160875"/>
              <a:ext cx="254145" cy="232156"/>
            </a:xfrm>
            <a:custGeom>
              <a:rect b="b" l="l" r="r" t="t"/>
              <a:pathLst>
                <a:path extrusionOk="0" h="3368" w="3687">
                  <a:moveTo>
                    <a:pt x="1658" y="1"/>
                  </a:moveTo>
                  <a:cubicBezTo>
                    <a:pt x="854" y="1"/>
                    <a:pt x="0" y="270"/>
                    <a:pt x="12" y="420"/>
                  </a:cubicBezTo>
                  <a:cubicBezTo>
                    <a:pt x="31" y="649"/>
                    <a:pt x="2232" y="3367"/>
                    <a:pt x="2232" y="3367"/>
                  </a:cubicBezTo>
                  <a:cubicBezTo>
                    <a:pt x="2385" y="3195"/>
                    <a:pt x="3687" y="1549"/>
                    <a:pt x="2921" y="458"/>
                  </a:cubicBezTo>
                  <a:cubicBezTo>
                    <a:pt x="2694" y="117"/>
                    <a:pt x="2186" y="1"/>
                    <a:pt x="16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0"/>
            <p:cNvSpPr/>
            <p:nvPr/>
          </p:nvSpPr>
          <p:spPr>
            <a:xfrm>
              <a:off x="8379679" y="3280815"/>
              <a:ext cx="154403" cy="154403"/>
            </a:xfrm>
            <a:custGeom>
              <a:rect b="b" l="l" r="r" t="t"/>
              <a:pathLst>
                <a:path extrusionOk="0" h="2240" w="2240">
                  <a:moveTo>
                    <a:pt x="1129" y="0"/>
                  </a:moveTo>
                  <a:cubicBezTo>
                    <a:pt x="498" y="0"/>
                    <a:pt x="0" y="498"/>
                    <a:pt x="0" y="1111"/>
                  </a:cubicBezTo>
                  <a:cubicBezTo>
                    <a:pt x="0" y="1742"/>
                    <a:pt x="498" y="2240"/>
                    <a:pt x="1129" y="2240"/>
                  </a:cubicBezTo>
                  <a:cubicBezTo>
                    <a:pt x="1742" y="2240"/>
                    <a:pt x="2240" y="1742"/>
                    <a:pt x="2240" y="1111"/>
                  </a:cubicBezTo>
                  <a:cubicBezTo>
                    <a:pt x="2240" y="498"/>
                    <a:pt x="1742" y="0"/>
                    <a:pt x="11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0"/>
            <p:cNvSpPr/>
            <p:nvPr/>
          </p:nvSpPr>
          <p:spPr>
            <a:xfrm>
              <a:off x="8367754" y="3271578"/>
              <a:ext cx="187421" cy="171567"/>
            </a:xfrm>
            <a:custGeom>
              <a:rect b="b" l="l" r="r" t="t"/>
              <a:pathLst>
                <a:path extrusionOk="0" h="2489" w="2719">
                  <a:moveTo>
                    <a:pt x="1302" y="268"/>
                  </a:moveTo>
                  <a:cubicBezTo>
                    <a:pt x="1609" y="268"/>
                    <a:pt x="1915" y="422"/>
                    <a:pt x="2145" y="709"/>
                  </a:cubicBezTo>
                  <a:cubicBezTo>
                    <a:pt x="2451" y="1149"/>
                    <a:pt x="2336" y="1780"/>
                    <a:pt x="1877" y="2087"/>
                  </a:cubicBezTo>
                  <a:cubicBezTo>
                    <a:pt x="1704" y="2182"/>
                    <a:pt x="1494" y="2259"/>
                    <a:pt x="1302" y="2259"/>
                  </a:cubicBezTo>
                  <a:cubicBezTo>
                    <a:pt x="996" y="2259"/>
                    <a:pt x="671" y="2087"/>
                    <a:pt x="479" y="1819"/>
                  </a:cubicBezTo>
                  <a:cubicBezTo>
                    <a:pt x="326" y="1608"/>
                    <a:pt x="269" y="1340"/>
                    <a:pt x="326" y="1072"/>
                  </a:cubicBezTo>
                  <a:cubicBezTo>
                    <a:pt x="365" y="823"/>
                    <a:pt x="518" y="575"/>
                    <a:pt x="728" y="441"/>
                  </a:cubicBezTo>
                  <a:cubicBezTo>
                    <a:pt x="900" y="345"/>
                    <a:pt x="1111" y="268"/>
                    <a:pt x="1302" y="268"/>
                  </a:cubicBezTo>
                  <a:close/>
                  <a:moveTo>
                    <a:pt x="1302" y="0"/>
                  </a:moveTo>
                  <a:cubicBezTo>
                    <a:pt x="1054" y="0"/>
                    <a:pt x="824" y="77"/>
                    <a:pt x="613" y="230"/>
                  </a:cubicBezTo>
                  <a:cubicBezTo>
                    <a:pt x="326" y="422"/>
                    <a:pt x="154" y="670"/>
                    <a:pt x="77" y="1015"/>
                  </a:cubicBezTo>
                  <a:cubicBezTo>
                    <a:pt x="1" y="1340"/>
                    <a:pt x="77" y="1685"/>
                    <a:pt x="269" y="1953"/>
                  </a:cubicBezTo>
                  <a:cubicBezTo>
                    <a:pt x="518" y="2297"/>
                    <a:pt x="900" y="2489"/>
                    <a:pt x="1302" y="2489"/>
                  </a:cubicBezTo>
                  <a:cubicBezTo>
                    <a:pt x="1532" y="2489"/>
                    <a:pt x="1781" y="2431"/>
                    <a:pt x="2011" y="2278"/>
                  </a:cubicBezTo>
                  <a:cubicBezTo>
                    <a:pt x="2566" y="1895"/>
                    <a:pt x="2719" y="1130"/>
                    <a:pt x="2336" y="555"/>
                  </a:cubicBezTo>
                  <a:cubicBezTo>
                    <a:pt x="2087" y="192"/>
                    <a:pt x="1704" y="0"/>
                    <a:pt x="13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0"/>
            <p:cNvSpPr/>
            <p:nvPr/>
          </p:nvSpPr>
          <p:spPr>
            <a:xfrm>
              <a:off x="8063012" y="3438321"/>
              <a:ext cx="283716" cy="226435"/>
            </a:xfrm>
            <a:custGeom>
              <a:rect b="b" l="l" r="r" t="t"/>
              <a:pathLst>
                <a:path extrusionOk="0" h="3285" w="4116">
                  <a:moveTo>
                    <a:pt x="2026" y="1"/>
                  </a:moveTo>
                  <a:cubicBezTo>
                    <a:pt x="1772" y="1"/>
                    <a:pt x="1487" y="99"/>
                    <a:pt x="1130" y="299"/>
                  </a:cubicBezTo>
                  <a:cubicBezTo>
                    <a:pt x="0" y="874"/>
                    <a:pt x="192" y="2788"/>
                    <a:pt x="249" y="3075"/>
                  </a:cubicBezTo>
                  <a:cubicBezTo>
                    <a:pt x="265" y="3195"/>
                    <a:pt x="708" y="3284"/>
                    <a:pt x="1267" y="3284"/>
                  </a:cubicBezTo>
                  <a:cubicBezTo>
                    <a:pt x="2048" y="3284"/>
                    <a:pt x="3055" y="3109"/>
                    <a:pt x="3446" y="2596"/>
                  </a:cubicBezTo>
                  <a:cubicBezTo>
                    <a:pt x="4116" y="1697"/>
                    <a:pt x="3522" y="1199"/>
                    <a:pt x="3522" y="1199"/>
                  </a:cubicBezTo>
                  <a:cubicBezTo>
                    <a:pt x="2930" y="414"/>
                    <a:pt x="2546" y="1"/>
                    <a:pt x="20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0"/>
            <p:cNvSpPr/>
            <p:nvPr/>
          </p:nvSpPr>
          <p:spPr>
            <a:xfrm>
              <a:off x="8154069" y="3473338"/>
              <a:ext cx="145167" cy="117112"/>
            </a:xfrm>
            <a:custGeom>
              <a:rect b="b" l="l" r="r" t="t"/>
              <a:pathLst>
                <a:path extrusionOk="0" h="1699" w="2106">
                  <a:moveTo>
                    <a:pt x="1029" y="0"/>
                  </a:moveTo>
                  <a:cubicBezTo>
                    <a:pt x="902" y="0"/>
                    <a:pt x="756" y="45"/>
                    <a:pt x="574" y="136"/>
                  </a:cubicBezTo>
                  <a:cubicBezTo>
                    <a:pt x="0" y="423"/>
                    <a:pt x="96" y="1418"/>
                    <a:pt x="115" y="1571"/>
                  </a:cubicBezTo>
                  <a:cubicBezTo>
                    <a:pt x="123" y="1645"/>
                    <a:pt x="367" y="1698"/>
                    <a:pt x="668" y="1698"/>
                  </a:cubicBezTo>
                  <a:cubicBezTo>
                    <a:pt x="1070" y="1698"/>
                    <a:pt x="1575" y="1604"/>
                    <a:pt x="1761" y="1342"/>
                  </a:cubicBezTo>
                  <a:cubicBezTo>
                    <a:pt x="2106" y="882"/>
                    <a:pt x="1799" y="614"/>
                    <a:pt x="1799" y="614"/>
                  </a:cubicBezTo>
                  <a:cubicBezTo>
                    <a:pt x="1498" y="209"/>
                    <a:pt x="1305" y="0"/>
                    <a:pt x="102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0"/>
            <p:cNvSpPr/>
            <p:nvPr/>
          </p:nvSpPr>
          <p:spPr>
            <a:xfrm>
              <a:off x="8490450" y="3334925"/>
              <a:ext cx="31777" cy="58108"/>
            </a:xfrm>
            <a:custGeom>
              <a:rect b="b" l="l" r="r" t="t"/>
              <a:pathLst>
                <a:path extrusionOk="0" h="843" w="461">
                  <a:moveTo>
                    <a:pt x="1" y="0"/>
                  </a:moveTo>
                  <a:lnTo>
                    <a:pt x="1" y="842"/>
                  </a:lnTo>
                  <a:cubicBezTo>
                    <a:pt x="460" y="402"/>
                    <a:pt x="1" y="0"/>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0"/>
            <p:cNvSpPr/>
            <p:nvPr/>
          </p:nvSpPr>
          <p:spPr>
            <a:xfrm>
              <a:off x="8479904" y="3327412"/>
              <a:ext cx="30467" cy="73548"/>
            </a:xfrm>
            <a:custGeom>
              <a:rect b="b" l="l" r="r" t="t"/>
              <a:pathLst>
                <a:path extrusionOk="0" h="1067" w="442">
                  <a:moveTo>
                    <a:pt x="125" y="1"/>
                  </a:moveTo>
                  <a:cubicBezTo>
                    <a:pt x="88" y="1"/>
                    <a:pt x="50" y="10"/>
                    <a:pt x="39" y="33"/>
                  </a:cubicBezTo>
                  <a:cubicBezTo>
                    <a:pt x="1" y="90"/>
                    <a:pt x="1" y="147"/>
                    <a:pt x="58" y="205"/>
                  </a:cubicBezTo>
                  <a:cubicBezTo>
                    <a:pt x="58" y="205"/>
                    <a:pt x="231" y="339"/>
                    <a:pt x="231" y="530"/>
                  </a:cubicBezTo>
                  <a:cubicBezTo>
                    <a:pt x="231" y="626"/>
                    <a:pt x="173" y="760"/>
                    <a:pt x="58" y="856"/>
                  </a:cubicBezTo>
                  <a:cubicBezTo>
                    <a:pt x="1" y="894"/>
                    <a:pt x="1" y="970"/>
                    <a:pt x="58" y="1009"/>
                  </a:cubicBezTo>
                  <a:cubicBezTo>
                    <a:pt x="77" y="1047"/>
                    <a:pt x="135" y="1066"/>
                    <a:pt x="154" y="1066"/>
                  </a:cubicBezTo>
                  <a:cubicBezTo>
                    <a:pt x="173" y="1066"/>
                    <a:pt x="192" y="1047"/>
                    <a:pt x="192" y="1009"/>
                  </a:cubicBezTo>
                  <a:cubicBezTo>
                    <a:pt x="364" y="875"/>
                    <a:pt x="441" y="703"/>
                    <a:pt x="441" y="511"/>
                  </a:cubicBezTo>
                  <a:cubicBezTo>
                    <a:pt x="441" y="224"/>
                    <a:pt x="192" y="13"/>
                    <a:pt x="192" y="13"/>
                  </a:cubicBezTo>
                  <a:cubicBezTo>
                    <a:pt x="176" y="6"/>
                    <a:pt x="151"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20"/>
          <p:cNvGrpSpPr/>
          <p:nvPr/>
        </p:nvGrpSpPr>
        <p:grpSpPr>
          <a:xfrm>
            <a:off x="253839" y="3084480"/>
            <a:ext cx="773154" cy="349422"/>
            <a:chOff x="6892614" y="3632855"/>
            <a:chExt cx="773154" cy="349422"/>
          </a:xfrm>
        </p:grpSpPr>
        <p:sp>
          <p:nvSpPr>
            <p:cNvPr id="560" name="Google Shape;560;p20"/>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0"/>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20"/>
          <p:cNvGrpSpPr/>
          <p:nvPr/>
        </p:nvGrpSpPr>
        <p:grpSpPr>
          <a:xfrm>
            <a:off x="-152836" y="3549180"/>
            <a:ext cx="773154" cy="349422"/>
            <a:chOff x="6892614" y="3632855"/>
            <a:chExt cx="773154" cy="349422"/>
          </a:xfrm>
        </p:grpSpPr>
        <p:sp>
          <p:nvSpPr>
            <p:cNvPr id="563" name="Google Shape;563;p20"/>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0"/>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8">
    <p:spTree>
      <p:nvGrpSpPr>
        <p:cNvPr id="565" name="Shape 565"/>
        <p:cNvGrpSpPr/>
        <p:nvPr/>
      </p:nvGrpSpPr>
      <p:grpSpPr>
        <a:xfrm>
          <a:off x="0" y="0"/>
          <a:ext cx="0" cy="0"/>
          <a:chOff x="0" y="0"/>
          <a:chExt cx="0" cy="0"/>
        </a:xfrm>
      </p:grpSpPr>
      <p:sp>
        <p:nvSpPr>
          <p:cNvPr id="566" name="Google Shape;566;p21"/>
          <p:cNvSpPr txBox="1"/>
          <p:nvPr>
            <p:ph type="title"/>
          </p:nvPr>
        </p:nvSpPr>
        <p:spPr>
          <a:xfrm>
            <a:off x="1329475" y="1248513"/>
            <a:ext cx="2739000" cy="16959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7" name="Google Shape;567;p21"/>
          <p:cNvSpPr txBox="1"/>
          <p:nvPr>
            <p:ph idx="1" type="subTitle"/>
          </p:nvPr>
        </p:nvSpPr>
        <p:spPr>
          <a:xfrm>
            <a:off x="1329475" y="3096688"/>
            <a:ext cx="3598200" cy="79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sz="1600">
                <a:latin typeface="Assistant"/>
                <a:ea typeface="Assistant"/>
                <a:cs typeface="Assistant"/>
                <a:sym typeface="Assistant"/>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grpSp>
        <p:nvGrpSpPr>
          <p:cNvPr id="568" name="Google Shape;568;p21"/>
          <p:cNvGrpSpPr/>
          <p:nvPr/>
        </p:nvGrpSpPr>
        <p:grpSpPr>
          <a:xfrm flipH="1">
            <a:off x="107756" y="324143"/>
            <a:ext cx="660189" cy="1695789"/>
            <a:chOff x="7985331" y="3006068"/>
            <a:chExt cx="660189" cy="1695789"/>
          </a:xfrm>
        </p:grpSpPr>
        <p:sp>
          <p:nvSpPr>
            <p:cNvPr id="569" name="Google Shape;569;p21"/>
            <p:cNvSpPr/>
            <p:nvPr/>
          </p:nvSpPr>
          <p:spPr>
            <a:xfrm>
              <a:off x="8082231" y="4117371"/>
              <a:ext cx="131785" cy="130282"/>
            </a:xfrm>
            <a:custGeom>
              <a:rect b="b" l="l" r="r" t="t"/>
              <a:pathLst>
                <a:path extrusionOk="0" h="1647" w="1666">
                  <a:moveTo>
                    <a:pt x="861" y="249"/>
                  </a:moveTo>
                  <a:cubicBezTo>
                    <a:pt x="995" y="249"/>
                    <a:pt x="1149" y="287"/>
                    <a:pt x="1263" y="441"/>
                  </a:cubicBezTo>
                  <a:cubicBezTo>
                    <a:pt x="1378" y="536"/>
                    <a:pt x="1436" y="670"/>
                    <a:pt x="1436" y="843"/>
                  </a:cubicBezTo>
                  <a:cubicBezTo>
                    <a:pt x="1436" y="1149"/>
                    <a:pt x="1149" y="1417"/>
                    <a:pt x="823" y="1417"/>
                  </a:cubicBezTo>
                  <a:cubicBezTo>
                    <a:pt x="517" y="1417"/>
                    <a:pt x="249" y="1149"/>
                    <a:pt x="249" y="823"/>
                  </a:cubicBezTo>
                  <a:cubicBezTo>
                    <a:pt x="249" y="498"/>
                    <a:pt x="517" y="249"/>
                    <a:pt x="861" y="249"/>
                  </a:cubicBezTo>
                  <a:close/>
                  <a:moveTo>
                    <a:pt x="823" y="0"/>
                  </a:moveTo>
                  <a:cubicBezTo>
                    <a:pt x="383" y="0"/>
                    <a:pt x="0" y="364"/>
                    <a:pt x="0" y="823"/>
                  </a:cubicBezTo>
                  <a:cubicBezTo>
                    <a:pt x="0" y="1264"/>
                    <a:pt x="383" y="1646"/>
                    <a:pt x="823" y="1646"/>
                  </a:cubicBezTo>
                  <a:cubicBezTo>
                    <a:pt x="1283" y="1646"/>
                    <a:pt x="1665" y="1302"/>
                    <a:pt x="1665" y="823"/>
                  </a:cubicBezTo>
                  <a:cubicBezTo>
                    <a:pt x="1665" y="594"/>
                    <a:pt x="1570" y="402"/>
                    <a:pt x="1436" y="249"/>
                  </a:cubicBezTo>
                  <a:cubicBezTo>
                    <a:pt x="1263" y="96"/>
                    <a:pt x="1053" y="0"/>
                    <a:pt x="8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1"/>
            <p:cNvSpPr/>
            <p:nvPr/>
          </p:nvSpPr>
          <p:spPr>
            <a:xfrm>
              <a:off x="8048850" y="4489783"/>
              <a:ext cx="210571" cy="212074"/>
            </a:xfrm>
            <a:custGeom>
              <a:rect b="b" l="l" r="r" t="t"/>
              <a:pathLst>
                <a:path extrusionOk="0" h="2681" w="2662">
                  <a:moveTo>
                    <a:pt x="1417" y="345"/>
                  </a:moveTo>
                  <a:cubicBezTo>
                    <a:pt x="1437" y="441"/>
                    <a:pt x="1494" y="613"/>
                    <a:pt x="1513" y="690"/>
                  </a:cubicBezTo>
                  <a:cubicBezTo>
                    <a:pt x="1590" y="996"/>
                    <a:pt x="1609" y="1035"/>
                    <a:pt x="1628" y="1092"/>
                  </a:cubicBezTo>
                  <a:cubicBezTo>
                    <a:pt x="1685" y="1130"/>
                    <a:pt x="1724" y="1149"/>
                    <a:pt x="1992" y="1245"/>
                  </a:cubicBezTo>
                  <a:cubicBezTo>
                    <a:pt x="2087" y="1283"/>
                    <a:pt x="2240" y="1322"/>
                    <a:pt x="2336" y="1379"/>
                  </a:cubicBezTo>
                  <a:cubicBezTo>
                    <a:pt x="2183" y="1437"/>
                    <a:pt x="1953" y="1532"/>
                    <a:pt x="1724" y="1609"/>
                  </a:cubicBezTo>
                  <a:lnTo>
                    <a:pt x="1666" y="1685"/>
                  </a:lnTo>
                  <a:cubicBezTo>
                    <a:pt x="1571" y="1915"/>
                    <a:pt x="1437" y="2183"/>
                    <a:pt x="1341" y="2355"/>
                  </a:cubicBezTo>
                  <a:cubicBezTo>
                    <a:pt x="1283" y="2183"/>
                    <a:pt x="1207" y="1896"/>
                    <a:pt x="1130" y="1628"/>
                  </a:cubicBezTo>
                  <a:cubicBezTo>
                    <a:pt x="1111" y="1590"/>
                    <a:pt x="1092" y="1532"/>
                    <a:pt x="1035" y="1532"/>
                  </a:cubicBezTo>
                  <a:cubicBezTo>
                    <a:pt x="805" y="1494"/>
                    <a:pt x="518" y="1437"/>
                    <a:pt x="346" y="1398"/>
                  </a:cubicBezTo>
                  <a:cubicBezTo>
                    <a:pt x="518" y="1303"/>
                    <a:pt x="824" y="1149"/>
                    <a:pt x="1092" y="1035"/>
                  </a:cubicBezTo>
                  <a:cubicBezTo>
                    <a:pt x="1111" y="1015"/>
                    <a:pt x="1149" y="977"/>
                    <a:pt x="1149" y="958"/>
                  </a:cubicBezTo>
                  <a:cubicBezTo>
                    <a:pt x="1226" y="747"/>
                    <a:pt x="1341" y="479"/>
                    <a:pt x="1417" y="345"/>
                  </a:cubicBezTo>
                  <a:close/>
                  <a:moveTo>
                    <a:pt x="1437" y="1"/>
                  </a:moveTo>
                  <a:cubicBezTo>
                    <a:pt x="1379" y="1"/>
                    <a:pt x="1245" y="1"/>
                    <a:pt x="939" y="843"/>
                  </a:cubicBezTo>
                  <a:cubicBezTo>
                    <a:pt x="58" y="1207"/>
                    <a:pt x="39" y="1322"/>
                    <a:pt x="1" y="1379"/>
                  </a:cubicBezTo>
                  <a:cubicBezTo>
                    <a:pt x="1" y="1398"/>
                    <a:pt x="1" y="1475"/>
                    <a:pt x="39" y="1494"/>
                  </a:cubicBezTo>
                  <a:cubicBezTo>
                    <a:pt x="58" y="1513"/>
                    <a:pt x="135" y="1609"/>
                    <a:pt x="920" y="1762"/>
                  </a:cubicBezTo>
                  <a:cubicBezTo>
                    <a:pt x="1149" y="2681"/>
                    <a:pt x="1226" y="2681"/>
                    <a:pt x="1322" y="2681"/>
                  </a:cubicBezTo>
                  <a:cubicBezTo>
                    <a:pt x="1398" y="2681"/>
                    <a:pt x="1494" y="2681"/>
                    <a:pt x="1858" y="1819"/>
                  </a:cubicBezTo>
                  <a:cubicBezTo>
                    <a:pt x="2068" y="1762"/>
                    <a:pt x="2528" y="1590"/>
                    <a:pt x="2623" y="1494"/>
                  </a:cubicBezTo>
                  <a:cubicBezTo>
                    <a:pt x="2642" y="1475"/>
                    <a:pt x="2662" y="1417"/>
                    <a:pt x="2662" y="1379"/>
                  </a:cubicBezTo>
                  <a:cubicBezTo>
                    <a:pt x="2642" y="1245"/>
                    <a:pt x="2528" y="1207"/>
                    <a:pt x="2068" y="1035"/>
                  </a:cubicBezTo>
                  <a:cubicBezTo>
                    <a:pt x="1972" y="996"/>
                    <a:pt x="1877" y="958"/>
                    <a:pt x="1819" y="939"/>
                  </a:cubicBezTo>
                  <a:cubicBezTo>
                    <a:pt x="1800" y="862"/>
                    <a:pt x="1781" y="747"/>
                    <a:pt x="1762" y="652"/>
                  </a:cubicBezTo>
                  <a:cubicBezTo>
                    <a:pt x="1685" y="345"/>
                    <a:pt x="1609" y="135"/>
                    <a:pt x="1571" y="58"/>
                  </a:cubicBezTo>
                  <a:cubicBezTo>
                    <a:pt x="1532" y="39"/>
                    <a:pt x="1494" y="1"/>
                    <a:pt x="14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1"/>
            <p:cNvSpPr/>
            <p:nvPr/>
          </p:nvSpPr>
          <p:spPr>
            <a:xfrm>
              <a:off x="7985331" y="3006068"/>
              <a:ext cx="660189" cy="585991"/>
            </a:xfrm>
            <a:custGeom>
              <a:rect b="b" l="l" r="r" t="t"/>
              <a:pathLst>
                <a:path extrusionOk="0" h="7408" w="8346">
                  <a:moveTo>
                    <a:pt x="2431" y="0"/>
                  </a:moveTo>
                  <a:cubicBezTo>
                    <a:pt x="1455" y="0"/>
                    <a:pt x="593" y="287"/>
                    <a:pt x="555" y="287"/>
                  </a:cubicBezTo>
                  <a:cubicBezTo>
                    <a:pt x="268" y="383"/>
                    <a:pt x="77" y="651"/>
                    <a:pt x="38" y="938"/>
                  </a:cubicBezTo>
                  <a:lnTo>
                    <a:pt x="38" y="1359"/>
                  </a:lnTo>
                  <a:cubicBezTo>
                    <a:pt x="19" y="1474"/>
                    <a:pt x="0" y="1570"/>
                    <a:pt x="0" y="1665"/>
                  </a:cubicBezTo>
                  <a:cubicBezTo>
                    <a:pt x="0" y="1819"/>
                    <a:pt x="19" y="1991"/>
                    <a:pt x="115" y="2163"/>
                  </a:cubicBezTo>
                  <a:cubicBezTo>
                    <a:pt x="268" y="3063"/>
                    <a:pt x="613" y="3828"/>
                    <a:pt x="1129" y="4403"/>
                  </a:cubicBezTo>
                  <a:cubicBezTo>
                    <a:pt x="1627" y="4977"/>
                    <a:pt x="2412" y="5302"/>
                    <a:pt x="3388" y="5302"/>
                  </a:cubicBezTo>
                  <a:cubicBezTo>
                    <a:pt x="3637" y="5302"/>
                    <a:pt x="3847" y="5264"/>
                    <a:pt x="4058" y="5245"/>
                  </a:cubicBezTo>
                  <a:cubicBezTo>
                    <a:pt x="4058" y="5991"/>
                    <a:pt x="4307" y="6776"/>
                    <a:pt x="5053" y="7274"/>
                  </a:cubicBezTo>
                  <a:cubicBezTo>
                    <a:pt x="5168" y="7350"/>
                    <a:pt x="5302" y="7408"/>
                    <a:pt x="5455" y="7408"/>
                  </a:cubicBezTo>
                  <a:cubicBezTo>
                    <a:pt x="5493" y="7408"/>
                    <a:pt x="5570" y="7408"/>
                    <a:pt x="5647" y="7350"/>
                  </a:cubicBezTo>
                  <a:cubicBezTo>
                    <a:pt x="5838" y="7293"/>
                    <a:pt x="6010" y="7159"/>
                    <a:pt x="6106" y="6987"/>
                  </a:cubicBezTo>
                  <a:cubicBezTo>
                    <a:pt x="6240" y="6757"/>
                    <a:pt x="6699" y="5819"/>
                    <a:pt x="6642" y="4958"/>
                  </a:cubicBezTo>
                  <a:cubicBezTo>
                    <a:pt x="7082" y="4785"/>
                    <a:pt x="7637" y="4422"/>
                    <a:pt x="8173" y="3733"/>
                  </a:cubicBezTo>
                  <a:cubicBezTo>
                    <a:pt x="8307" y="3599"/>
                    <a:pt x="8345" y="3445"/>
                    <a:pt x="8345" y="3273"/>
                  </a:cubicBezTo>
                  <a:cubicBezTo>
                    <a:pt x="8345" y="2642"/>
                    <a:pt x="7465" y="2316"/>
                    <a:pt x="6891" y="2316"/>
                  </a:cubicBezTo>
                  <a:cubicBezTo>
                    <a:pt x="6527" y="2316"/>
                    <a:pt x="6163" y="2393"/>
                    <a:pt x="5819" y="2565"/>
                  </a:cubicBezTo>
                  <a:cubicBezTo>
                    <a:pt x="5647" y="2106"/>
                    <a:pt x="5379" y="1531"/>
                    <a:pt x="4881" y="957"/>
                  </a:cubicBezTo>
                  <a:cubicBezTo>
                    <a:pt x="4345" y="345"/>
                    <a:pt x="3522" y="0"/>
                    <a:pt x="2431" y="0"/>
                  </a:cubicBezTo>
                  <a:close/>
                </a:path>
              </a:pathLst>
            </a:custGeom>
            <a:solidFill>
              <a:schemeClr val="lt1"/>
            </a:solidFill>
            <a:ln>
              <a:noFill/>
            </a:ln>
            <a:effectLst>
              <a:outerShdw blurRad="71438" rotWithShape="0" algn="bl" dir="504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1"/>
            <p:cNvSpPr/>
            <p:nvPr/>
          </p:nvSpPr>
          <p:spPr>
            <a:xfrm>
              <a:off x="8041335" y="3063971"/>
              <a:ext cx="545095" cy="470581"/>
            </a:xfrm>
            <a:custGeom>
              <a:rect b="b" l="l" r="r" t="t"/>
              <a:pathLst>
                <a:path extrusionOk="0" h="5949" w="6891">
                  <a:moveTo>
                    <a:pt x="1740" y="0"/>
                  </a:moveTo>
                  <a:cubicBezTo>
                    <a:pt x="854" y="0"/>
                    <a:pt x="58" y="263"/>
                    <a:pt x="58" y="263"/>
                  </a:cubicBezTo>
                  <a:cubicBezTo>
                    <a:pt x="58" y="263"/>
                    <a:pt x="39" y="474"/>
                    <a:pt x="58" y="838"/>
                  </a:cubicBezTo>
                  <a:cubicBezTo>
                    <a:pt x="0" y="857"/>
                    <a:pt x="0" y="876"/>
                    <a:pt x="0" y="933"/>
                  </a:cubicBezTo>
                  <a:cubicBezTo>
                    <a:pt x="0" y="991"/>
                    <a:pt x="39" y="1067"/>
                    <a:pt x="96" y="1163"/>
                  </a:cubicBezTo>
                  <a:cubicBezTo>
                    <a:pt x="192" y="1756"/>
                    <a:pt x="421" y="2580"/>
                    <a:pt x="957" y="3192"/>
                  </a:cubicBezTo>
                  <a:cubicBezTo>
                    <a:pt x="1411" y="3704"/>
                    <a:pt x="2093" y="3848"/>
                    <a:pt x="2716" y="3848"/>
                  </a:cubicBezTo>
                  <a:cubicBezTo>
                    <a:pt x="3512" y="3848"/>
                    <a:pt x="4211" y="3613"/>
                    <a:pt x="4211" y="3613"/>
                  </a:cubicBezTo>
                  <a:lnTo>
                    <a:pt x="4211" y="3613"/>
                  </a:lnTo>
                  <a:cubicBezTo>
                    <a:pt x="4211" y="3613"/>
                    <a:pt x="3694" y="5259"/>
                    <a:pt x="4747" y="5948"/>
                  </a:cubicBezTo>
                  <a:cubicBezTo>
                    <a:pt x="4747" y="5948"/>
                    <a:pt x="5608" y="4321"/>
                    <a:pt x="4977" y="3709"/>
                  </a:cubicBezTo>
                  <a:lnTo>
                    <a:pt x="4977" y="3709"/>
                  </a:lnTo>
                  <a:cubicBezTo>
                    <a:pt x="4977" y="3709"/>
                    <a:pt x="5010" y="3714"/>
                    <a:pt x="5072" y="3714"/>
                  </a:cubicBezTo>
                  <a:cubicBezTo>
                    <a:pt x="5328" y="3714"/>
                    <a:pt x="6072" y="3615"/>
                    <a:pt x="6891" y="2580"/>
                  </a:cubicBezTo>
                  <a:cubicBezTo>
                    <a:pt x="6891" y="2559"/>
                    <a:pt x="6645" y="2326"/>
                    <a:pt x="6174" y="2326"/>
                  </a:cubicBezTo>
                  <a:cubicBezTo>
                    <a:pt x="5785" y="2326"/>
                    <a:pt x="5241" y="2486"/>
                    <a:pt x="4556" y="3058"/>
                  </a:cubicBezTo>
                  <a:cubicBezTo>
                    <a:pt x="4556" y="3058"/>
                    <a:pt x="4690" y="1967"/>
                    <a:pt x="3618" y="704"/>
                  </a:cubicBezTo>
                  <a:cubicBezTo>
                    <a:pt x="3152" y="155"/>
                    <a:pt x="2420" y="0"/>
                    <a:pt x="17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1"/>
            <p:cNvSpPr/>
            <p:nvPr/>
          </p:nvSpPr>
          <p:spPr>
            <a:xfrm>
              <a:off x="8288134" y="3898734"/>
              <a:ext cx="36387" cy="52129"/>
            </a:xfrm>
            <a:custGeom>
              <a:rect b="b" l="l" r="r" t="t"/>
              <a:pathLst>
                <a:path extrusionOk="0" h="659" w="460">
                  <a:moveTo>
                    <a:pt x="326" y="1"/>
                  </a:moveTo>
                  <a:cubicBezTo>
                    <a:pt x="272" y="1"/>
                    <a:pt x="225" y="22"/>
                    <a:pt x="211" y="66"/>
                  </a:cubicBezTo>
                  <a:cubicBezTo>
                    <a:pt x="134" y="200"/>
                    <a:pt x="77" y="353"/>
                    <a:pt x="19" y="506"/>
                  </a:cubicBezTo>
                  <a:cubicBezTo>
                    <a:pt x="0" y="563"/>
                    <a:pt x="19" y="640"/>
                    <a:pt x="96" y="659"/>
                  </a:cubicBezTo>
                  <a:cubicBezTo>
                    <a:pt x="153" y="659"/>
                    <a:pt x="211" y="601"/>
                    <a:pt x="268" y="601"/>
                  </a:cubicBezTo>
                  <a:cubicBezTo>
                    <a:pt x="306" y="468"/>
                    <a:pt x="364" y="314"/>
                    <a:pt x="421" y="180"/>
                  </a:cubicBezTo>
                  <a:cubicBezTo>
                    <a:pt x="460" y="104"/>
                    <a:pt x="421" y="27"/>
                    <a:pt x="383" y="8"/>
                  </a:cubicBezTo>
                  <a:cubicBezTo>
                    <a:pt x="364" y="3"/>
                    <a:pt x="345" y="1"/>
                    <a:pt x="3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1"/>
            <p:cNvSpPr/>
            <p:nvPr/>
          </p:nvSpPr>
          <p:spPr>
            <a:xfrm>
              <a:off x="8312339" y="4111597"/>
              <a:ext cx="45484" cy="49755"/>
            </a:xfrm>
            <a:custGeom>
              <a:rect b="b" l="l" r="r" t="t"/>
              <a:pathLst>
                <a:path extrusionOk="0" h="629" w="575">
                  <a:moveTo>
                    <a:pt x="140" y="0"/>
                  </a:moveTo>
                  <a:cubicBezTo>
                    <a:pt x="116" y="0"/>
                    <a:pt x="93" y="11"/>
                    <a:pt x="77" y="35"/>
                  </a:cubicBezTo>
                  <a:cubicBezTo>
                    <a:pt x="20" y="73"/>
                    <a:pt x="0" y="150"/>
                    <a:pt x="58" y="188"/>
                  </a:cubicBezTo>
                  <a:cubicBezTo>
                    <a:pt x="154" y="341"/>
                    <a:pt x="249" y="456"/>
                    <a:pt x="364" y="571"/>
                  </a:cubicBezTo>
                  <a:cubicBezTo>
                    <a:pt x="383" y="628"/>
                    <a:pt x="422" y="628"/>
                    <a:pt x="460" y="628"/>
                  </a:cubicBezTo>
                  <a:cubicBezTo>
                    <a:pt x="479" y="628"/>
                    <a:pt x="517" y="628"/>
                    <a:pt x="517" y="571"/>
                  </a:cubicBezTo>
                  <a:cubicBezTo>
                    <a:pt x="575" y="533"/>
                    <a:pt x="575" y="456"/>
                    <a:pt x="517" y="418"/>
                  </a:cubicBezTo>
                  <a:cubicBezTo>
                    <a:pt x="402" y="284"/>
                    <a:pt x="307" y="169"/>
                    <a:pt x="230" y="54"/>
                  </a:cubicBezTo>
                  <a:cubicBezTo>
                    <a:pt x="208" y="21"/>
                    <a:pt x="173"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a:off x="8344138" y="4468584"/>
              <a:ext cx="27290" cy="57666"/>
            </a:xfrm>
            <a:custGeom>
              <a:rect b="b" l="l" r="r" t="t"/>
              <a:pathLst>
                <a:path extrusionOk="0" h="729" w="345">
                  <a:moveTo>
                    <a:pt x="134" y="1"/>
                  </a:moveTo>
                  <a:cubicBezTo>
                    <a:pt x="58" y="1"/>
                    <a:pt x="0" y="58"/>
                    <a:pt x="0" y="135"/>
                  </a:cubicBezTo>
                  <a:cubicBezTo>
                    <a:pt x="39" y="192"/>
                    <a:pt x="39" y="250"/>
                    <a:pt x="39" y="326"/>
                  </a:cubicBezTo>
                  <a:cubicBezTo>
                    <a:pt x="39" y="441"/>
                    <a:pt x="58" y="537"/>
                    <a:pt x="77" y="633"/>
                  </a:cubicBezTo>
                  <a:cubicBezTo>
                    <a:pt x="96" y="690"/>
                    <a:pt x="154" y="728"/>
                    <a:pt x="192" y="728"/>
                  </a:cubicBezTo>
                  <a:lnTo>
                    <a:pt x="230" y="728"/>
                  </a:lnTo>
                  <a:cubicBezTo>
                    <a:pt x="288" y="709"/>
                    <a:pt x="345" y="652"/>
                    <a:pt x="326" y="575"/>
                  </a:cubicBezTo>
                  <a:cubicBezTo>
                    <a:pt x="288" y="480"/>
                    <a:pt x="268" y="403"/>
                    <a:pt x="268" y="288"/>
                  </a:cubicBezTo>
                  <a:cubicBezTo>
                    <a:pt x="249" y="250"/>
                    <a:pt x="249" y="173"/>
                    <a:pt x="249" y="135"/>
                  </a:cubicBezTo>
                  <a:cubicBezTo>
                    <a:pt x="249" y="58"/>
                    <a:pt x="192" y="1"/>
                    <a:pt x="1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1"/>
            <p:cNvSpPr/>
            <p:nvPr/>
          </p:nvSpPr>
          <p:spPr>
            <a:xfrm>
              <a:off x="8280540" y="3967157"/>
              <a:ext cx="21279" cy="57903"/>
            </a:xfrm>
            <a:custGeom>
              <a:rect b="b" l="l" r="r" t="t"/>
              <a:pathLst>
                <a:path extrusionOk="0" h="732" w="269">
                  <a:moveTo>
                    <a:pt x="117" y="1"/>
                  </a:moveTo>
                  <a:cubicBezTo>
                    <a:pt x="77" y="1"/>
                    <a:pt x="20" y="50"/>
                    <a:pt x="20" y="100"/>
                  </a:cubicBezTo>
                  <a:cubicBezTo>
                    <a:pt x="1" y="196"/>
                    <a:pt x="1" y="292"/>
                    <a:pt x="1" y="387"/>
                  </a:cubicBezTo>
                  <a:lnTo>
                    <a:pt x="1" y="617"/>
                  </a:lnTo>
                  <a:cubicBezTo>
                    <a:pt x="1" y="674"/>
                    <a:pt x="39" y="732"/>
                    <a:pt x="115" y="732"/>
                  </a:cubicBezTo>
                  <a:cubicBezTo>
                    <a:pt x="192" y="732"/>
                    <a:pt x="230" y="674"/>
                    <a:pt x="211" y="579"/>
                  </a:cubicBezTo>
                  <a:lnTo>
                    <a:pt x="211" y="387"/>
                  </a:lnTo>
                  <a:cubicBezTo>
                    <a:pt x="211" y="292"/>
                    <a:pt x="230" y="234"/>
                    <a:pt x="230" y="138"/>
                  </a:cubicBezTo>
                  <a:cubicBezTo>
                    <a:pt x="268" y="81"/>
                    <a:pt x="211" y="4"/>
                    <a:pt x="134" y="4"/>
                  </a:cubicBezTo>
                  <a:cubicBezTo>
                    <a:pt x="129" y="2"/>
                    <a:pt x="124" y="1"/>
                    <a:pt x="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1"/>
            <p:cNvSpPr/>
            <p:nvPr/>
          </p:nvSpPr>
          <p:spPr>
            <a:xfrm>
              <a:off x="8268437" y="3722178"/>
              <a:ext cx="21279" cy="56084"/>
            </a:xfrm>
            <a:custGeom>
              <a:rect b="b" l="l" r="r" t="t"/>
              <a:pathLst>
                <a:path extrusionOk="0" h="709" w="269">
                  <a:moveTo>
                    <a:pt x="134" y="1"/>
                  </a:moveTo>
                  <a:cubicBezTo>
                    <a:pt x="77" y="1"/>
                    <a:pt x="0" y="39"/>
                    <a:pt x="0" y="116"/>
                  </a:cubicBezTo>
                  <a:lnTo>
                    <a:pt x="0" y="269"/>
                  </a:lnTo>
                  <a:cubicBezTo>
                    <a:pt x="0" y="383"/>
                    <a:pt x="0" y="498"/>
                    <a:pt x="39" y="613"/>
                  </a:cubicBezTo>
                  <a:cubicBezTo>
                    <a:pt x="58" y="671"/>
                    <a:pt x="96" y="709"/>
                    <a:pt x="154" y="709"/>
                  </a:cubicBezTo>
                  <a:cubicBezTo>
                    <a:pt x="249" y="709"/>
                    <a:pt x="268" y="651"/>
                    <a:pt x="268" y="575"/>
                  </a:cubicBezTo>
                  <a:cubicBezTo>
                    <a:pt x="249" y="479"/>
                    <a:pt x="249" y="364"/>
                    <a:pt x="249" y="269"/>
                  </a:cubicBezTo>
                  <a:lnTo>
                    <a:pt x="249" y="116"/>
                  </a:lnTo>
                  <a:cubicBezTo>
                    <a:pt x="249" y="77"/>
                    <a:pt x="192" y="1"/>
                    <a:pt x="1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1"/>
            <p:cNvSpPr/>
            <p:nvPr/>
          </p:nvSpPr>
          <p:spPr>
            <a:xfrm>
              <a:off x="8283546" y="4042857"/>
              <a:ext cx="34963" cy="57903"/>
            </a:xfrm>
            <a:custGeom>
              <a:rect b="b" l="l" r="r" t="t"/>
              <a:pathLst>
                <a:path extrusionOk="0" h="732" w="442">
                  <a:moveTo>
                    <a:pt x="158" y="1"/>
                  </a:moveTo>
                  <a:cubicBezTo>
                    <a:pt x="150" y="1"/>
                    <a:pt x="142" y="2"/>
                    <a:pt x="135" y="4"/>
                  </a:cubicBezTo>
                  <a:cubicBezTo>
                    <a:pt x="58" y="43"/>
                    <a:pt x="1" y="81"/>
                    <a:pt x="39" y="158"/>
                  </a:cubicBezTo>
                  <a:cubicBezTo>
                    <a:pt x="39" y="215"/>
                    <a:pt x="58" y="272"/>
                    <a:pt x="77" y="349"/>
                  </a:cubicBezTo>
                  <a:cubicBezTo>
                    <a:pt x="96" y="445"/>
                    <a:pt x="135" y="540"/>
                    <a:pt x="173" y="636"/>
                  </a:cubicBezTo>
                  <a:cubicBezTo>
                    <a:pt x="192" y="674"/>
                    <a:pt x="250" y="694"/>
                    <a:pt x="288" y="694"/>
                  </a:cubicBezTo>
                  <a:cubicBezTo>
                    <a:pt x="326" y="713"/>
                    <a:pt x="345" y="713"/>
                    <a:pt x="345" y="732"/>
                  </a:cubicBezTo>
                  <a:cubicBezTo>
                    <a:pt x="422" y="674"/>
                    <a:pt x="441" y="636"/>
                    <a:pt x="422" y="560"/>
                  </a:cubicBezTo>
                  <a:cubicBezTo>
                    <a:pt x="364" y="464"/>
                    <a:pt x="345" y="387"/>
                    <a:pt x="326" y="292"/>
                  </a:cubicBezTo>
                  <a:cubicBezTo>
                    <a:pt x="288" y="215"/>
                    <a:pt x="288" y="158"/>
                    <a:pt x="269" y="100"/>
                  </a:cubicBezTo>
                  <a:cubicBezTo>
                    <a:pt x="252" y="50"/>
                    <a:pt x="207" y="1"/>
                    <a:pt x="1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1"/>
            <p:cNvSpPr/>
            <p:nvPr/>
          </p:nvSpPr>
          <p:spPr>
            <a:xfrm>
              <a:off x="8321436" y="3838379"/>
              <a:ext cx="68186" cy="48885"/>
            </a:xfrm>
            <a:custGeom>
              <a:rect b="b" l="l" r="r" t="t"/>
              <a:pathLst>
                <a:path extrusionOk="0" h="618" w="862">
                  <a:moveTo>
                    <a:pt x="498" y="1"/>
                  </a:moveTo>
                  <a:cubicBezTo>
                    <a:pt x="469" y="1"/>
                    <a:pt x="441" y="15"/>
                    <a:pt x="421" y="44"/>
                  </a:cubicBezTo>
                  <a:cubicBezTo>
                    <a:pt x="345" y="82"/>
                    <a:pt x="287" y="139"/>
                    <a:pt x="249" y="178"/>
                  </a:cubicBezTo>
                  <a:cubicBezTo>
                    <a:pt x="211" y="178"/>
                    <a:pt x="192" y="197"/>
                    <a:pt x="173" y="235"/>
                  </a:cubicBezTo>
                  <a:cubicBezTo>
                    <a:pt x="153" y="254"/>
                    <a:pt x="153" y="254"/>
                    <a:pt x="153" y="273"/>
                  </a:cubicBezTo>
                  <a:cubicBezTo>
                    <a:pt x="134" y="331"/>
                    <a:pt x="77" y="350"/>
                    <a:pt x="58" y="388"/>
                  </a:cubicBezTo>
                  <a:cubicBezTo>
                    <a:pt x="0" y="446"/>
                    <a:pt x="39" y="522"/>
                    <a:pt x="77" y="561"/>
                  </a:cubicBezTo>
                  <a:cubicBezTo>
                    <a:pt x="98" y="582"/>
                    <a:pt x="119" y="590"/>
                    <a:pt x="140" y="590"/>
                  </a:cubicBezTo>
                  <a:cubicBezTo>
                    <a:pt x="176" y="590"/>
                    <a:pt x="213" y="566"/>
                    <a:pt x="249" y="541"/>
                  </a:cubicBezTo>
                  <a:lnTo>
                    <a:pt x="326" y="465"/>
                  </a:lnTo>
                  <a:lnTo>
                    <a:pt x="670" y="618"/>
                  </a:lnTo>
                  <a:lnTo>
                    <a:pt x="709" y="618"/>
                  </a:lnTo>
                  <a:cubicBezTo>
                    <a:pt x="747" y="618"/>
                    <a:pt x="804" y="580"/>
                    <a:pt x="842" y="522"/>
                  </a:cubicBezTo>
                  <a:cubicBezTo>
                    <a:pt x="862" y="465"/>
                    <a:pt x="842" y="388"/>
                    <a:pt x="766" y="369"/>
                  </a:cubicBezTo>
                  <a:cubicBezTo>
                    <a:pt x="670" y="350"/>
                    <a:pt x="575" y="331"/>
                    <a:pt x="517" y="273"/>
                  </a:cubicBezTo>
                  <a:lnTo>
                    <a:pt x="575" y="197"/>
                  </a:lnTo>
                  <a:cubicBezTo>
                    <a:pt x="632" y="159"/>
                    <a:pt x="632" y="82"/>
                    <a:pt x="575" y="44"/>
                  </a:cubicBezTo>
                  <a:cubicBezTo>
                    <a:pt x="555" y="15"/>
                    <a:pt x="527" y="1"/>
                    <a:pt x="4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1"/>
            <p:cNvSpPr/>
            <p:nvPr/>
          </p:nvSpPr>
          <p:spPr>
            <a:xfrm>
              <a:off x="8282043" y="3794319"/>
              <a:ext cx="42478" cy="52129"/>
            </a:xfrm>
            <a:custGeom>
              <a:rect b="b" l="l" r="r" t="t"/>
              <a:pathLst>
                <a:path extrusionOk="0" h="659" w="537">
                  <a:moveTo>
                    <a:pt x="112" y="0"/>
                  </a:moveTo>
                  <a:cubicBezTo>
                    <a:pt x="99" y="0"/>
                    <a:pt x="87" y="3"/>
                    <a:pt x="77" y="7"/>
                  </a:cubicBezTo>
                  <a:cubicBezTo>
                    <a:pt x="20" y="65"/>
                    <a:pt x="1" y="141"/>
                    <a:pt x="20" y="180"/>
                  </a:cubicBezTo>
                  <a:cubicBezTo>
                    <a:pt x="96" y="314"/>
                    <a:pt x="173" y="429"/>
                    <a:pt x="269" y="543"/>
                  </a:cubicBezTo>
                  <a:cubicBezTo>
                    <a:pt x="269" y="563"/>
                    <a:pt x="288" y="601"/>
                    <a:pt x="307" y="620"/>
                  </a:cubicBezTo>
                  <a:cubicBezTo>
                    <a:pt x="345" y="639"/>
                    <a:pt x="383" y="658"/>
                    <a:pt x="403" y="658"/>
                  </a:cubicBezTo>
                  <a:cubicBezTo>
                    <a:pt x="441" y="658"/>
                    <a:pt x="460" y="639"/>
                    <a:pt x="479" y="601"/>
                  </a:cubicBezTo>
                  <a:cubicBezTo>
                    <a:pt x="537" y="543"/>
                    <a:pt x="537" y="467"/>
                    <a:pt x="479" y="429"/>
                  </a:cubicBezTo>
                  <a:cubicBezTo>
                    <a:pt x="460" y="429"/>
                    <a:pt x="460" y="390"/>
                    <a:pt x="441" y="371"/>
                  </a:cubicBezTo>
                  <a:cubicBezTo>
                    <a:pt x="364" y="275"/>
                    <a:pt x="288" y="161"/>
                    <a:pt x="249" y="65"/>
                  </a:cubicBezTo>
                  <a:cubicBezTo>
                    <a:pt x="206" y="22"/>
                    <a:pt x="153" y="0"/>
                    <a:pt x="1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1"/>
            <p:cNvSpPr/>
            <p:nvPr/>
          </p:nvSpPr>
          <p:spPr>
            <a:xfrm>
              <a:off x="8274449" y="3651777"/>
              <a:ext cx="36466" cy="53869"/>
            </a:xfrm>
            <a:custGeom>
              <a:rect b="b" l="l" r="r" t="t"/>
              <a:pathLst>
                <a:path extrusionOk="0" h="681" w="461">
                  <a:moveTo>
                    <a:pt x="287" y="1"/>
                  </a:moveTo>
                  <a:cubicBezTo>
                    <a:pt x="242" y="1"/>
                    <a:pt x="205" y="30"/>
                    <a:pt x="192" y="68"/>
                  </a:cubicBezTo>
                  <a:cubicBezTo>
                    <a:pt x="116" y="221"/>
                    <a:pt x="78" y="374"/>
                    <a:pt x="20" y="527"/>
                  </a:cubicBezTo>
                  <a:cubicBezTo>
                    <a:pt x="1" y="584"/>
                    <a:pt x="20" y="642"/>
                    <a:pt x="97" y="680"/>
                  </a:cubicBezTo>
                  <a:lnTo>
                    <a:pt x="116" y="680"/>
                  </a:lnTo>
                  <a:cubicBezTo>
                    <a:pt x="192" y="680"/>
                    <a:pt x="250" y="623"/>
                    <a:pt x="250" y="623"/>
                  </a:cubicBezTo>
                  <a:cubicBezTo>
                    <a:pt x="288" y="470"/>
                    <a:pt x="326" y="336"/>
                    <a:pt x="403" y="202"/>
                  </a:cubicBezTo>
                  <a:cubicBezTo>
                    <a:pt x="460" y="125"/>
                    <a:pt x="441" y="49"/>
                    <a:pt x="365" y="29"/>
                  </a:cubicBezTo>
                  <a:cubicBezTo>
                    <a:pt x="338" y="9"/>
                    <a:pt x="311" y="1"/>
                    <a:pt x="2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1"/>
            <p:cNvSpPr/>
            <p:nvPr/>
          </p:nvSpPr>
          <p:spPr>
            <a:xfrm>
              <a:off x="8304745" y="3584936"/>
              <a:ext cx="42478" cy="49518"/>
            </a:xfrm>
            <a:custGeom>
              <a:rect b="b" l="l" r="r" t="t"/>
              <a:pathLst>
                <a:path extrusionOk="0" h="626" w="537">
                  <a:moveTo>
                    <a:pt x="416" y="0"/>
                  </a:moveTo>
                  <a:cubicBezTo>
                    <a:pt x="381" y="0"/>
                    <a:pt x="341" y="10"/>
                    <a:pt x="307" y="32"/>
                  </a:cubicBezTo>
                  <a:cubicBezTo>
                    <a:pt x="307" y="32"/>
                    <a:pt x="173" y="204"/>
                    <a:pt x="20" y="434"/>
                  </a:cubicBezTo>
                  <a:cubicBezTo>
                    <a:pt x="1" y="492"/>
                    <a:pt x="20" y="587"/>
                    <a:pt x="77" y="606"/>
                  </a:cubicBezTo>
                  <a:cubicBezTo>
                    <a:pt x="96" y="626"/>
                    <a:pt x="116" y="626"/>
                    <a:pt x="154" y="626"/>
                  </a:cubicBezTo>
                  <a:cubicBezTo>
                    <a:pt x="173" y="626"/>
                    <a:pt x="211" y="626"/>
                    <a:pt x="250" y="568"/>
                  </a:cubicBezTo>
                  <a:cubicBezTo>
                    <a:pt x="384" y="319"/>
                    <a:pt x="498" y="185"/>
                    <a:pt x="498" y="185"/>
                  </a:cubicBezTo>
                  <a:cubicBezTo>
                    <a:pt x="537" y="128"/>
                    <a:pt x="537" y="51"/>
                    <a:pt x="479" y="13"/>
                  </a:cubicBezTo>
                  <a:cubicBezTo>
                    <a:pt x="463" y="5"/>
                    <a:pt x="441" y="0"/>
                    <a:pt x="4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1"/>
            <p:cNvSpPr/>
            <p:nvPr/>
          </p:nvSpPr>
          <p:spPr>
            <a:xfrm>
              <a:off x="8347144" y="4392883"/>
              <a:ext cx="24284" cy="57666"/>
            </a:xfrm>
            <a:custGeom>
              <a:rect b="b" l="l" r="r" t="t"/>
              <a:pathLst>
                <a:path extrusionOk="0" h="729" w="307">
                  <a:moveTo>
                    <a:pt x="211" y="1"/>
                  </a:moveTo>
                  <a:cubicBezTo>
                    <a:pt x="135" y="1"/>
                    <a:pt x="96" y="39"/>
                    <a:pt x="58" y="97"/>
                  </a:cubicBezTo>
                  <a:cubicBezTo>
                    <a:pt x="39" y="269"/>
                    <a:pt x="20" y="422"/>
                    <a:pt x="1" y="575"/>
                  </a:cubicBezTo>
                  <a:cubicBezTo>
                    <a:pt x="1" y="652"/>
                    <a:pt x="39" y="728"/>
                    <a:pt x="116" y="728"/>
                  </a:cubicBezTo>
                  <a:cubicBezTo>
                    <a:pt x="192" y="728"/>
                    <a:pt x="230" y="709"/>
                    <a:pt x="230" y="613"/>
                  </a:cubicBezTo>
                  <a:cubicBezTo>
                    <a:pt x="230" y="460"/>
                    <a:pt x="288" y="326"/>
                    <a:pt x="307" y="154"/>
                  </a:cubicBezTo>
                  <a:cubicBezTo>
                    <a:pt x="307" y="78"/>
                    <a:pt x="288" y="39"/>
                    <a:pt x="2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1"/>
            <p:cNvSpPr/>
            <p:nvPr/>
          </p:nvSpPr>
          <p:spPr>
            <a:xfrm>
              <a:off x="8082231" y="4117371"/>
              <a:ext cx="131785" cy="130282"/>
            </a:xfrm>
            <a:custGeom>
              <a:rect b="b" l="l" r="r" t="t"/>
              <a:pathLst>
                <a:path extrusionOk="0" h="1647" w="1666">
                  <a:moveTo>
                    <a:pt x="861" y="249"/>
                  </a:moveTo>
                  <a:cubicBezTo>
                    <a:pt x="995" y="249"/>
                    <a:pt x="1149" y="287"/>
                    <a:pt x="1263" y="441"/>
                  </a:cubicBezTo>
                  <a:cubicBezTo>
                    <a:pt x="1378" y="536"/>
                    <a:pt x="1436" y="670"/>
                    <a:pt x="1436" y="843"/>
                  </a:cubicBezTo>
                  <a:cubicBezTo>
                    <a:pt x="1436" y="1149"/>
                    <a:pt x="1149" y="1417"/>
                    <a:pt x="823" y="1417"/>
                  </a:cubicBezTo>
                  <a:cubicBezTo>
                    <a:pt x="517" y="1417"/>
                    <a:pt x="249" y="1149"/>
                    <a:pt x="249" y="823"/>
                  </a:cubicBezTo>
                  <a:cubicBezTo>
                    <a:pt x="249" y="498"/>
                    <a:pt x="517" y="249"/>
                    <a:pt x="861" y="249"/>
                  </a:cubicBezTo>
                  <a:close/>
                  <a:moveTo>
                    <a:pt x="823" y="0"/>
                  </a:moveTo>
                  <a:cubicBezTo>
                    <a:pt x="383" y="0"/>
                    <a:pt x="0" y="364"/>
                    <a:pt x="0" y="823"/>
                  </a:cubicBezTo>
                  <a:cubicBezTo>
                    <a:pt x="0" y="1264"/>
                    <a:pt x="383" y="1646"/>
                    <a:pt x="823" y="1646"/>
                  </a:cubicBezTo>
                  <a:cubicBezTo>
                    <a:pt x="1283" y="1646"/>
                    <a:pt x="1665" y="1302"/>
                    <a:pt x="1665" y="823"/>
                  </a:cubicBezTo>
                  <a:cubicBezTo>
                    <a:pt x="1665" y="594"/>
                    <a:pt x="1570" y="402"/>
                    <a:pt x="1436" y="249"/>
                  </a:cubicBezTo>
                  <a:cubicBezTo>
                    <a:pt x="1263" y="96"/>
                    <a:pt x="1053" y="0"/>
                    <a:pt x="8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1"/>
            <p:cNvSpPr/>
            <p:nvPr/>
          </p:nvSpPr>
          <p:spPr>
            <a:xfrm>
              <a:off x="8048850" y="4489783"/>
              <a:ext cx="210571" cy="212074"/>
            </a:xfrm>
            <a:custGeom>
              <a:rect b="b" l="l" r="r" t="t"/>
              <a:pathLst>
                <a:path extrusionOk="0" h="2681" w="2662">
                  <a:moveTo>
                    <a:pt x="1417" y="345"/>
                  </a:moveTo>
                  <a:cubicBezTo>
                    <a:pt x="1437" y="441"/>
                    <a:pt x="1494" y="613"/>
                    <a:pt x="1513" y="709"/>
                  </a:cubicBezTo>
                  <a:cubicBezTo>
                    <a:pt x="1590" y="996"/>
                    <a:pt x="1609" y="1035"/>
                    <a:pt x="1628" y="1092"/>
                  </a:cubicBezTo>
                  <a:cubicBezTo>
                    <a:pt x="1685" y="1130"/>
                    <a:pt x="1724" y="1149"/>
                    <a:pt x="1992" y="1245"/>
                  </a:cubicBezTo>
                  <a:cubicBezTo>
                    <a:pt x="2087" y="1283"/>
                    <a:pt x="2221" y="1322"/>
                    <a:pt x="2317" y="1379"/>
                  </a:cubicBezTo>
                  <a:cubicBezTo>
                    <a:pt x="2183" y="1437"/>
                    <a:pt x="1934" y="1532"/>
                    <a:pt x="1724" y="1609"/>
                  </a:cubicBezTo>
                  <a:lnTo>
                    <a:pt x="1666" y="1685"/>
                  </a:lnTo>
                  <a:cubicBezTo>
                    <a:pt x="1571" y="1915"/>
                    <a:pt x="1437" y="2183"/>
                    <a:pt x="1341" y="2355"/>
                  </a:cubicBezTo>
                  <a:cubicBezTo>
                    <a:pt x="1283" y="2183"/>
                    <a:pt x="1207" y="1896"/>
                    <a:pt x="1130" y="1628"/>
                  </a:cubicBezTo>
                  <a:cubicBezTo>
                    <a:pt x="1111" y="1590"/>
                    <a:pt x="1092" y="1532"/>
                    <a:pt x="1035" y="1532"/>
                  </a:cubicBezTo>
                  <a:cubicBezTo>
                    <a:pt x="805" y="1494"/>
                    <a:pt x="518" y="1437"/>
                    <a:pt x="346" y="1398"/>
                  </a:cubicBezTo>
                  <a:cubicBezTo>
                    <a:pt x="518" y="1303"/>
                    <a:pt x="824" y="1149"/>
                    <a:pt x="1092" y="1035"/>
                  </a:cubicBezTo>
                  <a:cubicBezTo>
                    <a:pt x="1111" y="1015"/>
                    <a:pt x="1149" y="996"/>
                    <a:pt x="1149" y="958"/>
                  </a:cubicBezTo>
                  <a:cubicBezTo>
                    <a:pt x="1226" y="747"/>
                    <a:pt x="1341" y="479"/>
                    <a:pt x="1417" y="345"/>
                  </a:cubicBezTo>
                  <a:close/>
                  <a:moveTo>
                    <a:pt x="1437" y="1"/>
                  </a:moveTo>
                  <a:cubicBezTo>
                    <a:pt x="1360" y="1"/>
                    <a:pt x="1245" y="1"/>
                    <a:pt x="939" y="843"/>
                  </a:cubicBezTo>
                  <a:cubicBezTo>
                    <a:pt x="58" y="1207"/>
                    <a:pt x="20" y="1322"/>
                    <a:pt x="1" y="1379"/>
                  </a:cubicBezTo>
                  <a:cubicBezTo>
                    <a:pt x="1" y="1398"/>
                    <a:pt x="1" y="1475"/>
                    <a:pt x="20" y="1494"/>
                  </a:cubicBezTo>
                  <a:cubicBezTo>
                    <a:pt x="58" y="1513"/>
                    <a:pt x="135" y="1609"/>
                    <a:pt x="920" y="1762"/>
                  </a:cubicBezTo>
                  <a:cubicBezTo>
                    <a:pt x="1149" y="2681"/>
                    <a:pt x="1226" y="2681"/>
                    <a:pt x="1322" y="2681"/>
                  </a:cubicBezTo>
                  <a:cubicBezTo>
                    <a:pt x="1398" y="2681"/>
                    <a:pt x="1494" y="2681"/>
                    <a:pt x="1838" y="1819"/>
                  </a:cubicBezTo>
                  <a:cubicBezTo>
                    <a:pt x="2068" y="1762"/>
                    <a:pt x="2508" y="1590"/>
                    <a:pt x="2604" y="1494"/>
                  </a:cubicBezTo>
                  <a:cubicBezTo>
                    <a:pt x="2642" y="1475"/>
                    <a:pt x="2662" y="1417"/>
                    <a:pt x="2662" y="1379"/>
                  </a:cubicBezTo>
                  <a:cubicBezTo>
                    <a:pt x="2642" y="1245"/>
                    <a:pt x="2508" y="1207"/>
                    <a:pt x="2068" y="1035"/>
                  </a:cubicBezTo>
                  <a:cubicBezTo>
                    <a:pt x="1972" y="996"/>
                    <a:pt x="1877" y="958"/>
                    <a:pt x="1819" y="939"/>
                  </a:cubicBezTo>
                  <a:cubicBezTo>
                    <a:pt x="1800" y="862"/>
                    <a:pt x="1781" y="747"/>
                    <a:pt x="1743" y="652"/>
                  </a:cubicBezTo>
                  <a:cubicBezTo>
                    <a:pt x="1685" y="345"/>
                    <a:pt x="1609" y="135"/>
                    <a:pt x="1551" y="58"/>
                  </a:cubicBezTo>
                  <a:cubicBezTo>
                    <a:pt x="1532" y="39"/>
                    <a:pt x="1494" y="1"/>
                    <a:pt x="1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1"/>
            <p:cNvSpPr/>
            <p:nvPr/>
          </p:nvSpPr>
          <p:spPr>
            <a:xfrm>
              <a:off x="8036747" y="3063971"/>
              <a:ext cx="549683" cy="470581"/>
            </a:xfrm>
            <a:custGeom>
              <a:rect b="b" l="l" r="r" t="t"/>
              <a:pathLst>
                <a:path extrusionOk="0" h="5949" w="6949">
                  <a:moveTo>
                    <a:pt x="1798" y="0"/>
                  </a:moveTo>
                  <a:cubicBezTo>
                    <a:pt x="912" y="0"/>
                    <a:pt x="116" y="263"/>
                    <a:pt x="116" y="263"/>
                  </a:cubicBezTo>
                  <a:cubicBezTo>
                    <a:pt x="116" y="263"/>
                    <a:pt x="1" y="2044"/>
                    <a:pt x="1015" y="3192"/>
                  </a:cubicBezTo>
                  <a:cubicBezTo>
                    <a:pt x="1469" y="3704"/>
                    <a:pt x="2151" y="3848"/>
                    <a:pt x="2774" y="3848"/>
                  </a:cubicBezTo>
                  <a:cubicBezTo>
                    <a:pt x="3570" y="3848"/>
                    <a:pt x="4269" y="3613"/>
                    <a:pt x="4269" y="3613"/>
                  </a:cubicBezTo>
                  <a:lnTo>
                    <a:pt x="4269" y="3613"/>
                  </a:lnTo>
                  <a:cubicBezTo>
                    <a:pt x="4269" y="3613"/>
                    <a:pt x="3752" y="5259"/>
                    <a:pt x="4805" y="5948"/>
                  </a:cubicBezTo>
                  <a:cubicBezTo>
                    <a:pt x="4805" y="5948"/>
                    <a:pt x="5666" y="4321"/>
                    <a:pt x="5035" y="3709"/>
                  </a:cubicBezTo>
                  <a:lnTo>
                    <a:pt x="5035" y="3709"/>
                  </a:lnTo>
                  <a:cubicBezTo>
                    <a:pt x="5035" y="3709"/>
                    <a:pt x="5068" y="3714"/>
                    <a:pt x="5130" y="3714"/>
                  </a:cubicBezTo>
                  <a:cubicBezTo>
                    <a:pt x="5386" y="3714"/>
                    <a:pt x="6130" y="3615"/>
                    <a:pt x="6949" y="2580"/>
                  </a:cubicBezTo>
                  <a:cubicBezTo>
                    <a:pt x="6949" y="2569"/>
                    <a:pt x="6700" y="2332"/>
                    <a:pt x="6223" y="2332"/>
                  </a:cubicBezTo>
                  <a:cubicBezTo>
                    <a:pt x="5834" y="2332"/>
                    <a:pt x="5294" y="2490"/>
                    <a:pt x="4614" y="3058"/>
                  </a:cubicBezTo>
                  <a:cubicBezTo>
                    <a:pt x="4614" y="3058"/>
                    <a:pt x="4748" y="1967"/>
                    <a:pt x="3676" y="704"/>
                  </a:cubicBezTo>
                  <a:cubicBezTo>
                    <a:pt x="3210" y="155"/>
                    <a:pt x="2478" y="0"/>
                    <a:pt x="1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1"/>
            <p:cNvSpPr/>
            <p:nvPr/>
          </p:nvSpPr>
          <p:spPr>
            <a:xfrm>
              <a:off x="8153344" y="3096877"/>
              <a:ext cx="115173" cy="192377"/>
            </a:xfrm>
            <a:custGeom>
              <a:rect b="b" l="l" r="r" t="t"/>
              <a:pathLst>
                <a:path extrusionOk="0" h="2432" w="1456">
                  <a:moveTo>
                    <a:pt x="1053" y="1"/>
                  </a:moveTo>
                  <a:cubicBezTo>
                    <a:pt x="977" y="20"/>
                    <a:pt x="939" y="77"/>
                    <a:pt x="958" y="154"/>
                  </a:cubicBezTo>
                  <a:cubicBezTo>
                    <a:pt x="977" y="192"/>
                    <a:pt x="1207" y="1513"/>
                    <a:pt x="77" y="2202"/>
                  </a:cubicBezTo>
                  <a:cubicBezTo>
                    <a:pt x="1" y="2259"/>
                    <a:pt x="1" y="2317"/>
                    <a:pt x="20" y="2374"/>
                  </a:cubicBezTo>
                  <a:cubicBezTo>
                    <a:pt x="58" y="2393"/>
                    <a:pt x="77" y="2431"/>
                    <a:pt x="116" y="2431"/>
                  </a:cubicBezTo>
                  <a:lnTo>
                    <a:pt x="192" y="2412"/>
                  </a:lnTo>
                  <a:cubicBezTo>
                    <a:pt x="1455" y="1628"/>
                    <a:pt x="1207" y="115"/>
                    <a:pt x="1207" y="96"/>
                  </a:cubicBezTo>
                  <a:cubicBezTo>
                    <a:pt x="1168" y="20"/>
                    <a:pt x="1130" y="1"/>
                    <a:pt x="10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1"/>
            <p:cNvSpPr/>
            <p:nvPr/>
          </p:nvSpPr>
          <p:spPr>
            <a:xfrm>
              <a:off x="8118539" y="3083588"/>
              <a:ext cx="75780" cy="73961"/>
            </a:xfrm>
            <a:custGeom>
              <a:rect b="b" l="l" r="r" t="t"/>
              <a:pathLst>
                <a:path extrusionOk="0" h="935" w="958">
                  <a:moveTo>
                    <a:pt x="278" y="0"/>
                  </a:moveTo>
                  <a:cubicBezTo>
                    <a:pt x="238" y="0"/>
                    <a:pt x="200" y="32"/>
                    <a:pt x="173" y="73"/>
                  </a:cubicBezTo>
                  <a:cubicBezTo>
                    <a:pt x="134" y="169"/>
                    <a:pt x="0" y="647"/>
                    <a:pt x="173" y="877"/>
                  </a:cubicBezTo>
                  <a:cubicBezTo>
                    <a:pt x="230" y="915"/>
                    <a:pt x="268" y="934"/>
                    <a:pt x="345" y="934"/>
                  </a:cubicBezTo>
                  <a:cubicBezTo>
                    <a:pt x="556" y="934"/>
                    <a:pt x="824" y="609"/>
                    <a:pt x="919" y="513"/>
                  </a:cubicBezTo>
                  <a:cubicBezTo>
                    <a:pt x="957" y="456"/>
                    <a:pt x="938" y="398"/>
                    <a:pt x="900" y="341"/>
                  </a:cubicBezTo>
                  <a:cubicBezTo>
                    <a:pt x="878" y="326"/>
                    <a:pt x="856" y="320"/>
                    <a:pt x="834" y="320"/>
                  </a:cubicBezTo>
                  <a:cubicBezTo>
                    <a:pt x="799" y="320"/>
                    <a:pt x="763" y="336"/>
                    <a:pt x="728" y="360"/>
                  </a:cubicBezTo>
                  <a:cubicBezTo>
                    <a:pt x="575" y="532"/>
                    <a:pt x="422" y="724"/>
                    <a:pt x="364" y="724"/>
                  </a:cubicBezTo>
                  <a:cubicBezTo>
                    <a:pt x="307" y="647"/>
                    <a:pt x="326" y="360"/>
                    <a:pt x="383" y="149"/>
                  </a:cubicBezTo>
                  <a:cubicBezTo>
                    <a:pt x="422" y="111"/>
                    <a:pt x="383" y="35"/>
                    <a:pt x="326" y="15"/>
                  </a:cubicBezTo>
                  <a:cubicBezTo>
                    <a:pt x="310" y="5"/>
                    <a:pt x="294" y="0"/>
                    <a:pt x="2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1"/>
            <p:cNvSpPr/>
            <p:nvPr/>
          </p:nvSpPr>
          <p:spPr>
            <a:xfrm>
              <a:off x="8210930" y="3168306"/>
              <a:ext cx="171099" cy="189055"/>
            </a:xfrm>
            <a:custGeom>
              <a:rect b="b" l="l" r="r" t="t"/>
              <a:pathLst>
                <a:path extrusionOk="0" h="2390" w="2163">
                  <a:moveTo>
                    <a:pt x="1358" y="1"/>
                  </a:moveTo>
                  <a:cubicBezTo>
                    <a:pt x="1321" y="1"/>
                    <a:pt x="1277" y="32"/>
                    <a:pt x="1263" y="74"/>
                  </a:cubicBezTo>
                  <a:cubicBezTo>
                    <a:pt x="1244" y="131"/>
                    <a:pt x="1263" y="208"/>
                    <a:pt x="1340" y="227"/>
                  </a:cubicBezTo>
                  <a:cubicBezTo>
                    <a:pt x="1550" y="303"/>
                    <a:pt x="1914" y="495"/>
                    <a:pt x="1933" y="610"/>
                  </a:cubicBezTo>
                  <a:cubicBezTo>
                    <a:pt x="1933" y="610"/>
                    <a:pt x="1933" y="629"/>
                    <a:pt x="1914" y="648"/>
                  </a:cubicBezTo>
                  <a:cubicBezTo>
                    <a:pt x="1825" y="747"/>
                    <a:pt x="1658" y="780"/>
                    <a:pt x="1494" y="780"/>
                  </a:cubicBezTo>
                  <a:cubicBezTo>
                    <a:pt x="1342" y="780"/>
                    <a:pt x="1193" y="752"/>
                    <a:pt x="1110" y="725"/>
                  </a:cubicBezTo>
                  <a:cubicBezTo>
                    <a:pt x="1072" y="725"/>
                    <a:pt x="995" y="744"/>
                    <a:pt x="976" y="801"/>
                  </a:cubicBezTo>
                  <a:cubicBezTo>
                    <a:pt x="957" y="839"/>
                    <a:pt x="976" y="916"/>
                    <a:pt x="1014" y="935"/>
                  </a:cubicBezTo>
                  <a:cubicBezTo>
                    <a:pt x="1282" y="1107"/>
                    <a:pt x="1550" y="1356"/>
                    <a:pt x="1550" y="1414"/>
                  </a:cubicBezTo>
                  <a:cubicBezTo>
                    <a:pt x="1531" y="1433"/>
                    <a:pt x="1480" y="1443"/>
                    <a:pt x="1407" y="1443"/>
                  </a:cubicBezTo>
                  <a:cubicBezTo>
                    <a:pt x="1261" y="1443"/>
                    <a:pt x="1027" y="1401"/>
                    <a:pt x="785" y="1299"/>
                  </a:cubicBezTo>
                  <a:cubicBezTo>
                    <a:pt x="770" y="1294"/>
                    <a:pt x="756" y="1292"/>
                    <a:pt x="742" y="1292"/>
                  </a:cubicBezTo>
                  <a:cubicBezTo>
                    <a:pt x="700" y="1292"/>
                    <a:pt x="660" y="1313"/>
                    <a:pt x="632" y="1356"/>
                  </a:cubicBezTo>
                  <a:cubicBezTo>
                    <a:pt x="593" y="1394"/>
                    <a:pt x="593" y="1452"/>
                    <a:pt x="632" y="1490"/>
                  </a:cubicBezTo>
                  <a:cubicBezTo>
                    <a:pt x="766" y="1643"/>
                    <a:pt x="976" y="1930"/>
                    <a:pt x="957" y="2064"/>
                  </a:cubicBezTo>
                  <a:cubicBezTo>
                    <a:pt x="957" y="2084"/>
                    <a:pt x="957" y="2122"/>
                    <a:pt x="919" y="2122"/>
                  </a:cubicBezTo>
                  <a:cubicBezTo>
                    <a:pt x="897" y="2140"/>
                    <a:pt x="867" y="2148"/>
                    <a:pt x="830" y="2148"/>
                  </a:cubicBezTo>
                  <a:cubicBezTo>
                    <a:pt x="667" y="2148"/>
                    <a:pt x="382" y="1998"/>
                    <a:pt x="211" y="1873"/>
                  </a:cubicBezTo>
                  <a:cubicBezTo>
                    <a:pt x="190" y="1859"/>
                    <a:pt x="167" y="1853"/>
                    <a:pt x="145" y="1853"/>
                  </a:cubicBezTo>
                  <a:cubicBezTo>
                    <a:pt x="104" y="1853"/>
                    <a:pt x="63" y="1874"/>
                    <a:pt x="38" y="1911"/>
                  </a:cubicBezTo>
                  <a:cubicBezTo>
                    <a:pt x="0" y="1950"/>
                    <a:pt x="19" y="2026"/>
                    <a:pt x="57" y="2064"/>
                  </a:cubicBezTo>
                  <a:cubicBezTo>
                    <a:pt x="134" y="2122"/>
                    <a:pt x="517" y="2390"/>
                    <a:pt x="823" y="2390"/>
                  </a:cubicBezTo>
                  <a:cubicBezTo>
                    <a:pt x="919" y="2390"/>
                    <a:pt x="995" y="2352"/>
                    <a:pt x="1091" y="2352"/>
                  </a:cubicBezTo>
                  <a:cubicBezTo>
                    <a:pt x="1168" y="2313"/>
                    <a:pt x="1206" y="2237"/>
                    <a:pt x="1206" y="2141"/>
                  </a:cubicBezTo>
                  <a:cubicBezTo>
                    <a:pt x="1244" y="1988"/>
                    <a:pt x="1168" y="1835"/>
                    <a:pt x="1072" y="1682"/>
                  </a:cubicBezTo>
                  <a:lnTo>
                    <a:pt x="1072" y="1682"/>
                  </a:lnTo>
                  <a:cubicBezTo>
                    <a:pt x="1166" y="1705"/>
                    <a:pt x="1277" y="1722"/>
                    <a:pt x="1383" y="1722"/>
                  </a:cubicBezTo>
                  <a:cubicBezTo>
                    <a:pt x="1534" y="1722"/>
                    <a:pt x="1674" y="1687"/>
                    <a:pt x="1742" y="1586"/>
                  </a:cubicBezTo>
                  <a:cubicBezTo>
                    <a:pt x="1761" y="1548"/>
                    <a:pt x="1780" y="1471"/>
                    <a:pt x="1761" y="1394"/>
                  </a:cubicBezTo>
                  <a:cubicBezTo>
                    <a:pt x="1742" y="1280"/>
                    <a:pt x="1627" y="1165"/>
                    <a:pt x="1493" y="1031"/>
                  </a:cubicBezTo>
                  <a:cubicBezTo>
                    <a:pt x="1723" y="1031"/>
                    <a:pt x="1933" y="993"/>
                    <a:pt x="2067" y="820"/>
                  </a:cubicBezTo>
                  <a:cubicBezTo>
                    <a:pt x="2144" y="744"/>
                    <a:pt x="2163" y="648"/>
                    <a:pt x="2144" y="552"/>
                  </a:cubicBezTo>
                  <a:cubicBezTo>
                    <a:pt x="2067" y="265"/>
                    <a:pt x="1531" y="55"/>
                    <a:pt x="1397" y="16"/>
                  </a:cubicBezTo>
                  <a:cubicBezTo>
                    <a:pt x="1387" y="6"/>
                    <a:pt x="1373" y="1"/>
                    <a:pt x="13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1"/>
            <p:cNvSpPr/>
            <p:nvPr/>
          </p:nvSpPr>
          <p:spPr>
            <a:xfrm>
              <a:off x="8268437" y="3583829"/>
              <a:ext cx="325586" cy="1048425"/>
            </a:xfrm>
            <a:custGeom>
              <a:rect b="b" l="l" r="r" t="t"/>
              <a:pathLst>
                <a:path extrusionOk="0" h="13254" w="4116">
                  <a:moveTo>
                    <a:pt x="869" y="0"/>
                  </a:moveTo>
                  <a:cubicBezTo>
                    <a:pt x="835" y="0"/>
                    <a:pt x="798" y="15"/>
                    <a:pt x="766" y="46"/>
                  </a:cubicBezTo>
                  <a:cubicBezTo>
                    <a:pt x="766" y="46"/>
                    <a:pt x="632" y="218"/>
                    <a:pt x="479" y="448"/>
                  </a:cubicBezTo>
                  <a:cubicBezTo>
                    <a:pt x="460" y="506"/>
                    <a:pt x="479" y="601"/>
                    <a:pt x="536" y="620"/>
                  </a:cubicBezTo>
                  <a:cubicBezTo>
                    <a:pt x="555" y="640"/>
                    <a:pt x="575" y="640"/>
                    <a:pt x="613" y="640"/>
                  </a:cubicBezTo>
                  <a:cubicBezTo>
                    <a:pt x="632" y="640"/>
                    <a:pt x="670" y="640"/>
                    <a:pt x="709" y="582"/>
                  </a:cubicBezTo>
                  <a:cubicBezTo>
                    <a:pt x="843" y="333"/>
                    <a:pt x="957" y="180"/>
                    <a:pt x="957" y="180"/>
                  </a:cubicBezTo>
                  <a:cubicBezTo>
                    <a:pt x="996" y="142"/>
                    <a:pt x="996" y="65"/>
                    <a:pt x="938" y="27"/>
                  </a:cubicBezTo>
                  <a:cubicBezTo>
                    <a:pt x="921" y="10"/>
                    <a:pt x="896" y="0"/>
                    <a:pt x="869" y="0"/>
                  </a:cubicBezTo>
                  <a:close/>
                  <a:moveTo>
                    <a:pt x="363" y="860"/>
                  </a:moveTo>
                  <a:cubicBezTo>
                    <a:pt x="318" y="860"/>
                    <a:pt x="281" y="889"/>
                    <a:pt x="268" y="927"/>
                  </a:cubicBezTo>
                  <a:cubicBezTo>
                    <a:pt x="192" y="1080"/>
                    <a:pt x="154" y="1233"/>
                    <a:pt x="96" y="1386"/>
                  </a:cubicBezTo>
                  <a:cubicBezTo>
                    <a:pt x="77" y="1443"/>
                    <a:pt x="96" y="1501"/>
                    <a:pt x="192" y="1539"/>
                  </a:cubicBezTo>
                  <a:cubicBezTo>
                    <a:pt x="268" y="1539"/>
                    <a:pt x="326" y="1482"/>
                    <a:pt x="326" y="1482"/>
                  </a:cubicBezTo>
                  <a:cubicBezTo>
                    <a:pt x="364" y="1348"/>
                    <a:pt x="421" y="1195"/>
                    <a:pt x="479" y="1061"/>
                  </a:cubicBezTo>
                  <a:cubicBezTo>
                    <a:pt x="536" y="984"/>
                    <a:pt x="517" y="908"/>
                    <a:pt x="441" y="888"/>
                  </a:cubicBezTo>
                  <a:cubicBezTo>
                    <a:pt x="414" y="868"/>
                    <a:pt x="387" y="860"/>
                    <a:pt x="363" y="860"/>
                  </a:cubicBezTo>
                  <a:close/>
                  <a:moveTo>
                    <a:pt x="134" y="1750"/>
                  </a:moveTo>
                  <a:cubicBezTo>
                    <a:pt x="77" y="1750"/>
                    <a:pt x="0" y="1788"/>
                    <a:pt x="0" y="1865"/>
                  </a:cubicBezTo>
                  <a:lnTo>
                    <a:pt x="0" y="2018"/>
                  </a:lnTo>
                  <a:cubicBezTo>
                    <a:pt x="0" y="2132"/>
                    <a:pt x="0" y="2247"/>
                    <a:pt x="39" y="2362"/>
                  </a:cubicBezTo>
                  <a:cubicBezTo>
                    <a:pt x="58" y="2420"/>
                    <a:pt x="96" y="2458"/>
                    <a:pt x="154" y="2458"/>
                  </a:cubicBezTo>
                  <a:cubicBezTo>
                    <a:pt x="249" y="2458"/>
                    <a:pt x="268" y="2400"/>
                    <a:pt x="268" y="2324"/>
                  </a:cubicBezTo>
                  <a:cubicBezTo>
                    <a:pt x="249" y="2228"/>
                    <a:pt x="249" y="2094"/>
                    <a:pt x="249" y="2018"/>
                  </a:cubicBezTo>
                  <a:lnTo>
                    <a:pt x="249" y="1865"/>
                  </a:lnTo>
                  <a:cubicBezTo>
                    <a:pt x="249" y="1807"/>
                    <a:pt x="192" y="1750"/>
                    <a:pt x="134" y="1750"/>
                  </a:cubicBezTo>
                  <a:close/>
                  <a:moveTo>
                    <a:pt x="2431" y="2630"/>
                  </a:moveTo>
                  <a:cubicBezTo>
                    <a:pt x="2355" y="2630"/>
                    <a:pt x="2297" y="2688"/>
                    <a:pt x="2297" y="2745"/>
                  </a:cubicBezTo>
                  <a:cubicBezTo>
                    <a:pt x="2297" y="2822"/>
                    <a:pt x="2355" y="2879"/>
                    <a:pt x="2431" y="2879"/>
                  </a:cubicBezTo>
                  <a:cubicBezTo>
                    <a:pt x="2565" y="2879"/>
                    <a:pt x="2718" y="2898"/>
                    <a:pt x="2814" y="2975"/>
                  </a:cubicBezTo>
                  <a:cubicBezTo>
                    <a:pt x="2833" y="2994"/>
                    <a:pt x="2852" y="2994"/>
                    <a:pt x="2871" y="2994"/>
                  </a:cubicBezTo>
                  <a:cubicBezTo>
                    <a:pt x="2929" y="2994"/>
                    <a:pt x="2948" y="2975"/>
                    <a:pt x="3005" y="2936"/>
                  </a:cubicBezTo>
                  <a:cubicBezTo>
                    <a:pt x="3025" y="2898"/>
                    <a:pt x="3005" y="2802"/>
                    <a:pt x="2948" y="2783"/>
                  </a:cubicBezTo>
                  <a:cubicBezTo>
                    <a:pt x="2814" y="2688"/>
                    <a:pt x="2642" y="2630"/>
                    <a:pt x="2431" y="2630"/>
                  </a:cubicBezTo>
                  <a:close/>
                  <a:moveTo>
                    <a:pt x="1953" y="2721"/>
                  </a:moveTo>
                  <a:cubicBezTo>
                    <a:pt x="1941" y="2721"/>
                    <a:pt x="1928" y="2722"/>
                    <a:pt x="1914" y="2726"/>
                  </a:cubicBezTo>
                  <a:cubicBezTo>
                    <a:pt x="1780" y="2764"/>
                    <a:pt x="1608" y="2841"/>
                    <a:pt x="1474" y="2936"/>
                  </a:cubicBezTo>
                  <a:cubicBezTo>
                    <a:pt x="1398" y="2994"/>
                    <a:pt x="1398" y="3051"/>
                    <a:pt x="1417" y="3109"/>
                  </a:cubicBezTo>
                  <a:cubicBezTo>
                    <a:pt x="1436" y="3128"/>
                    <a:pt x="1474" y="3166"/>
                    <a:pt x="1512" y="3166"/>
                  </a:cubicBezTo>
                  <a:cubicBezTo>
                    <a:pt x="1532" y="3166"/>
                    <a:pt x="1570" y="3166"/>
                    <a:pt x="1589" y="3128"/>
                  </a:cubicBezTo>
                  <a:cubicBezTo>
                    <a:pt x="1723" y="3051"/>
                    <a:pt x="1857" y="2994"/>
                    <a:pt x="1991" y="2936"/>
                  </a:cubicBezTo>
                  <a:cubicBezTo>
                    <a:pt x="2048" y="2917"/>
                    <a:pt x="2087" y="2860"/>
                    <a:pt x="2068" y="2802"/>
                  </a:cubicBezTo>
                  <a:cubicBezTo>
                    <a:pt x="2052" y="2755"/>
                    <a:pt x="2010" y="2721"/>
                    <a:pt x="1953" y="2721"/>
                  </a:cubicBezTo>
                  <a:close/>
                  <a:moveTo>
                    <a:pt x="284" y="2661"/>
                  </a:moveTo>
                  <a:cubicBezTo>
                    <a:pt x="271" y="2661"/>
                    <a:pt x="259" y="2664"/>
                    <a:pt x="249" y="2668"/>
                  </a:cubicBezTo>
                  <a:cubicBezTo>
                    <a:pt x="192" y="2726"/>
                    <a:pt x="173" y="2802"/>
                    <a:pt x="192" y="2841"/>
                  </a:cubicBezTo>
                  <a:cubicBezTo>
                    <a:pt x="268" y="2975"/>
                    <a:pt x="345" y="3090"/>
                    <a:pt x="441" y="3204"/>
                  </a:cubicBezTo>
                  <a:cubicBezTo>
                    <a:pt x="441" y="3224"/>
                    <a:pt x="460" y="3243"/>
                    <a:pt x="479" y="3281"/>
                  </a:cubicBezTo>
                  <a:cubicBezTo>
                    <a:pt x="517" y="3300"/>
                    <a:pt x="555" y="3319"/>
                    <a:pt x="575" y="3319"/>
                  </a:cubicBezTo>
                  <a:cubicBezTo>
                    <a:pt x="613" y="3319"/>
                    <a:pt x="632" y="3300"/>
                    <a:pt x="651" y="3262"/>
                  </a:cubicBezTo>
                  <a:cubicBezTo>
                    <a:pt x="709" y="3204"/>
                    <a:pt x="709" y="3128"/>
                    <a:pt x="651" y="3090"/>
                  </a:cubicBezTo>
                  <a:cubicBezTo>
                    <a:pt x="632" y="3090"/>
                    <a:pt x="632" y="3051"/>
                    <a:pt x="613" y="3032"/>
                  </a:cubicBezTo>
                  <a:cubicBezTo>
                    <a:pt x="536" y="2936"/>
                    <a:pt x="460" y="2822"/>
                    <a:pt x="421" y="2726"/>
                  </a:cubicBezTo>
                  <a:cubicBezTo>
                    <a:pt x="378" y="2683"/>
                    <a:pt x="325" y="2661"/>
                    <a:pt x="284" y="2661"/>
                  </a:cubicBezTo>
                  <a:close/>
                  <a:moveTo>
                    <a:pt x="3073" y="3151"/>
                  </a:moveTo>
                  <a:cubicBezTo>
                    <a:pt x="3032" y="3151"/>
                    <a:pt x="2995" y="3182"/>
                    <a:pt x="2967" y="3224"/>
                  </a:cubicBezTo>
                  <a:cubicBezTo>
                    <a:pt x="2948" y="3319"/>
                    <a:pt x="2852" y="3415"/>
                    <a:pt x="2718" y="3491"/>
                  </a:cubicBezTo>
                  <a:cubicBezTo>
                    <a:pt x="2661" y="3549"/>
                    <a:pt x="2642" y="3606"/>
                    <a:pt x="2661" y="3664"/>
                  </a:cubicBezTo>
                  <a:cubicBezTo>
                    <a:pt x="2680" y="3702"/>
                    <a:pt x="2718" y="3740"/>
                    <a:pt x="2757" y="3740"/>
                  </a:cubicBezTo>
                  <a:cubicBezTo>
                    <a:pt x="2776" y="3740"/>
                    <a:pt x="2814" y="3702"/>
                    <a:pt x="2814" y="3702"/>
                  </a:cubicBezTo>
                  <a:cubicBezTo>
                    <a:pt x="3025" y="3587"/>
                    <a:pt x="3139" y="3453"/>
                    <a:pt x="3197" y="3300"/>
                  </a:cubicBezTo>
                  <a:cubicBezTo>
                    <a:pt x="3216" y="3262"/>
                    <a:pt x="3197" y="3185"/>
                    <a:pt x="3120" y="3166"/>
                  </a:cubicBezTo>
                  <a:cubicBezTo>
                    <a:pt x="3104" y="3155"/>
                    <a:pt x="3088" y="3151"/>
                    <a:pt x="3073" y="3151"/>
                  </a:cubicBezTo>
                  <a:close/>
                  <a:moveTo>
                    <a:pt x="1168" y="3214"/>
                  </a:moveTo>
                  <a:cubicBezTo>
                    <a:pt x="1139" y="3214"/>
                    <a:pt x="1111" y="3224"/>
                    <a:pt x="1091" y="3243"/>
                  </a:cubicBezTo>
                  <a:cubicBezTo>
                    <a:pt x="1015" y="3300"/>
                    <a:pt x="957" y="3338"/>
                    <a:pt x="919" y="3396"/>
                  </a:cubicBezTo>
                  <a:cubicBezTo>
                    <a:pt x="900" y="3396"/>
                    <a:pt x="862" y="3415"/>
                    <a:pt x="843" y="3434"/>
                  </a:cubicBezTo>
                  <a:cubicBezTo>
                    <a:pt x="823" y="3472"/>
                    <a:pt x="823" y="3472"/>
                    <a:pt x="823" y="3491"/>
                  </a:cubicBezTo>
                  <a:cubicBezTo>
                    <a:pt x="804" y="3530"/>
                    <a:pt x="747" y="3568"/>
                    <a:pt x="728" y="3606"/>
                  </a:cubicBezTo>
                  <a:cubicBezTo>
                    <a:pt x="670" y="3664"/>
                    <a:pt x="709" y="3740"/>
                    <a:pt x="747" y="3779"/>
                  </a:cubicBezTo>
                  <a:cubicBezTo>
                    <a:pt x="769" y="3793"/>
                    <a:pt x="791" y="3799"/>
                    <a:pt x="813" y="3799"/>
                  </a:cubicBezTo>
                  <a:cubicBezTo>
                    <a:pt x="848" y="3799"/>
                    <a:pt x="884" y="3783"/>
                    <a:pt x="919" y="3759"/>
                  </a:cubicBezTo>
                  <a:lnTo>
                    <a:pt x="996" y="3683"/>
                  </a:lnTo>
                  <a:cubicBezTo>
                    <a:pt x="1111" y="3740"/>
                    <a:pt x="1225" y="3779"/>
                    <a:pt x="1379" y="3836"/>
                  </a:cubicBezTo>
                  <a:cubicBezTo>
                    <a:pt x="1417" y="3836"/>
                    <a:pt x="1474" y="3798"/>
                    <a:pt x="1512" y="3721"/>
                  </a:cubicBezTo>
                  <a:cubicBezTo>
                    <a:pt x="1532" y="3683"/>
                    <a:pt x="1512" y="3606"/>
                    <a:pt x="1436" y="3587"/>
                  </a:cubicBezTo>
                  <a:cubicBezTo>
                    <a:pt x="1340" y="3568"/>
                    <a:pt x="1245" y="3530"/>
                    <a:pt x="1187" y="3491"/>
                  </a:cubicBezTo>
                  <a:lnTo>
                    <a:pt x="1245" y="3415"/>
                  </a:lnTo>
                  <a:cubicBezTo>
                    <a:pt x="1302" y="3377"/>
                    <a:pt x="1302" y="3300"/>
                    <a:pt x="1245" y="3243"/>
                  </a:cubicBezTo>
                  <a:cubicBezTo>
                    <a:pt x="1225" y="3224"/>
                    <a:pt x="1197" y="3214"/>
                    <a:pt x="1168" y="3214"/>
                  </a:cubicBezTo>
                  <a:close/>
                  <a:moveTo>
                    <a:pt x="2278" y="3664"/>
                  </a:moveTo>
                  <a:cubicBezTo>
                    <a:pt x="2163" y="3683"/>
                    <a:pt x="2048" y="3683"/>
                    <a:pt x="1914" y="3683"/>
                  </a:cubicBezTo>
                  <a:lnTo>
                    <a:pt x="1819" y="3683"/>
                  </a:lnTo>
                  <a:cubicBezTo>
                    <a:pt x="1780" y="3683"/>
                    <a:pt x="1704" y="3740"/>
                    <a:pt x="1704" y="3798"/>
                  </a:cubicBezTo>
                  <a:cubicBezTo>
                    <a:pt x="1704" y="3874"/>
                    <a:pt x="1761" y="3932"/>
                    <a:pt x="1819" y="3932"/>
                  </a:cubicBezTo>
                  <a:lnTo>
                    <a:pt x="1914" y="3932"/>
                  </a:lnTo>
                  <a:cubicBezTo>
                    <a:pt x="2068" y="3932"/>
                    <a:pt x="2202" y="3893"/>
                    <a:pt x="2336" y="3893"/>
                  </a:cubicBezTo>
                  <a:cubicBezTo>
                    <a:pt x="2393" y="3874"/>
                    <a:pt x="2450" y="3817"/>
                    <a:pt x="2431" y="3759"/>
                  </a:cubicBezTo>
                  <a:cubicBezTo>
                    <a:pt x="2393" y="3683"/>
                    <a:pt x="2355" y="3664"/>
                    <a:pt x="2278" y="3664"/>
                  </a:cubicBezTo>
                  <a:close/>
                  <a:moveTo>
                    <a:pt x="575" y="3982"/>
                  </a:moveTo>
                  <a:cubicBezTo>
                    <a:pt x="521" y="3982"/>
                    <a:pt x="474" y="4003"/>
                    <a:pt x="460" y="4047"/>
                  </a:cubicBezTo>
                  <a:cubicBezTo>
                    <a:pt x="383" y="4181"/>
                    <a:pt x="326" y="4334"/>
                    <a:pt x="268" y="4487"/>
                  </a:cubicBezTo>
                  <a:cubicBezTo>
                    <a:pt x="249" y="4544"/>
                    <a:pt x="268" y="4621"/>
                    <a:pt x="364" y="4640"/>
                  </a:cubicBezTo>
                  <a:cubicBezTo>
                    <a:pt x="421" y="4640"/>
                    <a:pt x="460" y="4602"/>
                    <a:pt x="517" y="4582"/>
                  </a:cubicBezTo>
                  <a:cubicBezTo>
                    <a:pt x="555" y="4449"/>
                    <a:pt x="613" y="4315"/>
                    <a:pt x="670" y="4161"/>
                  </a:cubicBezTo>
                  <a:cubicBezTo>
                    <a:pt x="709" y="4085"/>
                    <a:pt x="670" y="4008"/>
                    <a:pt x="632" y="3989"/>
                  </a:cubicBezTo>
                  <a:cubicBezTo>
                    <a:pt x="613" y="3984"/>
                    <a:pt x="594" y="3982"/>
                    <a:pt x="575" y="3982"/>
                  </a:cubicBezTo>
                  <a:close/>
                  <a:moveTo>
                    <a:pt x="270" y="4847"/>
                  </a:moveTo>
                  <a:cubicBezTo>
                    <a:pt x="230" y="4847"/>
                    <a:pt x="173" y="4896"/>
                    <a:pt x="173" y="4946"/>
                  </a:cubicBezTo>
                  <a:cubicBezTo>
                    <a:pt x="154" y="5042"/>
                    <a:pt x="154" y="5138"/>
                    <a:pt x="154" y="5233"/>
                  </a:cubicBezTo>
                  <a:lnTo>
                    <a:pt x="154" y="5444"/>
                  </a:lnTo>
                  <a:cubicBezTo>
                    <a:pt x="154" y="5520"/>
                    <a:pt x="192" y="5578"/>
                    <a:pt x="268" y="5578"/>
                  </a:cubicBezTo>
                  <a:cubicBezTo>
                    <a:pt x="345" y="5578"/>
                    <a:pt x="383" y="5520"/>
                    <a:pt x="364" y="5425"/>
                  </a:cubicBezTo>
                  <a:lnTo>
                    <a:pt x="364" y="5233"/>
                  </a:lnTo>
                  <a:cubicBezTo>
                    <a:pt x="364" y="5138"/>
                    <a:pt x="383" y="5061"/>
                    <a:pt x="383" y="4965"/>
                  </a:cubicBezTo>
                  <a:cubicBezTo>
                    <a:pt x="421" y="4927"/>
                    <a:pt x="364" y="4850"/>
                    <a:pt x="287" y="4850"/>
                  </a:cubicBezTo>
                  <a:cubicBezTo>
                    <a:pt x="282" y="4848"/>
                    <a:pt x="277" y="4847"/>
                    <a:pt x="270" y="4847"/>
                  </a:cubicBezTo>
                  <a:close/>
                  <a:moveTo>
                    <a:pt x="349" y="5804"/>
                  </a:moveTo>
                  <a:cubicBezTo>
                    <a:pt x="341" y="5804"/>
                    <a:pt x="333" y="5805"/>
                    <a:pt x="326" y="5807"/>
                  </a:cubicBezTo>
                  <a:cubicBezTo>
                    <a:pt x="249" y="5846"/>
                    <a:pt x="192" y="5884"/>
                    <a:pt x="230" y="5961"/>
                  </a:cubicBezTo>
                  <a:cubicBezTo>
                    <a:pt x="230" y="6037"/>
                    <a:pt x="249" y="6075"/>
                    <a:pt x="268" y="6152"/>
                  </a:cubicBezTo>
                  <a:cubicBezTo>
                    <a:pt x="287" y="6248"/>
                    <a:pt x="326" y="6343"/>
                    <a:pt x="364" y="6439"/>
                  </a:cubicBezTo>
                  <a:cubicBezTo>
                    <a:pt x="383" y="6477"/>
                    <a:pt x="441" y="6516"/>
                    <a:pt x="479" y="6516"/>
                  </a:cubicBezTo>
                  <a:cubicBezTo>
                    <a:pt x="517" y="6516"/>
                    <a:pt x="536" y="6516"/>
                    <a:pt x="536" y="6535"/>
                  </a:cubicBezTo>
                  <a:cubicBezTo>
                    <a:pt x="613" y="6477"/>
                    <a:pt x="632" y="6439"/>
                    <a:pt x="613" y="6363"/>
                  </a:cubicBezTo>
                  <a:cubicBezTo>
                    <a:pt x="555" y="6267"/>
                    <a:pt x="536" y="6190"/>
                    <a:pt x="517" y="6095"/>
                  </a:cubicBezTo>
                  <a:cubicBezTo>
                    <a:pt x="479" y="6037"/>
                    <a:pt x="479" y="5961"/>
                    <a:pt x="460" y="5903"/>
                  </a:cubicBezTo>
                  <a:cubicBezTo>
                    <a:pt x="443" y="5853"/>
                    <a:pt x="398" y="5804"/>
                    <a:pt x="349" y="5804"/>
                  </a:cubicBezTo>
                  <a:close/>
                  <a:moveTo>
                    <a:pt x="685" y="6668"/>
                  </a:moveTo>
                  <a:cubicBezTo>
                    <a:pt x="664" y="6668"/>
                    <a:pt x="646" y="6674"/>
                    <a:pt x="632" y="6688"/>
                  </a:cubicBezTo>
                  <a:cubicBezTo>
                    <a:pt x="575" y="6745"/>
                    <a:pt x="555" y="6822"/>
                    <a:pt x="613" y="6860"/>
                  </a:cubicBezTo>
                  <a:cubicBezTo>
                    <a:pt x="709" y="7013"/>
                    <a:pt x="804" y="7128"/>
                    <a:pt x="919" y="7243"/>
                  </a:cubicBezTo>
                  <a:cubicBezTo>
                    <a:pt x="938" y="7300"/>
                    <a:pt x="996" y="7300"/>
                    <a:pt x="1015" y="7300"/>
                  </a:cubicBezTo>
                  <a:cubicBezTo>
                    <a:pt x="1034" y="7300"/>
                    <a:pt x="1091" y="7300"/>
                    <a:pt x="1091" y="7243"/>
                  </a:cubicBezTo>
                  <a:cubicBezTo>
                    <a:pt x="1130" y="7205"/>
                    <a:pt x="1130" y="7128"/>
                    <a:pt x="1091" y="7071"/>
                  </a:cubicBezTo>
                  <a:cubicBezTo>
                    <a:pt x="957" y="6956"/>
                    <a:pt x="862" y="6841"/>
                    <a:pt x="804" y="6726"/>
                  </a:cubicBezTo>
                  <a:cubicBezTo>
                    <a:pt x="767" y="6689"/>
                    <a:pt x="722" y="6668"/>
                    <a:pt x="685" y="6668"/>
                  </a:cubicBezTo>
                  <a:close/>
                  <a:moveTo>
                    <a:pt x="3186" y="7121"/>
                  </a:moveTo>
                  <a:cubicBezTo>
                    <a:pt x="3170" y="7121"/>
                    <a:pt x="3155" y="7123"/>
                    <a:pt x="3139" y="7128"/>
                  </a:cubicBezTo>
                  <a:cubicBezTo>
                    <a:pt x="3025" y="7205"/>
                    <a:pt x="2871" y="7300"/>
                    <a:pt x="2737" y="7415"/>
                  </a:cubicBezTo>
                  <a:cubicBezTo>
                    <a:pt x="2680" y="7454"/>
                    <a:pt x="2680" y="7530"/>
                    <a:pt x="2737" y="7588"/>
                  </a:cubicBezTo>
                  <a:cubicBezTo>
                    <a:pt x="2757" y="7607"/>
                    <a:pt x="2814" y="7626"/>
                    <a:pt x="2833" y="7626"/>
                  </a:cubicBezTo>
                  <a:cubicBezTo>
                    <a:pt x="2852" y="7626"/>
                    <a:pt x="2871" y="7607"/>
                    <a:pt x="2910" y="7607"/>
                  </a:cubicBezTo>
                  <a:cubicBezTo>
                    <a:pt x="3025" y="7492"/>
                    <a:pt x="3139" y="7396"/>
                    <a:pt x="3254" y="7339"/>
                  </a:cubicBezTo>
                  <a:cubicBezTo>
                    <a:pt x="3312" y="7300"/>
                    <a:pt x="3331" y="7224"/>
                    <a:pt x="3312" y="7166"/>
                  </a:cubicBezTo>
                  <a:cubicBezTo>
                    <a:pt x="3270" y="7138"/>
                    <a:pt x="3228" y="7121"/>
                    <a:pt x="3186" y="7121"/>
                  </a:cubicBezTo>
                  <a:close/>
                  <a:moveTo>
                    <a:pt x="3681" y="7045"/>
                  </a:moveTo>
                  <a:cubicBezTo>
                    <a:pt x="3642" y="7045"/>
                    <a:pt x="3594" y="7070"/>
                    <a:pt x="3580" y="7128"/>
                  </a:cubicBezTo>
                  <a:cubicBezTo>
                    <a:pt x="3541" y="7186"/>
                    <a:pt x="3580" y="7243"/>
                    <a:pt x="3637" y="7281"/>
                  </a:cubicBezTo>
                  <a:cubicBezTo>
                    <a:pt x="3695" y="7300"/>
                    <a:pt x="3733" y="7339"/>
                    <a:pt x="3752" y="7396"/>
                  </a:cubicBezTo>
                  <a:cubicBezTo>
                    <a:pt x="3790" y="7434"/>
                    <a:pt x="3809" y="7492"/>
                    <a:pt x="3809" y="7530"/>
                  </a:cubicBezTo>
                  <a:cubicBezTo>
                    <a:pt x="3809" y="7607"/>
                    <a:pt x="3867" y="7664"/>
                    <a:pt x="3924" y="7664"/>
                  </a:cubicBezTo>
                  <a:cubicBezTo>
                    <a:pt x="4001" y="7664"/>
                    <a:pt x="4058" y="7607"/>
                    <a:pt x="4058" y="7568"/>
                  </a:cubicBezTo>
                  <a:cubicBezTo>
                    <a:pt x="4058" y="7454"/>
                    <a:pt x="4001" y="7358"/>
                    <a:pt x="3962" y="7281"/>
                  </a:cubicBezTo>
                  <a:cubicBezTo>
                    <a:pt x="3905" y="7186"/>
                    <a:pt x="3809" y="7109"/>
                    <a:pt x="3714" y="7052"/>
                  </a:cubicBezTo>
                  <a:cubicBezTo>
                    <a:pt x="3705" y="7047"/>
                    <a:pt x="3693" y="7045"/>
                    <a:pt x="3681" y="7045"/>
                  </a:cubicBezTo>
                  <a:close/>
                  <a:moveTo>
                    <a:pt x="1406" y="7386"/>
                  </a:moveTo>
                  <a:cubicBezTo>
                    <a:pt x="1366" y="7386"/>
                    <a:pt x="1326" y="7410"/>
                    <a:pt x="1302" y="7434"/>
                  </a:cubicBezTo>
                  <a:cubicBezTo>
                    <a:pt x="1245" y="7492"/>
                    <a:pt x="1283" y="7549"/>
                    <a:pt x="1321" y="7607"/>
                  </a:cubicBezTo>
                  <a:cubicBezTo>
                    <a:pt x="1455" y="7702"/>
                    <a:pt x="1608" y="7779"/>
                    <a:pt x="1761" y="7836"/>
                  </a:cubicBezTo>
                  <a:lnTo>
                    <a:pt x="1800" y="7836"/>
                  </a:lnTo>
                  <a:cubicBezTo>
                    <a:pt x="1857" y="7836"/>
                    <a:pt x="1876" y="7817"/>
                    <a:pt x="1914" y="7817"/>
                  </a:cubicBezTo>
                  <a:cubicBezTo>
                    <a:pt x="1972" y="7741"/>
                    <a:pt x="1914" y="7683"/>
                    <a:pt x="1876" y="7645"/>
                  </a:cubicBezTo>
                  <a:cubicBezTo>
                    <a:pt x="1723" y="7588"/>
                    <a:pt x="1589" y="7511"/>
                    <a:pt x="1474" y="7415"/>
                  </a:cubicBezTo>
                  <a:cubicBezTo>
                    <a:pt x="1453" y="7394"/>
                    <a:pt x="1429" y="7386"/>
                    <a:pt x="1406" y="7386"/>
                  </a:cubicBezTo>
                  <a:close/>
                  <a:moveTo>
                    <a:pt x="3672" y="7771"/>
                  </a:moveTo>
                  <a:cubicBezTo>
                    <a:pt x="3656" y="7771"/>
                    <a:pt x="3638" y="7774"/>
                    <a:pt x="3618" y="7779"/>
                  </a:cubicBezTo>
                  <a:cubicBezTo>
                    <a:pt x="3503" y="7817"/>
                    <a:pt x="3350" y="7836"/>
                    <a:pt x="3197" y="7875"/>
                  </a:cubicBezTo>
                  <a:cubicBezTo>
                    <a:pt x="3120" y="7875"/>
                    <a:pt x="3063" y="7913"/>
                    <a:pt x="3063" y="7990"/>
                  </a:cubicBezTo>
                  <a:cubicBezTo>
                    <a:pt x="3063" y="8066"/>
                    <a:pt x="3120" y="8104"/>
                    <a:pt x="3197" y="8104"/>
                  </a:cubicBezTo>
                  <a:cubicBezTo>
                    <a:pt x="3407" y="8104"/>
                    <a:pt x="3580" y="8066"/>
                    <a:pt x="3733" y="7990"/>
                  </a:cubicBezTo>
                  <a:cubicBezTo>
                    <a:pt x="3790" y="7951"/>
                    <a:pt x="3809" y="7894"/>
                    <a:pt x="3790" y="7817"/>
                  </a:cubicBezTo>
                  <a:cubicBezTo>
                    <a:pt x="3748" y="7789"/>
                    <a:pt x="3716" y="7771"/>
                    <a:pt x="3672" y="7771"/>
                  </a:cubicBezTo>
                  <a:close/>
                  <a:moveTo>
                    <a:pt x="2508" y="7736"/>
                  </a:moveTo>
                  <a:cubicBezTo>
                    <a:pt x="2479" y="7736"/>
                    <a:pt x="2450" y="7750"/>
                    <a:pt x="2431" y="7779"/>
                  </a:cubicBezTo>
                  <a:lnTo>
                    <a:pt x="2374" y="7817"/>
                  </a:lnTo>
                  <a:cubicBezTo>
                    <a:pt x="2355" y="7817"/>
                    <a:pt x="2297" y="7798"/>
                    <a:pt x="2278" y="7798"/>
                  </a:cubicBezTo>
                  <a:cubicBezTo>
                    <a:pt x="2260" y="7794"/>
                    <a:pt x="2244" y="7791"/>
                    <a:pt x="2230" y="7791"/>
                  </a:cubicBezTo>
                  <a:cubicBezTo>
                    <a:pt x="2185" y="7791"/>
                    <a:pt x="2159" y="7816"/>
                    <a:pt x="2144" y="7875"/>
                  </a:cubicBezTo>
                  <a:cubicBezTo>
                    <a:pt x="2106" y="7913"/>
                    <a:pt x="2163" y="7990"/>
                    <a:pt x="2202" y="8009"/>
                  </a:cubicBezTo>
                  <a:cubicBezTo>
                    <a:pt x="2182" y="8066"/>
                    <a:pt x="2144" y="8104"/>
                    <a:pt x="2106" y="8162"/>
                  </a:cubicBezTo>
                  <a:cubicBezTo>
                    <a:pt x="2068" y="8200"/>
                    <a:pt x="2087" y="8277"/>
                    <a:pt x="2144" y="8315"/>
                  </a:cubicBezTo>
                  <a:cubicBezTo>
                    <a:pt x="2163" y="8353"/>
                    <a:pt x="2182" y="8353"/>
                    <a:pt x="2202" y="8353"/>
                  </a:cubicBezTo>
                  <a:cubicBezTo>
                    <a:pt x="2240" y="8353"/>
                    <a:pt x="2278" y="8315"/>
                    <a:pt x="2297" y="8296"/>
                  </a:cubicBezTo>
                  <a:cubicBezTo>
                    <a:pt x="2355" y="8219"/>
                    <a:pt x="2431" y="8162"/>
                    <a:pt x="2470" y="8085"/>
                  </a:cubicBezTo>
                  <a:cubicBezTo>
                    <a:pt x="2546" y="8104"/>
                    <a:pt x="2642" y="8124"/>
                    <a:pt x="2718" y="8124"/>
                  </a:cubicBezTo>
                  <a:cubicBezTo>
                    <a:pt x="2731" y="8132"/>
                    <a:pt x="2744" y="8136"/>
                    <a:pt x="2756" y="8136"/>
                  </a:cubicBezTo>
                  <a:cubicBezTo>
                    <a:pt x="2799" y="8136"/>
                    <a:pt x="2837" y="8088"/>
                    <a:pt x="2852" y="8028"/>
                  </a:cubicBezTo>
                  <a:cubicBezTo>
                    <a:pt x="2871" y="7970"/>
                    <a:pt x="2833" y="7894"/>
                    <a:pt x="2757" y="7894"/>
                  </a:cubicBezTo>
                  <a:cubicBezTo>
                    <a:pt x="2718" y="7875"/>
                    <a:pt x="2680" y="7875"/>
                    <a:pt x="2642" y="7875"/>
                  </a:cubicBezTo>
                  <a:cubicBezTo>
                    <a:pt x="2642" y="7836"/>
                    <a:pt x="2623" y="7798"/>
                    <a:pt x="2584" y="7779"/>
                  </a:cubicBezTo>
                  <a:cubicBezTo>
                    <a:pt x="2565" y="7750"/>
                    <a:pt x="2537" y="7736"/>
                    <a:pt x="2508" y="7736"/>
                  </a:cubicBezTo>
                  <a:close/>
                  <a:moveTo>
                    <a:pt x="1972" y="8480"/>
                  </a:moveTo>
                  <a:cubicBezTo>
                    <a:pt x="1928" y="8480"/>
                    <a:pt x="1867" y="8502"/>
                    <a:pt x="1838" y="8545"/>
                  </a:cubicBezTo>
                  <a:cubicBezTo>
                    <a:pt x="1761" y="8679"/>
                    <a:pt x="1685" y="8832"/>
                    <a:pt x="1608" y="8966"/>
                  </a:cubicBezTo>
                  <a:cubicBezTo>
                    <a:pt x="1589" y="9042"/>
                    <a:pt x="1608" y="9119"/>
                    <a:pt x="1666" y="9138"/>
                  </a:cubicBezTo>
                  <a:cubicBezTo>
                    <a:pt x="1666" y="9157"/>
                    <a:pt x="1685" y="9157"/>
                    <a:pt x="1704" y="9157"/>
                  </a:cubicBezTo>
                  <a:cubicBezTo>
                    <a:pt x="1723" y="9157"/>
                    <a:pt x="1780" y="9138"/>
                    <a:pt x="1819" y="9061"/>
                  </a:cubicBezTo>
                  <a:cubicBezTo>
                    <a:pt x="1895" y="8927"/>
                    <a:pt x="1991" y="8793"/>
                    <a:pt x="2068" y="8659"/>
                  </a:cubicBezTo>
                  <a:cubicBezTo>
                    <a:pt x="2087" y="8602"/>
                    <a:pt x="2068" y="8506"/>
                    <a:pt x="2010" y="8487"/>
                  </a:cubicBezTo>
                  <a:cubicBezTo>
                    <a:pt x="2001" y="8482"/>
                    <a:pt x="1987" y="8480"/>
                    <a:pt x="1972" y="8480"/>
                  </a:cubicBezTo>
                  <a:close/>
                  <a:moveTo>
                    <a:pt x="1489" y="9342"/>
                  </a:moveTo>
                  <a:cubicBezTo>
                    <a:pt x="1441" y="9342"/>
                    <a:pt x="1393" y="9367"/>
                    <a:pt x="1379" y="9425"/>
                  </a:cubicBezTo>
                  <a:cubicBezTo>
                    <a:pt x="1302" y="9578"/>
                    <a:pt x="1245" y="9731"/>
                    <a:pt x="1206" y="9884"/>
                  </a:cubicBezTo>
                  <a:cubicBezTo>
                    <a:pt x="1187" y="9923"/>
                    <a:pt x="1206" y="9999"/>
                    <a:pt x="1283" y="10018"/>
                  </a:cubicBezTo>
                  <a:lnTo>
                    <a:pt x="1321" y="10018"/>
                  </a:lnTo>
                  <a:cubicBezTo>
                    <a:pt x="1379" y="10018"/>
                    <a:pt x="1417" y="9999"/>
                    <a:pt x="1436" y="9961"/>
                  </a:cubicBezTo>
                  <a:cubicBezTo>
                    <a:pt x="1493" y="9808"/>
                    <a:pt x="1532" y="9674"/>
                    <a:pt x="1608" y="9521"/>
                  </a:cubicBezTo>
                  <a:cubicBezTo>
                    <a:pt x="1627" y="9444"/>
                    <a:pt x="1608" y="9387"/>
                    <a:pt x="1532" y="9349"/>
                  </a:cubicBezTo>
                  <a:cubicBezTo>
                    <a:pt x="1518" y="9344"/>
                    <a:pt x="1503" y="9342"/>
                    <a:pt x="1489" y="9342"/>
                  </a:cubicBezTo>
                  <a:close/>
                  <a:moveTo>
                    <a:pt x="1206" y="10229"/>
                  </a:moveTo>
                  <a:cubicBezTo>
                    <a:pt x="1130" y="10229"/>
                    <a:pt x="1091" y="10267"/>
                    <a:pt x="1053" y="10325"/>
                  </a:cubicBezTo>
                  <a:cubicBezTo>
                    <a:pt x="1034" y="10497"/>
                    <a:pt x="1015" y="10650"/>
                    <a:pt x="996" y="10803"/>
                  </a:cubicBezTo>
                  <a:cubicBezTo>
                    <a:pt x="996" y="10880"/>
                    <a:pt x="1034" y="10956"/>
                    <a:pt x="1111" y="10956"/>
                  </a:cubicBezTo>
                  <a:cubicBezTo>
                    <a:pt x="1187" y="10956"/>
                    <a:pt x="1225" y="10937"/>
                    <a:pt x="1225" y="10841"/>
                  </a:cubicBezTo>
                  <a:cubicBezTo>
                    <a:pt x="1225" y="10688"/>
                    <a:pt x="1283" y="10554"/>
                    <a:pt x="1302" y="10382"/>
                  </a:cubicBezTo>
                  <a:cubicBezTo>
                    <a:pt x="1302" y="10306"/>
                    <a:pt x="1283" y="10267"/>
                    <a:pt x="1206" y="10229"/>
                  </a:cubicBezTo>
                  <a:close/>
                  <a:moveTo>
                    <a:pt x="1091" y="11205"/>
                  </a:moveTo>
                  <a:cubicBezTo>
                    <a:pt x="1015" y="11205"/>
                    <a:pt x="957" y="11243"/>
                    <a:pt x="957" y="11320"/>
                  </a:cubicBezTo>
                  <a:cubicBezTo>
                    <a:pt x="996" y="11397"/>
                    <a:pt x="996" y="11435"/>
                    <a:pt x="996" y="11511"/>
                  </a:cubicBezTo>
                  <a:cubicBezTo>
                    <a:pt x="996" y="11626"/>
                    <a:pt x="1015" y="11722"/>
                    <a:pt x="1034" y="11818"/>
                  </a:cubicBezTo>
                  <a:cubicBezTo>
                    <a:pt x="1053" y="11856"/>
                    <a:pt x="1111" y="11913"/>
                    <a:pt x="1149" y="11913"/>
                  </a:cubicBezTo>
                  <a:cubicBezTo>
                    <a:pt x="1245" y="11894"/>
                    <a:pt x="1302" y="11837"/>
                    <a:pt x="1283" y="11779"/>
                  </a:cubicBezTo>
                  <a:cubicBezTo>
                    <a:pt x="1245" y="11684"/>
                    <a:pt x="1225" y="11588"/>
                    <a:pt x="1225" y="11492"/>
                  </a:cubicBezTo>
                  <a:cubicBezTo>
                    <a:pt x="1206" y="11435"/>
                    <a:pt x="1206" y="11358"/>
                    <a:pt x="1206" y="11320"/>
                  </a:cubicBezTo>
                  <a:cubicBezTo>
                    <a:pt x="1206" y="11243"/>
                    <a:pt x="1149" y="11205"/>
                    <a:pt x="1091" y="11205"/>
                  </a:cubicBezTo>
                  <a:close/>
                  <a:moveTo>
                    <a:pt x="1337" y="12136"/>
                  </a:moveTo>
                  <a:cubicBezTo>
                    <a:pt x="1323" y="12136"/>
                    <a:pt x="1312" y="12138"/>
                    <a:pt x="1302" y="12143"/>
                  </a:cubicBezTo>
                  <a:cubicBezTo>
                    <a:pt x="1245" y="12200"/>
                    <a:pt x="1225" y="12277"/>
                    <a:pt x="1245" y="12315"/>
                  </a:cubicBezTo>
                  <a:cubicBezTo>
                    <a:pt x="1321" y="12468"/>
                    <a:pt x="1436" y="12602"/>
                    <a:pt x="1570" y="12717"/>
                  </a:cubicBezTo>
                  <a:cubicBezTo>
                    <a:pt x="1589" y="12756"/>
                    <a:pt x="1608" y="12756"/>
                    <a:pt x="1627" y="12756"/>
                  </a:cubicBezTo>
                  <a:cubicBezTo>
                    <a:pt x="1666" y="12756"/>
                    <a:pt x="1685" y="12736"/>
                    <a:pt x="1723" y="12717"/>
                  </a:cubicBezTo>
                  <a:cubicBezTo>
                    <a:pt x="1780" y="12679"/>
                    <a:pt x="1780" y="12602"/>
                    <a:pt x="1723" y="12564"/>
                  </a:cubicBezTo>
                  <a:cubicBezTo>
                    <a:pt x="1627" y="12430"/>
                    <a:pt x="1532" y="12315"/>
                    <a:pt x="1474" y="12200"/>
                  </a:cubicBezTo>
                  <a:cubicBezTo>
                    <a:pt x="1431" y="12157"/>
                    <a:pt x="1377" y="12136"/>
                    <a:pt x="1337" y="12136"/>
                  </a:cubicBezTo>
                  <a:close/>
                  <a:moveTo>
                    <a:pt x="2033" y="12787"/>
                  </a:moveTo>
                  <a:cubicBezTo>
                    <a:pt x="1983" y="12787"/>
                    <a:pt x="1943" y="12808"/>
                    <a:pt x="1914" y="12851"/>
                  </a:cubicBezTo>
                  <a:cubicBezTo>
                    <a:pt x="1895" y="12928"/>
                    <a:pt x="1914" y="12985"/>
                    <a:pt x="1972" y="13023"/>
                  </a:cubicBezTo>
                  <a:cubicBezTo>
                    <a:pt x="2106" y="13081"/>
                    <a:pt x="2278" y="13138"/>
                    <a:pt x="2470" y="13177"/>
                  </a:cubicBezTo>
                  <a:cubicBezTo>
                    <a:pt x="2527" y="13177"/>
                    <a:pt x="2565" y="13138"/>
                    <a:pt x="2623" y="13081"/>
                  </a:cubicBezTo>
                  <a:cubicBezTo>
                    <a:pt x="2623" y="13004"/>
                    <a:pt x="2584" y="12966"/>
                    <a:pt x="2527" y="12947"/>
                  </a:cubicBezTo>
                  <a:cubicBezTo>
                    <a:pt x="2355" y="12909"/>
                    <a:pt x="2202" y="12870"/>
                    <a:pt x="2087" y="12794"/>
                  </a:cubicBezTo>
                  <a:cubicBezTo>
                    <a:pt x="2068" y="12789"/>
                    <a:pt x="2050" y="12787"/>
                    <a:pt x="2033" y="12787"/>
                  </a:cubicBezTo>
                  <a:close/>
                  <a:moveTo>
                    <a:pt x="3992" y="12942"/>
                  </a:moveTo>
                  <a:cubicBezTo>
                    <a:pt x="3982" y="12942"/>
                    <a:pt x="3972" y="12944"/>
                    <a:pt x="3962" y="12947"/>
                  </a:cubicBezTo>
                  <a:cubicBezTo>
                    <a:pt x="3962" y="12947"/>
                    <a:pt x="3905" y="12966"/>
                    <a:pt x="3867" y="12966"/>
                  </a:cubicBezTo>
                  <a:cubicBezTo>
                    <a:pt x="3790" y="12985"/>
                    <a:pt x="3771" y="13043"/>
                    <a:pt x="3771" y="13119"/>
                  </a:cubicBezTo>
                  <a:cubicBezTo>
                    <a:pt x="3790" y="13157"/>
                    <a:pt x="3829" y="13215"/>
                    <a:pt x="3886" y="13215"/>
                  </a:cubicBezTo>
                  <a:cubicBezTo>
                    <a:pt x="3982" y="13177"/>
                    <a:pt x="4001" y="13177"/>
                    <a:pt x="4001" y="13177"/>
                  </a:cubicBezTo>
                  <a:cubicBezTo>
                    <a:pt x="4077" y="13157"/>
                    <a:pt x="4116" y="13100"/>
                    <a:pt x="4096" y="13043"/>
                  </a:cubicBezTo>
                  <a:cubicBezTo>
                    <a:pt x="4081" y="12979"/>
                    <a:pt x="4038" y="12942"/>
                    <a:pt x="3992" y="12942"/>
                  </a:cubicBezTo>
                  <a:close/>
                  <a:moveTo>
                    <a:pt x="2929" y="13023"/>
                  </a:moveTo>
                  <a:cubicBezTo>
                    <a:pt x="2871" y="13023"/>
                    <a:pt x="2795" y="13062"/>
                    <a:pt x="2795" y="13138"/>
                  </a:cubicBezTo>
                  <a:cubicBezTo>
                    <a:pt x="2795" y="13177"/>
                    <a:pt x="2852" y="13253"/>
                    <a:pt x="2929" y="13253"/>
                  </a:cubicBezTo>
                  <a:lnTo>
                    <a:pt x="3369" y="13253"/>
                  </a:lnTo>
                  <a:cubicBezTo>
                    <a:pt x="3446" y="13253"/>
                    <a:pt x="3503" y="13196"/>
                    <a:pt x="3503" y="13138"/>
                  </a:cubicBezTo>
                  <a:cubicBezTo>
                    <a:pt x="3503" y="13062"/>
                    <a:pt x="3446" y="13023"/>
                    <a:pt x="3369" y="13023"/>
                  </a:cubicBezTo>
                  <a:cubicBezTo>
                    <a:pt x="3293" y="13023"/>
                    <a:pt x="3199" y="13032"/>
                    <a:pt x="3094" y="13032"/>
                  </a:cubicBezTo>
                  <a:cubicBezTo>
                    <a:pt x="3042" y="13032"/>
                    <a:pt x="2986" y="13030"/>
                    <a:pt x="2929" y="1302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9">
    <p:spTree>
      <p:nvGrpSpPr>
        <p:cNvPr id="591" name="Shape 591"/>
        <p:cNvGrpSpPr/>
        <p:nvPr/>
      </p:nvGrpSpPr>
      <p:grpSpPr>
        <a:xfrm>
          <a:off x="0" y="0"/>
          <a:ext cx="0" cy="0"/>
          <a:chOff x="0" y="0"/>
          <a:chExt cx="0" cy="0"/>
        </a:xfrm>
      </p:grpSpPr>
      <p:sp>
        <p:nvSpPr>
          <p:cNvPr id="592" name="Google Shape;592;p22"/>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22"/>
          <p:cNvSpPr/>
          <p:nvPr/>
        </p:nvSpPr>
        <p:spPr>
          <a:xfrm rot="-5400000">
            <a:off x="714282" y="4715994"/>
            <a:ext cx="98918" cy="96687"/>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2"/>
          <p:cNvSpPr/>
          <p:nvPr/>
        </p:nvSpPr>
        <p:spPr>
          <a:xfrm rot="-5400000">
            <a:off x="259876" y="4425969"/>
            <a:ext cx="215800" cy="213627"/>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5" name="Google Shape;595;p22"/>
          <p:cNvGrpSpPr/>
          <p:nvPr/>
        </p:nvGrpSpPr>
        <p:grpSpPr>
          <a:xfrm flipH="1" rot="5400000">
            <a:off x="7506895" y="-421488"/>
            <a:ext cx="437317" cy="1921984"/>
            <a:chOff x="8466795" y="2815800"/>
            <a:chExt cx="437317" cy="1921984"/>
          </a:xfrm>
        </p:grpSpPr>
        <p:grpSp>
          <p:nvGrpSpPr>
            <p:cNvPr id="596" name="Google Shape;596;p22"/>
            <p:cNvGrpSpPr/>
            <p:nvPr/>
          </p:nvGrpSpPr>
          <p:grpSpPr>
            <a:xfrm>
              <a:off x="8466795" y="4606284"/>
              <a:ext cx="128153" cy="131499"/>
              <a:chOff x="8037720" y="3987834"/>
              <a:chExt cx="128153" cy="131499"/>
            </a:xfrm>
          </p:grpSpPr>
          <p:sp>
            <p:nvSpPr>
              <p:cNvPr id="597" name="Google Shape;597;p22"/>
              <p:cNvSpPr/>
              <p:nvPr/>
            </p:nvSpPr>
            <p:spPr>
              <a:xfrm>
                <a:off x="8037720" y="3987834"/>
                <a:ext cx="128153" cy="131499"/>
              </a:xfrm>
              <a:custGeom>
                <a:rect b="b" l="l" r="r" t="t"/>
                <a:pathLst>
                  <a:path extrusionOk="0" h="2240" w="2183">
                    <a:moveTo>
                      <a:pt x="1168" y="1"/>
                    </a:moveTo>
                    <a:cubicBezTo>
                      <a:pt x="1110" y="1"/>
                      <a:pt x="1053" y="39"/>
                      <a:pt x="1053" y="115"/>
                    </a:cubicBezTo>
                    <a:lnTo>
                      <a:pt x="1053" y="785"/>
                    </a:lnTo>
                    <a:lnTo>
                      <a:pt x="632" y="326"/>
                    </a:lnTo>
                    <a:cubicBezTo>
                      <a:pt x="603" y="297"/>
                      <a:pt x="570" y="283"/>
                      <a:pt x="538" y="283"/>
                    </a:cubicBezTo>
                    <a:cubicBezTo>
                      <a:pt x="507" y="283"/>
                      <a:pt x="479" y="297"/>
                      <a:pt x="460" y="326"/>
                    </a:cubicBezTo>
                    <a:cubicBezTo>
                      <a:pt x="402" y="383"/>
                      <a:pt x="402" y="441"/>
                      <a:pt x="460" y="498"/>
                    </a:cubicBezTo>
                    <a:lnTo>
                      <a:pt x="919" y="977"/>
                    </a:lnTo>
                    <a:lnTo>
                      <a:pt x="115" y="977"/>
                    </a:lnTo>
                    <a:cubicBezTo>
                      <a:pt x="58" y="977"/>
                      <a:pt x="0" y="1015"/>
                      <a:pt x="0" y="1092"/>
                    </a:cubicBezTo>
                    <a:cubicBezTo>
                      <a:pt x="0" y="1168"/>
                      <a:pt x="58" y="1206"/>
                      <a:pt x="115" y="1206"/>
                    </a:cubicBezTo>
                    <a:lnTo>
                      <a:pt x="861" y="1206"/>
                    </a:lnTo>
                    <a:lnTo>
                      <a:pt x="287" y="1589"/>
                    </a:lnTo>
                    <a:cubicBezTo>
                      <a:pt x="249" y="1647"/>
                      <a:pt x="211" y="1723"/>
                      <a:pt x="268" y="1761"/>
                    </a:cubicBezTo>
                    <a:cubicBezTo>
                      <a:pt x="287" y="1781"/>
                      <a:pt x="306" y="1819"/>
                      <a:pt x="364" y="1819"/>
                    </a:cubicBezTo>
                    <a:cubicBezTo>
                      <a:pt x="383" y="1819"/>
                      <a:pt x="402" y="1819"/>
                      <a:pt x="440" y="1781"/>
                    </a:cubicBezTo>
                    <a:lnTo>
                      <a:pt x="1053" y="1360"/>
                    </a:lnTo>
                    <a:lnTo>
                      <a:pt x="1053" y="2125"/>
                    </a:lnTo>
                    <a:cubicBezTo>
                      <a:pt x="1053" y="2202"/>
                      <a:pt x="1110" y="2240"/>
                      <a:pt x="1168" y="2240"/>
                    </a:cubicBezTo>
                    <a:cubicBezTo>
                      <a:pt x="1225" y="2240"/>
                      <a:pt x="1302" y="2202"/>
                      <a:pt x="1302" y="2125"/>
                    </a:cubicBezTo>
                    <a:lnTo>
                      <a:pt x="1302" y="1379"/>
                    </a:lnTo>
                    <a:lnTo>
                      <a:pt x="1723" y="1838"/>
                    </a:lnTo>
                    <a:cubicBezTo>
                      <a:pt x="1742" y="1857"/>
                      <a:pt x="1799" y="1876"/>
                      <a:pt x="1818" y="1876"/>
                    </a:cubicBezTo>
                    <a:cubicBezTo>
                      <a:pt x="1838" y="1876"/>
                      <a:pt x="1876" y="1876"/>
                      <a:pt x="1895" y="1838"/>
                    </a:cubicBezTo>
                    <a:cubicBezTo>
                      <a:pt x="1933" y="1781"/>
                      <a:pt x="1933" y="1723"/>
                      <a:pt x="1895" y="1666"/>
                    </a:cubicBezTo>
                    <a:lnTo>
                      <a:pt x="1436" y="1187"/>
                    </a:lnTo>
                    <a:lnTo>
                      <a:pt x="2067" y="1187"/>
                    </a:lnTo>
                    <a:cubicBezTo>
                      <a:pt x="2125" y="1187"/>
                      <a:pt x="2182" y="1149"/>
                      <a:pt x="2182" y="1072"/>
                    </a:cubicBezTo>
                    <a:cubicBezTo>
                      <a:pt x="2182" y="996"/>
                      <a:pt x="2125" y="958"/>
                      <a:pt x="2067" y="958"/>
                    </a:cubicBezTo>
                    <a:lnTo>
                      <a:pt x="1627" y="958"/>
                    </a:lnTo>
                    <a:lnTo>
                      <a:pt x="2086" y="632"/>
                    </a:lnTo>
                    <a:cubicBezTo>
                      <a:pt x="2125" y="594"/>
                      <a:pt x="2163" y="517"/>
                      <a:pt x="2106" y="479"/>
                    </a:cubicBezTo>
                    <a:cubicBezTo>
                      <a:pt x="2081" y="442"/>
                      <a:pt x="2040" y="421"/>
                      <a:pt x="1999" y="421"/>
                    </a:cubicBezTo>
                    <a:cubicBezTo>
                      <a:pt x="1976" y="421"/>
                      <a:pt x="1954" y="427"/>
                      <a:pt x="1933" y="441"/>
                    </a:cubicBezTo>
                    <a:lnTo>
                      <a:pt x="1302" y="900"/>
                    </a:lnTo>
                    <a:lnTo>
                      <a:pt x="1302" y="115"/>
                    </a:lnTo>
                    <a:cubicBezTo>
                      <a:pt x="1302" y="39"/>
                      <a:pt x="1244" y="1"/>
                      <a:pt x="1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2"/>
              <p:cNvSpPr/>
              <p:nvPr/>
            </p:nvSpPr>
            <p:spPr>
              <a:xfrm>
                <a:off x="8050049" y="4012490"/>
                <a:ext cx="114710" cy="82128"/>
              </a:xfrm>
              <a:custGeom>
                <a:rect b="b" l="l" r="r" t="t"/>
                <a:pathLst>
                  <a:path extrusionOk="0" h="1399" w="1954">
                    <a:moveTo>
                      <a:pt x="1789" y="1"/>
                    </a:moveTo>
                    <a:cubicBezTo>
                      <a:pt x="1766" y="1"/>
                      <a:pt x="1744" y="7"/>
                      <a:pt x="1723" y="21"/>
                    </a:cubicBezTo>
                    <a:lnTo>
                      <a:pt x="77" y="1169"/>
                    </a:lnTo>
                    <a:cubicBezTo>
                      <a:pt x="39" y="1227"/>
                      <a:pt x="1" y="1284"/>
                      <a:pt x="58" y="1341"/>
                    </a:cubicBezTo>
                    <a:cubicBezTo>
                      <a:pt x="77" y="1361"/>
                      <a:pt x="96" y="1399"/>
                      <a:pt x="154" y="1399"/>
                    </a:cubicBezTo>
                    <a:cubicBezTo>
                      <a:pt x="173" y="1399"/>
                      <a:pt x="192" y="1399"/>
                      <a:pt x="230" y="1361"/>
                    </a:cubicBezTo>
                    <a:lnTo>
                      <a:pt x="1876" y="212"/>
                    </a:lnTo>
                    <a:cubicBezTo>
                      <a:pt x="1915" y="174"/>
                      <a:pt x="1953" y="97"/>
                      <a:pt x="1896" y="59"/>
                    </a:cubicBezTo>
                    <a:cubicBezTo>
                      <a:pt x="1871" y="22"/>
                      <a:pt x="1830" y="1"/>
                      <a:pt x="1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2"/>
              <p:cNvSpPr/>
              <p:nvPr/>
            </p:nvSpPr>
            <p:spPr>
              <a:xfrm>
                <a:off x="8061320" y="4004389"/>
                <a:ext cx="89936" cy="93634"/>
              </a:xfrm>
              <a:custGeom>
                <a:rect b="b" l="l" r="r" t="t"/>
                <a:pathLst>
                  <a:path extrusionOk="0" h="1595" w="1532">
                    <a:moveTo>
                      <a:pt x="136" y="1"/>
                    </a:moveTo>
                    <a:cubicBezTo>
                      <a:pt x="105" y="1"/>
                      <a:pt x="77" y="15"/>
                      <a:pt x="58" y="44"/>
                    </a:cubicBezTo>
                    <a:cubicBezTo>
                      <a:pt x="0" y="82"/>
                      <a:pt x="0" y="159"/>
                      <a:pt x="58" y="216"/>
                    </a:cubicBezTo>
                    <a:lnTo>
                      <a:pt x="1321" y="1556"/>
                    </a:lnTo>
                    <a:cubicBezTo>
                      <a:pt x="1340" y="1575"/>
                      <a:pt x="1397" y="1594"/>
                      <a:pt x="1416" y="1594"/>
                    </a:cubicBezTo>
                    <a:cubicBezTo>
                      <a:pt x="1436" y="1594"/>
                      <a:pt x="1474" y="1594"/>
                      <a:pt x="1493" y="1556"/>
                    </a:cubicBezTo>
                    <a:cubicBezTo>
                      <a:pt x="1531" y="1499"/>
                      <a:pt x="1531" y="1422"/>
                      <a:pt x="1493" y="1384"/>
                    </a:cubicBezTo>
                    <a:lnTo>
                      <a:pt x="230" y="44"/>
                    </a:lnTo>
                    <a:cubicBezTo>
                      <a:pt x="201" y="15"/>
                      <a:pt x="168" y="1"/>
                      <a:pt x="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2"/>
              <p:cNvSpPr/>
              <p:nvPr/>
            </p:nvSpPr>
            <p:spPr>
              <a:xfrm>
                <a:off x="8037720" y="4044015"/>
                <a:ext cx="128153" cy="14676"/>
              </a:xfrm>
              <a:custGeom>
                <a:rect b="b" l="l" r="r" t="t"/>
                <a:pathLst>
                  <a:path extrusionOk="0" h="250" w="2183">
                    <a:moveTo>
                      <a:pt x="2067" y="1"/>
                    </a:moveTo>
                    <a:lnTo>
                      <a:pt x="115" y="20"/>
                    </a:lnTo>
                    <a:cubicBezTo>
                      <a:pt x="58" y="20"/>
                      <a:pt x="0" y="58"/>
                      <a:pt x="0" y="135"/>
                    </a:cubicBezTo>
                    <a:cubicBezTo>
                      <a:pt x="0" y="211"/>
                      <a:pt x="58" y="249"/>
                      <a:pt x="115" y="249"/>
                    </a:cubicBezTo>
                    <a:lnTo>
                      <a:pt x="2067" y="230"/>
                    </a:lnTo>
                    <a:cubicBezTo>
                      <a:pt x="2125" y="230"/>
                      <a:pt x="2182" y="173"/>
                      <a:pt x="2182" y="115"/>
                    </a:cubicBezTo>
                    <a:cubicBezTo>
                      <a:pt x="2182" y="39"/>
                      <a:pt x="2125"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1" name="Google Shape;601;p22"/>
            <p:cNvSpPr/>
            <p:nvPr/>
          </p:nvSpPr>
          <p:spPr>
            <a:xfrm>
              <a:off x="8515199" y="3270235"/>
              <a:ext cx="98918" cy="96687"/>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2"/>
            <p:cNvSpPr/>
            <p:nvPr/>
          </p:nvSpPr>
          <p:spPr>
            <a:xfrm>
              <a:off x="8688313" y="2815800"/>
              <a:ext cx="215800" cy="213627"/>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2"/>
            <p:cNvSpPr/>
            <p:nvPr/>
          </p:nvSpPr>
          <p:spPr>
            <a:xfrm>
              <a:off x="8744658" y="4029962"/>
              <a:ext cx="156214" cy="157388"/>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5">
    <p:spTree>
      <p:nvGrpSpPr>
        <p:cNvPr id="604" name="Shape 604"/>
        <p:cNvGrpSpPr/>
        <p:nvPr/>
      </p:nvGrpSpPr>
      <p:grpSpPr>
        <a:xfrm>
          <a:off x="0" y="0"/>
          <a:ext cx="0" cy="0"/>
          <a:chOff x="0" y="0"/>
          <a:chExt cx="0" cy="0"/>
        </a:xfrm>
      </p:grpSpPr>
      <p:sp>
        <p:nvSpPr>
          <p:cNvPr id="605" name="Google Shape;605;p23"/>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6" name="Google Shape;606;p23"/>
          <p:cNvSpPr txBox="1"/>
          <p:nvPr>
            <p:ph idx="1" type="subTitle"/>
          </p:nvPr>
        </p:nvSpPr>
        <p:spPr>
          <a:xfrm>
            <a:off x="1729263" y="3588800"/>
            <a:ext cx="2859600" cy="774000"/>
          </a:xfrm>
          <a:prstGeom prst="rect">
            <a:avLst/>
          </a:prstGeom>
        </p:spPr>
        <p:txBody>
          <a:bodyPr anchorCtr="0" anchor="t" bIns="0" lIns="0" spcFirstLastPara="1" rIns="0" wrap="square" tIns="0">
            <a:noAutofit/>
          </a:bodyPr>
          <a:lstStyle>
            <a:lvl1pPr lvl="0" marR="548640" rtl="0" algn="ctr">
              <a:lnSpc>
                <a:spcPct val="100000"/>
              </a:lnSpc>
              <a:spcBef>
                <a:spcPts val="0"/>
              </a:spcBef>
              <a:spcAft>
                <a:spcPts val="0"/>
              </a:spcAft>
              <a:buClr>
                <a:schemeClr val="dk1"/>
              </a:buClr>
              <a:buSzPts val="1600"/>
              <a:buChar char="●"/>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Char char="○"/>
              <a:defRPr sz="1600">
                <a:solidFill>
                  <a:schemeClr val="dk1"/>
                </a:solidFill>
              </a:defRPr>
            </a:lvl2pPr>
            <a:lvl3pPr lvl="2" rtl="0">
              <a:lnSpc>
                <a:spcPct val="100000"/>
              </a:lnSpc>
              <a:spcBef>
                <a:spcPts val="0"/>
              </a:spcBef>
              <a:spcAft>
                <a:spcPts val="0"/>
              </a:spcAft>
              <a:buClr>
                <a:schemeClr val="dk1"/>
              </a:buClr>
              <a:buSzPts val="1600"/>
              <a:buChar char="■"/>
              <a:defRPr sz="1600">
                <a:solidFill>
                  <a:schemeClr val="dk1"/>
                </a:solidFill>
              </a:defRPr>
            </a:lvl3pPr>
            <a:lvl4pPr lvl="3" rtl="0">
              <a:lnSpc>
                <a:spcPct val="100000"/>
              </a:lnSpc>
              <a:spcBef>
                <a:spcPts val="0"/>
              </a:spcBef>
              <a:spcAft>
                <a:spcPts val="0"/>
              </a:spcAft>
              <a:buClr>
                <a:schemeClr val="dk1"/>
              </a:buClr>
              <a:buSzPts val="1600"/>
              <a:buChar char="●"/>
              <a:defRPr sz="1600">
                <a:solidFill>
                  <a:schemeClr val="dk1"/>
                </a:solidFill>
              </a:defRPr>
            </a:lvl4pPr>
            <a:lvl5pPr lvl="4" rtl="0">
              <a:lnSpc>
                <a:spcPct val="100000"/>
              </a:lnSpc>
              <a:spcBef>
                <a:spcPts val="0"/>
              </a:spcBef>
              <a:spcAft>
                <a:spcPts val="0"/>
              </a:spcAft>
              <a:buClr>
                <a:schemeClr val="dk1"/>
              </a:buClr>
              <a:buSzPts val="1600"/>
              <a:buChar char="○"/>
              <a:defRPr sz="1600">
                <a:solidFill>
                  <a:schemeClr val="dk1"/>
                </a:solidFill>
              </a:defRPr>
            </a:lvl5pPr>
            <a:lvl6pPr lvl="5" rtl="0">
              <a:lnSpc>
                <a:spcPct val="100000"/>
              </a:lnSpc>
              <a:spcBef>
                <a:spcPts val="0"/>
              </a:spcBef>
              <a:spcAft>
                <a:spcPts val="0"/>
              </a:spcAft>
              <a:buClr>
                <a:schemeClr val="dk1"/>
              </a:buClr>
              <a:buSzPts val="1600"/>
              <a:buChar char="■"/>
              <a:defRPr sz="1600">
                <a:solidFill>
                  <a:schemeClr val="dk1"/>
                </a:solidFill>
              </a:defRPr>
            </a:lvl6pPr>
            <a:lvl7pPr lvl="6" rtl="0">
              <a:lnSpc>
                <a:spcPct val="100000"/>
              </a:lnSpc>
              <a:spcBef>
                <a:spcPts val="0"/>
              </a:spcBef>
              <a:spcAft>
                <a:spcPts val="0"/>
              </a:spcAft>
              <a:buClr>
                <a:schemeClr val="dk1"/>
              </a:buClr>
              <a:buSzPts val="1600"/>
              <a:buChar char="●"/>
              <a:defRPr sz="1600">
                <a:solidFill>
                  <a:schemeClr val="dk1"/>
                </a:solidFill>
              </a:defRPr>
            </a:lvl7pPr>
            <a:lvl8pPr lvl="7" rtl="0">
              <a:lnSpc>
                <a:spcPct val="100000"/>
              </a:lnSpc>
              <a:spcBef>
                <a:spcPts val="0"/>
              </a:spcBef>
              <a:spcAft>
                <a:spcPts val="0"/>
              </a:spcAft>
              <a:buClr>
                <a:schemeClr val="dk1"/>
              </a:buClr>
              <a:buSzPts val="1600"/>
              <a:buChar char="○"/>
              <a:defRPr sz="1600">
                <a:solidFill>
                  <a:schemeClr val="dk1"/>
                </a:solidFill>
              </a:defRPr>
            </a:lvl8pPr>
            <a:lvl9pPr lvl="8" rtl="0">
              <a:lnSpc>
                <a:spcPct val="100000"/>
              </a:lnSpc>
              <a:spcBef>
                <a:spcPts val="0"/>
              </a:spcBef>
              <a:spcAft>
                <a:spcPts val="0"/>
              </a:spcAft>
              <a:buClr>
                <a:schemeClr val="dk1"/>
              </a:buClr>
              <a:buSzPts val="1600"/>
              <a:buChar char="■"/>
              <a:defRPr sz="1600">
                <a:solidFill>
                  <a:schemeClr val="dk1"/>
                </a:solidFill>
              </a:defRPr>
            </a:lvl9pPr>
          </a:lstStyle>
          <a:p/>
        </p:txBody>
      </p:sp>
      <p:sp>
        <p:nvSpPr>
          <p:cNvPr id="607" name="Google Shape;607;p23"/>
          <p:cNvSpPr txBox="1"/>
          <p:nvPr>
            <p:ph idx="2" type="subTitle"/>
          </p:nvPr>
        </p:nvSpPr>
        <p:spPr>
          <a:xfrm>
            <a:off x="1728063" y="3119025"/>
            <a:ext cx="2862000" cy="340800"/>
          </a:xfrm>
          <a:prstGeom prst="rect">
            <a:avLst/>
          </a:prstGeom>
          <a:noFill/>
        </p:spPr>
        <p:txBody>
          <a:bodyPr anchorCtr="0" anchor="t" bIns="0" lIns="0" spcFirstLastPara="1" rIns="0" wrap="square" tIns="0">
            <a:noAutofit/>
          </a:bodyPr>
          <a:lstStyle>
            <a:lvl1pPr lvl="0" rtl="0" algn="ctr">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
        <p:nvSpPr>
          <p:cNvPr id="608" name="Google Shape;608;p23"/>
          <p:cNvSpPr txBox="1"/>
          <p:nvPr>
            <p:ph idx="3" type="subTitle"/>
          </p:nvPr>
        </p:nvSpPr>
        <p:spPr>
          <a:xfrm>
            <a:off x="4555138" y="3588800"/>
            <a:ext cx="2859600" cy="774000"/>
          </a:xfrm>
          <a:prstGeom prst="rect">
            <a:avLst/>
          </a:prstGeom>
        </p:spPr>
        <p:txBody>
          <a:bodyPr anchorCtr="0" anchor="t" bIns="0" lIns="0" spcFirstLastPara="1" rIns="0" wrap="square" tIns="0">
            <a:noAutofit/>
          </a:bodyPr>
          <a:lstStyle>
            <a:lvl1pPr lvl="0" marR="548640" rtl="0" algn="ctr">
              <a:lnSpc>
                <a:spcPct val="100000"/>
              </a:lnSpc>
              <a:spcBef>
                <a:spcPts val="0"/>
              </a:spcBef>
              <a:spcAft>
                <a:spcPts val="0"/>
              </a:spcAft>
              <a:buClr>
                <a:schemeClr val="dk1"/>
              </a:buClr>
              <a:buSzPts val="1600"/>
              <a:buChar char="●"/>
              <a:defRPr sz="1400">
                <a:latin typeface="Assistant"/>
                <a:ea typeface="Assistant"/>
                <a:cs typeface="Assistant"/>
                <a:sym typeface="Assistant"/>
              </a:defRPr>
            </a:lvl1pPr>
            <a:lvl2pPr lvl="1" rtl="0">
              <a:lnSpc>
                <a:spcPct val="100000"/>
              </a:lnSpc>
              <a:spcBef>
                <a:spcPts val="0"/>
              </a:spcBef>
              <a:spcAft>
                <a:spcPts val="0"/>
              </a:spcAft>
              <a:buClr>
                <a:schemeClr val="dk1"/>
              </a:buClr>
              <a:buSzPts val="1600"/>
              <a:buChar char="○"/>
              <a:defRPr sz="1600">
                <a:solidFill>
                  <a:schemeClr val="dk1"/>
                </a:solidFill>
              </a:defRPr>
            </a:lvl2pPr>
            <a:lvl3pPr lvl="2" rtl="0">
              <a:lnSpc>
                <a:spcPct val="100000"/>
              </a:lnSpc>
              <a:spcBef>
                <a:spcPts val="0"/>
              </a:spcBef>
              <a:spcAft>
                <a:spcPts val="0"/>
              </a:spcAft>
              <a:buClr>
                <a:schemeClr val="dk1"/>
              </a:buClr>
              <a:buSzPts val="1600"/>
              <a:buChar char="■"/>
              <a:defRPr sz="1600">
                <a:solidFill>
                  <a:schemeClr val="dk1"/>
                </a:solidFill>
              </a:defRPr>
            </a:lvl3pPr>
            <a:lvl4pPr lvl="3" rtl="0">
              <a:lnSpc>
                <a:spcPct val="100000"/>
              </a:lnSpc>
              <a:spcBef>
                <a:spcPts val="0"/>
              </a:spcBef>
              <a:spcAft>
                <a:spcPts val="0"/>
              </a:spcAft>
              <a:buClr>
                <a:schemeClr val="dk1"/>
              </a:buClr>
              <a:buSzPts val="1600"/>
              <a:buChar char="●"/>
              <a:defRPr sz="1600">
                <a:solidFill>
                  <a:schemeClr val="dk1"/>
                </a:solidFill>
              </a:defRPr>
            </a:lvl4pPr>
            <a:lvl5pPr lvl="4" rtl="0">
              <a:lnSpc>
                <a:spcPct val="100000"/>
              </a:lnSpc>
              <a:spcBef>
                <a:spcPts val="0"/>
              </a:spcBef>
              <a:spcAft>
                <a:spcPts val="0"/>
              </a:spcAft>
              <a:buClr>
                <a:schemeClr val="dk1"/>
              </a:buClr>
              <a:buSzPts val="1600"/>
              <a:buChar char="○"/>
              <a:defRPr sz="1600">
                <a:solidFill>
                  <a:schemeClr val="dk1"/>
                </a:solidFill>
              </a:defRPr>
            </a:lvl5pPr>
            <a:lvl6pPr lvl="5" rtl="0">
              <a:lnSpc>
                <a:spcPct val="100000"/>
              </a:lnSpc>
              <a:spcBef>
                <a:spcPts val="0"/>
              </a:spcBef>
              <a:spcAft>
                <a:spcPts val="0"/>
              </a:spcAft>
              <a:buClr>
                <a:schemeClr val="dk1"/>
              </a:buClr>
              <a:buSzPts val="1600"/>
              <a:buChar char="■"/>
              <a:defRPr sz="1600">
                <a:solidFill>
                  <a:schemeClr val="dk1"/>
                </a:solidFill>
              </a:defRPr>
            </a:lvl6pPr>
            <a:lvl7pPr lvl="6" rtl="0">
              <a:lnSpc>
                <a:spcPct val="100000"/>
              </a:lnSpc>
              <a:spcBef>
                <a:spcPts val="0"/>
              </a:spcBef>
              <a:spcAft>
                <a:spcPts val="0"/>
              </a:spcAft>
              <a:buClr>
                <a:schemeClr val="dk1"/>
              </a:buClr>
              <a:buSzPts val="1600"/>
              <a:buChar char="●"/>
              <a:defRPr sz="1600">
                <a:solidFill>
                  <a:schemeClr val="dk1"/>
                </a:solidFill>
              </a:defRPr>
            </a:lvl7pPr>
            <a:lvl8pPr lvl="7" rtl="0">
              <a:lnSpc>
                <a:spcPct val="100000"/>
              </a:lnSpc>
              <a:spcBef>
                <a:spcPts val="0"/>
              </a:spcBef>
              <a:spcAft>
                <a:spcPts val="0"/>
              </a:spcAft>
              <a:buClr>
                <a:schemeClr val="dk1"/>
              </a:buClr>
              <a:buSzPts val="1600"/>
              <a:buChar char="○"/>
              <a:defRPr sz="1600">
                <a:solidFill>
                  <a:schemeClr val="dk1"/>
                </a:solidFill>
              </a:defRPr>
            </a:lvl8pPr>
            <a:lvl9pPr lvl="8" rtl="0">
              <a:lnSpc>
                <a:spcPct val="100000"/>
              </a:lnSpc>
              <a:spcBef>
                <a:spcPts val="0"/>
              </a:spcBef>
              <a:spcAft>
                <a:spcPts val="0"/>
              </a:spcAft>
              <a:buClr>
                <a:schemeClr val="dk1"/>
              </a:buClr>
              <a:buSzPts val="1600"/>
              <a:buChar char="■"/>
              <a:defRPr sz="1600">
                <a:solidFill>
                  <a:schemeClr val="dk1"/>
                </a:solidFill>
              </a:defRPr>
            </a:lvl9pPr>
          </a:lstStyle>
          <a:p/>
        </p:txBody>
      </p:sp>
      <p:sp>
        <p:nvSpPr>
          <p:cNvPr id="609" name="Google Shape;609;p23"/>
          <p:cNvSpPr txBox="1"/>
          <p:nvPr>
            <p:ph idx="4" type="subTitle"/>
          </p:nvPr>
        </p:nvSpPr>
        <p:spPr>
          <a:xfrm>
            <a:off x="4553938" y="3119025"/>
            <a:ext cx="2862000" cy="340800"/>
          </a:xfrm>
          <a:prstGeom prst="rect">
            <a:avLst/>
          </a:prstGeom>
          <a:noFill/>
        </p:spPr>
        <p:txBody>
          <a:bodyPr anchorCtr="0" anchor="t" bIns="0" lIns="0" spcFirstLastPara="1" rIns="0" wrap="square" tIns="0">
            <a:noAutofit/>
          </a:bodyPr>
          <a:lstStyle>
            <a:lvl1pPr lvl="0" rtl="0" algn="ctr">
              <a:spcBef>
                <a:spcPts val="0"/>
              </a:spcBef>
              <a:spcAft>
                <a:spcPts val="0"/>
              </a:spcAft>
              <a:buClr>
                <a:schemeClr val="accent6"/>
              </a:buClr>
              <a:buSzPts val="2000"/>
              <a:buFont typeface="Barlow"/>
              <a:buNone/>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2pPr>
            <a:lvl3pPr lvl="2"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3pPr>
            <a:lvl4pPr lvl="3"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4pPr>
            <a:lvl5pPr lvl="4"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5pPr>
            <a:lvl6pPr lvl="5"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6pPr>
            <a:lvl7pPr lvl="6"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7pPr>
            <a:lvl8pPr lvl="7"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8pPr>
            <a:lvl9pPr lvl="8" rtl="0">
              <a:lnSpc>
                <a:spcPct val="100000"/>
              </a:lnSpc>
              <a:spcBef>
                <a:spcPts val="0"/>
              </a:spcBef>
              <a:spcAft>
                <a:spcPts val="0"/>
              </a:spcAft>
              <a:buClr>
                <a:schemeClr val="accent6"/>
              </a:buClr>
              <a:buSzPts val="2000"/>
              <a:buFont typeface="Barlow"/>
              <a:buNone/>
              <a:defRPr b="1" sz="2000">
                <a:solidFill>
                  <a:schemeClr val="accent6"/>
                </a:solidFill>
                <a:latin typeface="Barlow"/>
                <a:ea typeface="Barlow"/>
                <a:cs typeface="Barlow"/>
                <a:sym typeface="Barlow"/>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610" name="Shape 610"/>
        <p:cNvGrpSpPr/>
        <p:nvPr/>
      </p:nvGrpSpPr>
      <p:grpSpPr>
        <a:xfrm>
          <a:off x="0" y="0"/>
          <a:ext cx="0" cy="0"/>
          <a:chOff x="0" y="0"/>
          <a:chExt cx="0" cy="0"/>
        </a:xfrm>
      </p:grpSpPr>
      <p:sp>
        <p:nvSpPr>
          <p:cNvPr id="611" name="Google Shape;611;p24"/>
          <p:cNvSpPr txBox="1"/>
          <p:nvPr>
            <p:ph type="title"/>
          </p:nvPr>
        </p:nvSpPr>
        <p:spPr>
          <a:xfrm>
            <a:off x="713225" y="445025"/>
            <a:ext cx="7717500" cy="572700"/>
          </a:xfrm>
          <a:prstGeom prst="rect">
            <a:avLst/>
          </a:prstGeom>
        </p:spPr>
        <p:txBody>
          <a:bodyPr anchorCtr="0" anchor="b" bIns="0" lIns="0" spcFirstLastPara="1" rIns="0" wrap="square" tIns="0">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24"/>
          <p:cNvSpPr txBox="1"/>
          <p:nvPr>
            <p:ph idx="1" type="subTitle"/>
          </p:nvPr>
        </p:nvSpPr>
        <p:spPr>
          <a:xfrm>
            <a:off x="1160575" y="1134550"/>
            <a:ext cx="4572000" cy="3684900"/>
          </a:xfrm>
          <a:prstGeom prst="rect">
            <a:avLst/>
          </a:prstGeom>
          <a:noFill/>
        </p:spPr>
        <p:txBody>
          <a:bodyPr anchorCtr="0" anchor="t" bIns="0" lIns="0" spcFirstLastPara="1" rIns="0" wrap="square" tIns="0">
            <a:noAutofit/>
          </a:bodyPr>
          <a:lstStyle>
            <a:lvl1pPr lvl="0" rtl="0">
              <a:spcBef>
                <a:spcPts val="0"/>
              </a:spcBef>
              <a:spcAft>
                <a:spcPts val="0"/>
              </a:spcAft>
              <a:buSzPts val="1600"/>
              <a:buChar char="●"/>
              <a:defRPr b="1" sz="2400">
                <a:solidFill>
                  <a:schemeClr val="accent6"/>
                </a:solidFill>
                <a:latin typeface="Grandstander"/>
                <a:ea typeface="Grandstander"/>
                <a:cs typeface="Grandstander"/>
                <a:sym typeface="Grandstander"/>
              </a:defRPr>
            </a:lvl1pPr>
            <a:lvl2pPr lvl="1" rtl="0">
              <a:lnSpc>
                <a:spcPct val="100000"/>
              </a:lnSpc>
              <a:spcBef>
                <a:spcPts val="0"/>
              </a:spcBef>
              <a:spcAft>
                <a:spcPts val="0"/>
              </a:spcAft>
              <a:buSzPts val="1600"/>
              <a:buChar char="○"/>
              <a:defRPr b="1" sz="2000">
                <a:solidFill>
                  <a:schemeClr val="accent6"/>
                </a:solidFill>
                <a:latin typeface="Barlow"/>
                <a:ea typeface="Barlow"/>
                <a:cs typeface="Barlow"/>
                <a:sym typeface="Barlow"/>
              </a:defRPr>
            </a:lvl2pPr>
            <a:lvl3pPr lvl="2" rtl="0">
              <a:lnSpc>
                <a:spcPct val="100000"/>
              </a:lnSpc>
              <a:spcBef>
                <a:spcPts val="0"/>
              </a:spcBef>
              <a:spcAft>
                <a:spcPts val="0"/>
              </a:spcAft>
              <a:buSzPts val="1600"/>
              <a:buChar char="■"/>
              <a:defRPr b="1" sz="2000">
                <a:solidFill>
                  <a:schemeClr val="accent6"/>
                </a:solidFill>
                <a:latin typeface="Barlow"/>
                <a:ea typeface="Barlow"/>
                <a:cs typeface="Barlow"/>
                <a:sym typeface="Barlow"/>
              </a:defRPr>
            </a:lvl3pPr>
            <a:lvl4pPr lvl="3" rtl="0">
              <a:lnSpc>
                <a:spcPct val="100000"/>
              </a:lnSpc>
              <a:spcBef>
                <a:spcPts val="0"/>
              </a:spcBef>
              <a:spcAft>
                <a:spcPts val="0"/>
              </a:spcAft>
              <a:buSzPts val="1600"/>
              <a:buChar char="●"/>
              <a:defRPr b="1" sz="2000">
                <a:solidFill>
                  <a:schemeClr val="accent6"/>
                </a:solidFill>
                <a:latin typeface="Barlow"/>
                <a:ea typeface="Barlow"/>
                <a:cs typeface="Barlow"/>
                <a:sym typeface="Barlow"/>
              </a:defRPr>
            </a:lvl4pPr>
            <a:lvl5pPr lvl="4" rtl="0">
              <a:lnSpc>
                <a:spcPct val="100000"/>
              </a:lnSpc>
              <a:spcBef>
                <a:spcPts val="0"/>
              </a:spcBef>
              <a:spcAft>
                <a:spcPts val="0"/>
              </a:spcAft>
              <a:buSzPts val="1600"/>
              <a:buChar char="○"/>
              <a:defRPr b="1" sz="2000">
                <a:solidFill>
                  <a:schemeClr val="accent6"/>
                </a:solidFill>
                <a:latin typeface="Barlow"/>
                <a:ea typeface="Barlow"/>
                <a:cs typeface="Barlow"/>
                <a:sym typeface="Barlow"/>
              </a:defRPr>
            </a:lvl5pPr>
            <a:lvl6pPr lvl="5" rtl="0">
              <a:lnSpc>
                <a:spcPct val="100000"/>
              </a:lnSpc>
              <a:spcBef>
                <a:spcPts val="0"/>
              </a:spcBef>
              <a:spcAft>
                <a:spcPts val="0"/>
              </a:spcAft>
              <a:buSzPts val="1600"/>
              <a:buChar char="■"/>
              <a:defRPr b="1" sz="2000">
                <a:solidFill>
                  <a:schemeClr val="accent6"/>
                </a:solidFill>
                <a:latin typeface="Barlow"/>
                <a:ea typeface="Barlow"/>
                <a:cs typeface="Barlow"/>
                <a:sym typeface="Barlow"/>
              </a:defRPr>
            </a:lvl6pPr>
            <a:lvl7pPr lvl="6" rtl="0">
              <a:lnSpc>
                <a:spcPct val="100000"/>
              </a:lnSpc>
              <a:spcBef>
                <a:spcPts val="0"/>
              </a:spcBef>
              <a:spcAft>
                <a:spcPts val="0"/>
              </a:spcAft>
              <a:buSzPts val="1600"/>
              <a:buChar char="●"/>
              <a:defRPr b="1" sz="2000">
                <a:solidFill>
                  <a:schemeClr val="accent6"/>
                </a:solidFill>
                <a:latin typeface="Barlow"/>
                <a:ea typeface="Barlow"/>
                <a:cs typeface="Barlow"/>
                <a:sym typeface="Barlow"/>
              </a:defRPr>
            </a:lvl7pPr>
            <a:lvl8pPr lvl="7" rtl="0">
              <a:lnSpc>
                <a:spcPct val="100000"/>
              </a:lnSpc>
              <a:spcBef>
                <a:spcPts val="0"/>
              </a:spcBef>
              <a:spcAft>
                <a:spcPts val="0"/>
              </a:spcAft>
              <a:buSzPts val="1600"/>
              <a:buChar char="○"/>
              <a:defRPr b="1" sz="2000">
                <a:solidFill>
                  <a:schemeClr val="accent6"/>
                </a:solidFill>
                <a:latin typeface="Barlow"/>
                <a:ea typeface="Barlow"/>
                <a:cs typeface="Barlow"/>
                <a:sym typeface="Barlow"/>
              </a:defRPr>
            </a:lvl8pPr>
            <a:lvl9pPr lvl="8" rtl="0">
              <a:lnSpc>
                <a:spcPct val="100000"/>
              </a:lnSpc>
              <a:spcBef>
                <a:spcPts val="0"/>
              </a:spcBef>
              <a:spcAft>
                <a:spcPts val="0"/>
              </a:spcAft>
              <a:buSzPts val="1600"/>
              <a:buChar char="■"/>
              <a:defRPr b="1" sz="2000">
                <a:solidFill>
                  <a:schemeClr val="accent6"/>
                </a:solidFill>
                <a:latin typeface="Barlow"/>
                <a:ea typeface="Barlow"/>
                <a:cs typeface="Barlow"/>
                <a:sym typeface="Barlow"/>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613" name="Shape 613"/>
        <p:cNvGrpSpPr/>
        <p:nvPr/>
      </p:nvGrpSpPr>
      <p:grpSpPr>
        <a:xfrm>
          <a:off x="0" y="0"/>
          <a:ext cx="0" cy="0"/>
          <a:chOff x="0" y="0"/>
          <a:chExt cx="0" cy="0"/>
        </a:xfrm>
      </p:grpSpPr>
      <p:sp>
        <p:nvSpPr>
          <p:cNvPr id="614" name="Google Shape;614;p25"/>
          <p:cNvSpPr txBox="1"/>
          <p:nvPr>
            <p:ph type="title"/>
          </p:nvPr>
        </p:nvSpPr>
        <p:spPr>
          <a:xfrm>
            <a:off x="2642550" y="609400"/>
            <a:ext cx="3858900" cy="1188600"/>
          </a:xfrm>
          <a:prstGeom prst="rect">
            <a:avLst/>
          </a:prstGeom>
        </p:spPr>
        <p:txBody>
          <a:bodyPr anchorCtr="0" anchor="t" bIns="0" lIns="0" spcFirstLastPara="1" rIns="0" wrap="square" tIns="0">
            <a:noAutofit/>
          </a:bodyPr>
          <a:lstStyle>
            <a:lvl1pPr lvl="0" rtl="0" algn="ctr">
              <a:spcBef>
                <a:spcPts val="0"/>
              </a:spcBef>
              <a:spcAft>
                <a:spcPts val="0"/>
              </a:spcAft>
              <a:buSzPts val="2800"/>
              <a:buNone/>
              <a:defRPr sz="6800"/>
            </a:lvl1pPr>
            <a:lvl2pPr lvl="1" rtl="0" algn="ctr">
              <a:spcBef>
                <a:spcPts val="0"/>
              </a:spcBef>
              <a:spcAft>
                <a:spcPts val="0"/>
              </a:spcAft>
              <a:buSzPts val="2800"/>
              <a:buFont typeface="Francois One"/>
              <a:buNone/>
              <a:defRPr>
                <a:latin typeface="Francois One"/>
                <a:ea typeface="Francois One"/>
                <a:cs typeface="Francois One"/>
                <a:sym typeface="Francois One"/>
              </a:defRPr>
            </a:lvl2pPr>
            <a:lvl3pPr lvl="2" rtl="0" algn="ctr">
              <a:spcBef>
                <a:spcPts val="0"/>
              </a:spcBef>
              <a:spcAft>
                <a:spcPts val="0"/>
              </a:spcAft>
              <a:buSzPts val="2800"/>
              <a:buFont typeface="Francois One"/>
              <a:buNone/>
              <a:defRPr>
                <a:latin typeface="Francois One"/>
                <a:ea typeface="Francois One"/>
                <a:cs typeface="Francois One"/>
                <a:sym typeface="Francois One"/>
              </a:defRPr>
            </a:lvl3pPr>
            <a:lvl4pPr lvl="3" rtl="0" algn="ctr">
              <a:spcBef>
                <a:spcPts val="0"/>
              </a:spcBef>
              <a:spcAft>
                <a:spcPts val="0"/>
              </a:spcAft>
              <a:buSzPts val="2800"/>
              <a:buFont typeface="Francois One"/>
              <a:buNone/>
              <a:defRPr>
                <a:latin typeface="Francois One"/>
                <a:ea typeface="Francois One"/>
                <a:cs typeface="Francois One"/>
                <a:sym typeface="Francois One"/>
              </a:defRPr>
            </a:lvl4pPr>
            <a:lvl5pPr lvl="4" rtl="0" algn="ctr">
              <a:spcBef>
                <a:spcPts val="0"/>
              </a:spcBef>
              <a:spcAft>
                <a:spcPts val="0"/>
              </a:spcAft>
              <a:buSzPts val="2800"/>
              <a:buFont typeface="Francois One"/>
              <a:buNone/>
              <a:defRPr>
                <a:latin typeface="Francois One"/>
                <a:ea typeface="Francois One"/>
                <a:cs typeface="Francois One"/>
                <a:sym typeface="Francois One"/>
              </a:defRPr>
            </a:lvl5pPr>
            <a:lvl6pPr lvl="5" rtl="0" algn="ctr">
              <a:spcBef>
                <a:spcPts val="0"/>
              </a:spcBef>
              <a:spcAft>
                <a:spcPts val="0"/>
              </a:spcAft>
              <a:buSzPts val="2800"/>
              <a:buFont typeface="Francois One"/>
              <a:buNone/>
              <a:defRPr>
                <a:latin typeface="Francois One"/>
                <a:ea typeface="Francois One"/>
                <a:cs typeface="Francois One"/>
                <a:sym typeface="Francois One"/>
              </a:defRPr>
            </a:lvl6pPr>
            <a:lvl7pPr lvl="6" rtl="0" algn="ctr">
              <a:spcBef>
                <a:spcPts val="0"/>
              </a:spcBef>
              <a:spcAft>
                <a:spcPts val="0"/>
              </a:spcAft>
              <a:buSzPts val="2800"/>
              <a:buFont typeface="Francois One"/>
              <a:buNone/>
              <a:defRPr>
                <a:latin typeface="Francois One"/>
                <a:ea typeface="Francois One"/>
                <a:cs typeface="Francois One"/>
                <a:sym typeface="Francois One"/>
              </a:defRPr>
            </a:lvl7pPr>
            <a:lvl8pPr lvl="7" rtl="0" algn="ctr">
              <a:spcBef>
                <a:spcPts val="0"/>
              </a:spcBef>
              <a:spcAft>
                <a:spcPts val="0"/>
              </a:spcAft>
              <a:buSzPts val="2800"/>
              <a:buFont typeface="Francois One"/>
              <a:buNone/>
              <a:defRPr>
                <a:latin typeface="Francois One"/>
                <a:ea typeface="Francois One"/>
                <a:cs typeface="Francois One"/>
                <a:sym typeface="Francois One"/>
              </a:defRPr>
            </a:lvl8pPr>
            <a:lvl9pPr lvl="8" rtl="0" algn="ctr">
              <a:spcBef>
                <a:spcPts val="0"/>
              </a:spcBef>
              <a:spcAft>
                <a:spcPts val="0"/>
              </a:spcAft>
              <a:buSzPts val="2800"/>
              <a:buFont typeface="Francois One"/>
              <a:buNone/>
              <a:defRPr>
                <a:latin typeface="Francois One"/>
                <a:ea typeface="Francois One"/>
                <a:cs typeface="Francois One"/>
                <a:sym typeface="Francois One"/>
              </a:defRPr>
            </a:lvl9pPr>
          </a:lstStyle>
          <a:p/>
        </p:txBody>
      </p:sp>
      <p:sp>
        <p:nvSpPr>
          <p:cNvPr id="615" name="Google Shape;615;p25"/>
          <p:cNvSpPr txBox="1"/>
          <p:nvPr>
            <p:ph idx="1" type="subTitle"/>
          </p:nvPr>
        </p:nvSpPr>
        <p:spPr>
          <a:xfrm>
            <a:off x="2642550" y="1691649"/>
            <a:ext cx="3858900" cy="1050000"/>
          </a:xfrm>
          <a:prstGeom prst="rect">
            <a:avLst/>
          </a:prstGeom>
          <a:noFill/>
        </p:spPr>
        <p:txBody>
          <a:bodyPr anchorCtr="0" anchor="t" bIns="0" lIns="0" spcFirstLastPara="1" rIns="0" wrap="square" tIns="0">
            <a:noAutofit/>
          </a:bodyPr>
          <a:lstStyle>
            <a:lvl1pPr lvl="0" rtl="0" algn="ctr">
              <a:spcBef>
                <a:spcPts val="0"/>
              </a:spcBef>
              <a:spcAft>
                <a:spcPts val="0"/>
              </a:spcAft>
              <a:buSzPts val="2100"/>
              <a:buFont typeface="Assistant"/>
              <a:buNone/>
              <a:defRPr sz="1600">
                <a:latin typeface="Assistant"/>
                <a:ea typeface="Assistant"/>
                <a:cs typeface="Assistant"/>
                <a:sym typeface="Assistant"/>
              </a:defRPr>
            </a:lvl1pPr>
            <a:lvl2pPr lvl="1" rtl="0" algn="ctr">
              <a:lnSpc>
                <a:spcPct val="100000"/>
              </a:lnSpc>
              <a:spcBef>
                <a:spcPts val="0"/>
              </a:spcBef>
              <a:spcAft>
                <a:spcPts val="0"/>
              </a:spcAft>
              <a:buSzPts val="2100"/>
              <a:buFont typeface="Roboto"/>
              <a:buNone/>
              <a:defRPr b="1" sz="2100">
                <a:latin typeface="Roboto"/>
                <a:ea typeface="Roboto"/>
                <a:cs typeface="Roboto"/>
                <a:sym typeface="Roboto"/>
              </a:defRPr>
            </a:lvl2pPr>
            <a:lvl3pPr lvl="2" rtl="0" algn="ctr">
              <a:lnSpc>
                <a:spcPct val="100000"/>
              </a:lnSpc>
              <a:spcBef>
                <a:spcPts val="0"/>
              </a:spcBef>
              <a:spcAft>
                <a:spcPts val="0"/>
              </a:spcAft>
              <a:buSzPts val="2100"/>
              <a:buFont typeface="Roboto"/>
              <a:buNone/>
              <a:defRPr b="1" sz="2100">
                <a:latin typeface="Roboto"/>
                <a:ea typeface="Roboto"/>
                <a:cs typeface="Roboto"/>
                <a:sym typeface="Roboto"/>
              </a:defRPr>
            </a:lvl3pPr>
            <a:lvl4pPr lvl="3" rtl="0" algn="ctr">
              <a:lnSpc>
                <a:spcPct val="100000"/>
              </a:lnSpc>
              <a:spcBef>
                <a:spcPts val="0"/>
              </a:spcBef>
              <a:spcAft>
                <a:spcPts val="0"/>
              </a:spcAft>
              <a:buSzPts val="2100"/>
              <a:buFont typeface="Roboto"/>
              <a:buNone/>
              <a:defRPr b="1" sz="2100">
                <a:latin typeface="Roboto"/>
                <a:ea typeface="Roboto"/>
                <a:cs typeface="Roboto"/>
                <a:sym typeface="Roboto"/>
              </a:defRPr>
            </a:lvl4pPr>
            <a:lvl5pPr lvl="4" rtl="0" algn="ctr">
              <a:lnSpc>
                <a:spcPct val="100000"/>
              </a:lnSpc>
              <a:spcBef>
                <a:spcPts val="0"/>
              </a:spcBef>
              <a:spcAft>
                <a:spcPts val="0"/>
              </a:spcAft>
              <a:buSzPts val="2100"/>
              <a:buFont typeface="Roboto"/>
              <a:buNone/>
              <a:defRPr b="1" sz="2100">
                <a:latin typeface="Roboto"/>
                <a:ea typeface="Roboto"/>
                <a:cs typeface="Roboto"/>
                <a:sym typeface="Roboto"/>
              </a:defRPr>
            </a:lvl5pPr>
            <a:lvl6pPr lvl="5" rtl="0" algn="ctr">
              <a:lnSpc>
                <a:spcPct val="100000"/>
              </a:lnSpc>
              <a:spcBef>
                <a:spcPts val="0"/>
              </a:spcBef>
              <a:spcAft>
                <a:spcPts val="0"/>
              </a:spcAft>
              <a:buSzPts val="2100"/>
              <a:buFont typeface="Roboto"/>
              <a:buNone/>
              <a:defRPr b="1" sz="2100">
                <a:latin typeface="Roboto"/>
                <a:ea typeface="Roboto"/>
                <a:cs typeface="Roboto"/>
                <a:sym typeface="Roboto"/>
              </a:defRPr>
            </a:lvl6pPr>
            <a:lvl7pPr lvl="6" rtl="0" algn="ctr">
              <a:lnSpc>
                <a:spcPct val="100000"/>
              </a:lnSpc>
              <a:spcBef>
                <a:spcPts val="0"/>
              </a:spcBef>
              <a:spcAft>
                <a:spcPts val="0"/>
              </a:spcAft>
              <a:buSzPts val="2100"/>
              <a:buFont typeface="Roboto"/>
              <a:buNone/>
              <a:defRPr b="1" sz="2100">
                <a:latin typeface="Roboto"/>
                <a:ea typeface="Roboto"/>
                <a:cs typeface="Roboto"/>
                <a:sym typeface="Roboto"/>
              </a:defRPr>
            </a:lvl7pPr>
            <a:lvl8pPr lvl="7" rtl="0" algn="ctr">
              <a:lnSpc>
                <a:spcPct val="100000"/>
              </a:lnSpc>
              <a:spcBef>
                <a:spcPts val="0"/>
              </a:spcBef>
              <a:spcAft>
                <a:spcPts val="0"/>
              </a:spcAft>
              <a:buSzPts val="2100"/>
              <a:buFont typeface="Roboto"/>
              <a:buNone/>
              <a:defRPr b="1" sz="2100">
                <a:latin typeface="Roboto"/>
                <a:ea typeface="Roboto"/>
                <a:cs typeface="Roboto"/>
                <a:sym typeface="Roboto"/>
              </a:defRPr>
            </a:lvl8pPr>
            <a:lvl9pPr lvl="8" rtl="0" algn="ctr">
              <a:lnSpc>
                <a:spcPct val="100000"/>
              </a:lnSpc>
              <a:spcBef>
                <a:spcPts val="0"/>
              </a:spcBef>
              <a:spcAft>
                <a:spcPts val="0"/>
              </a:spcAft>
              <a:buSzPts val="2100"/>
              <a:buFont typeface="Roboto"/>
              <a:buNone/>
              <a:defRPr b="1" sz="2100">
                <a:latin typeface="Roboto"/>
                <a:ea typeface="Roboto"/>
                <a:cs typeface="Roboto"/>
                <a:sym typeface="Roboto"/>
              </a:defRPr>
            </a:lvl9pPr>
          </a:lstStyle>
          <a:p/>
        </p:txBody>
      </p:sp>
      <p:sp>
        <p:nvSpPr>
          <p:cNvPr id="616" name="Google Shape;616;p25"/>
          <p:cNvSpPr txBox="1"/>
          <p:nvPr/>
        </p:nvSpPr>
        <p:spPr>
          <a:xfrm>
            <a:off x="2253300" y="3538700"/>
            <a:ext cx="4637400" cy="469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Archivo Narrow"/>
              <a:buNone/>
            </a:pPr>
            <a:r>
              <a:rPr lang="en" sz="1200">
                <a:solidFill>
                  <a:schemeClr val="dk1"/>
                </a:solidFill>
                <a:latin typeface="Assistant"/>
                <a:ea typeface="Assistant"/>
                <a:cs typeface="Assistant"/>
                <a:sym typeface="Assistant"/>
              </a:rPr>
              <a:t>CREDITS: This presentation template was created by </a:t>
            </a:r>
            <a:r>
              <a:rPr b="1" lang="en" sz="1200">
                <a:solidFill>
                  <a:schemeClr val="dk1"/>
                </a:solidFill>
                <a:uFill>
                  <a:noFill/>
                </a:uFill>
                <a:latin typeface="Assistant"/>
                <a:ea typeface="Assistant"/>
                <a:cs typeface="Assistant"/>
                <a:sym typeface="Assistant"/>
                <a:hlinkClick r:id="rId2">
                  <a:extLst>
                    <a:ext uri="{A12FA001-AC4F-418D-AE19-62706E023703}">
                      <ahyp:hlinkClr val="tx"/>
                    </a:ext>
                  </a:extLst>
                </a:hlinkClick>
              </a:rPr>
              <a:t>Slidesgo</a:t>
            </a:r>
            <a:r>
              <a:rPr lang="en" sz="1200">
                <a:solidFill>
                  <a:schemeClr val="dk1"/>
                </a:solidFill>
                <a:latin typeface="Assistant"/>
                <a:ea typeface="Assistant"/>
                <a:cs typeface="Assistant"/>
                <a:sym typeface="Assistant"/>
              </a:rPr>
              <a:t>, including icons by </a:t>
            </a:r>
            <a:r>
              <a:rPr b="1" lang="en" sz="1200">
                <a:solidFill>
                  <a:schemeClr val="dk1"/>
                </a:solidFill>
                <a:uFill>
                  <a:noFill/>
                </a:uFill>
                <a:latin typeface="Assistant"/>
                <a:ea typeface="Assistant"/>
                <a:cs typeface="Assistant"/>
                <a:sym typeface="Assistant"/>
                <a:hlinkClick r:id="rId3">
                  <a:extLst>
                    <a:ext uri="{A12FA001-AC4F-418D-AE19-62706E023703}">
                      <ahyp:hlinkClr val="tx"/>
                    </a:ext>
                  </a:extLst>
                </a:hlinkClick>
              </a:rPr>
              <a:t>Flaticon</a:t>
            </a:r>
            <a:r>
              <a:rPr lang="en" sz="1200">
                <a:solidFill>
                  <a:schemeClr val="dk1"/>
                </a:solidFill>
                <a:latin typeface="Assistant"/>
                <a:ea typeface="Assistant"/>
                <a:cs typeface="Assistant"/>
                <a:sym typeface="Assistant"/>
              </a:rPr>
              <a:t>, and infographics &amp; images by </a:t>
            </a:r>
            <a:r>
              <a:rPr b="1" lang="en" sz="1200">
                <a:solidFill>
                  <a:schemeClr val="dk1"/>
                </a:solidFill>
                <a:uFill>
                  <a:noFill/>
                </a:uFill>
                <a:latin typeface="Assistant"/>
                <a:ea typeface="Assistant"/>
                <a:cs typeface="Assistant"/>
                <a:sym typeface="Assistant"/>
                <a:hlinkClick r:id="rId4">
                  <a:extLst>
                    <a:ext uri="{A12FA001-AC4F-418D-AE19-62706E023703}">
                      <ahyp:hlinkClr val="tx"/>
                    </a:ext>
                  </a:extLst>
                </a:hlinkClick>
              </a:rPr>
              <a:t>Freepik</a:t>
            </a:r>
            <a:r>
              <a:rPr lang="en" sz="1200">
                <a:solidFill>
                  <a:schemeClr val="dk1"/>
                </a:solidFill>
                <a:latin typeface="Assistant"/>
                <a:ea typeface="Assistant"/>
                <a:cs typeface="Assistant"/>
                <a:sym typeface="Assistant"/>
              </a:rPr>
              <a:t> </a:t>
            </a:r>
            <a:endParaRPr sz="1200">
              <a:solidFill>
                <a:schemeClr val="dk1"/>
              </a:solidFill>
              <a:latin typeface="Assistant"/>
              <a:ea typeface="Assistant"/>
              <a:cs typeface="Assistant"/>
              <a:sym typeface="Assistant"/>
            </a:endParaRPr>
          </a:p>
        </p:txBody>
      </p:sp>
      <p:grpSp>
        <p:nvGrpSpPr>
          <p:cNvPr id="617" name="Google Shape;617;p25"/>
          <p:cNvGrpSpPr/>
          <p:nvPr/>
        </p:nvGrpSpPr>
        <p:grpSpPr>
          <a:xfrm>
            <a:off x="295574" y="2741642"/>
            <a:ext cx="751817" cy="1220960"/>
            <a:chOff x="139699" y="3659267"/>
            <a:chExt cx="751817" cy="1220960"/>
          </a:xfrm>
        </p:grpSpPr>
        <p:grpSp>
          <p:nvGrpSpPr>
            <p:cNvPr id="618" name="Google Shape;618;p25"/>
            <p:cNvGrpSpPr/>
            <p:nvPr/>
          </p:nvGrpSpPr>
          <p:grpSpPr>
            <a:xfrm>
              <a:off x="471564" y="4135093"/>
              <a:ext cx="128153" cy="131499"/>
              <a:chOff x="4915051" y="3921555"/>
              <a:chExt cx="128153" cy="131499"/>
            </a:xfrm>
          </p:grpSpPr>
          <p:sp>
            <p:nvSpPr>
              <p:cNvPr id="619" name="Google Shape;619;p25"/>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5"/>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5"/>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5"/>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4" name="Google Shape;624;p25"/>
            <p:cNvSpPr/>
            <p:nvPr/>
          </p:nvSpPr>
          <p:spPr>
            <a:xfrm>
              <a:off x="305085" y="4479239"/>
              <a:ext cx="97803" cy="97803"/>
            </a:xfrm>
            <a:custGeom>
              <a:rect b="b" l="l" r="r" t="t"/>
              <a:pathLst>
                <a:path extrusionOk="0" h="1666" w="1666">
                  <a:moveTo>
                    <a:pt x="824" y="249"/>
                  </a:moveTo>
                  <a:cubicBezTo>
                    <a:pt x="996" y="249"/>
                    <a:pt x="1130" y="326"/>
                    <a:pt x="1226" y="441"/>
                  </a:cubicBezTo>
                  <a:cubicBezTo>
                    <a:pt x="1360" y="537"/>
                    <a:pt x="1398" y="671"/>
                    <a:pt x="1398" y="843"/>
                  </a:cubicBezTo>
                  <a:cubicBezTo>
                    <a:pt x="1398" y="1149"/>
                    <a:pt x="1111" y="1417"/>
                    <a:pt x="805" y="1417"/>
                  </a:cubicBezTo>
                  <a:cubicBezTo>
                    <a:pt x="498" y="1417"/>
                    <a:pt x="230" y="1149"/>
                    <a:pt x="230" y="824"/>
                  </a:cubicBezTo>
                  <a:cubicBezTo>
                    <a:pt x="230" y="517"/>
                    <a:pt x="498" y="249"/>
                    <a:pt x="824" y="249"/>
                  </a:cubicBezTo>
                  <a:close/>
                  <a:moveTo>
                    <a:pt x="824" y="1"/>
                  </a:moveTo>
                  <a:cubicBezTo>
                    <a:pt x="383" y="1"/>
                    <a:pt x="1" y="364"/>
                    <a:pt x="1" y="824"/>
                  </a:cubicBezTo>
                  <a:cubicBezTo>
                    <a:pt x="1" y="1283"/>
                    <a:pt x="383" y="1666"/>
                    <a:pt x="824" y="1666"/>
                  </a:cubicBezTo>
                  <a:cubicBezTo>
                    <a:pt x="1283" y="1666"/>
                    <a:pt x="1666" y="1302"/>
                    <a:pt x="1666" y="824"/>
                  </a:cubicBezTo>
                  <a:cubicBezTo>
                    <a:pt x="1666" y="613"/>
                    <a:pt x="1570" y="422"/>
                    <a:pt x="1436" y="249"/>
                  </a:cubicBezTo>
                  <a:cubicBezTo>
                    <a:pt x="1264" y="96"/>
                    <a:pt x="1053" y="1"/>
                    <a:pt x="8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5"/>
            <p:cNvSpPr/>
            <p:nvPr/>
          </p:nvSpPr>
          <p:spPr>
            <a:xfrm>
              <a:off x="139699" y="3659267"/>
              <a:ext cx="215800" cy="207698"/>
            </a:xfrm>
            <a:custGeom>
              <a:rect b="b" l="l" r="r" t="t"/>
              <a:pathLst>
                <a:path extrusionOk="0" h="3538" w="3676">
                  <a:moveTo>
                    <a:pt x="1378" y="284"/>
                  </a:moveTo>
                  <a:cubicBezTo>
                    <a:pt x="1474" y="380"/>
                    <a:pt x="1665" y="571"/>
                    <a:pt x="1972" y="954"/>
                  </a:cubicBezTo>
                  <a:cubicBezTo>
                    <a:pt x="1780" y="1031"/>
                    <a:pt x="1570" y="1126"/>
                    <a:pt x="1321" y="1222"/>
                  </a:cubicBezTo>
                  <a:cubicBezTo>
                    <a:pt x="1302" y="705"/>
                    <a:pt x="1359" y="399"/>
                    <a:pt x="1378" y="284"/>
                  </a:cubicBezTo>
                  <a:close/>
                  <a:moveTo>
                    <a:pt x="3225" y="816"/>
                  </a:moveTo>
                  <a:cubicBezTo>
                    <a:pt x="3243" y="816"/>
                    <a:pt x="3259" y="818"/>
                    <a:pt x="3273" y="820"/>
                  </a:cubicBezTo>
                  <a:cubicBezTo>
                    <a:pt x="3177" y="954"/>
                    <a:pt x="2986" y="1241"/>
                    <a:pt x="2775" y="1586"/>
                  </a:cubicBezTo>
                  <a:cubicBezTo>
                    <a:pt x="2641" y="1394"/>
                    <a:pt x="2507" y="1222"/>
                    <a:pt x="2354" y="1050"/>
                  </a:cubicBezTo>
                  <a:cubicBezTo>
                    <a:pt x="2826" y="881"/>
                    <a:pt x="3090" y="816"/>
                    <a:pt x="3225" y="816"/>
                  </a:cubicBezTo>
                  <a:close/>
                  <a:moveTo>
                    <a:pt x="1091" y="1566"/>
                  </a:moveTo>
                  <a:cubicBezTo>
                    <a:pt x="1091" y="1758"/>
                    <a:pt x="1091" y="1949"/>
                    <a:pt x="1110" y="2141"/>
                  </a:cubicBezTo>
                  <a:cubicBezTo>
                    <a:pt x="708" y="2007"/>
                    <a:pt x="498" y="1949"/>
                    <a:pt x="383" y="1892"/>
                  </a:cubicBezTo>
                  <a:cubicBezTo>
                    <a:pt x="517" y="1815"/>
                    <a:pt x="785" y="1700"/>
                    <a:pt x="1091" y="1566"/>
                  </a:cubicBezTo>
                  <a:close/>
                  <a:moveTo>
                    <a:pt x="2125" y="1107"/>
                  </a:moveTo>
                  <a:lnTo>
                    <a:pt x="2622" y="1758"/>
                  </a:lnTo>
                  <a:cubicBezTo>
                    <a:pt x="2450" y="2007"/>
                    <a:pt x="2316" y="2236"/>
                    <a:pt x="2163" y="2409"/>
                  </a:cubicBezTo>
                  <a:cubicBezTo>
                    <a:pt x="1914" y="2351"/>
                    <a:pt x="1627" y="2275"/>
                    <a:pt x="1359" y="2198"/>
                  </a:cubicBezTo>
                  <a:cubicBezTo>
                    <a:pt x="1340" y="1968"/>
                    <a:pt x="1340" y="1700"/>
                    <a:pt x="1302" y="1432"/>
                  </a:cubicBezTo>
                  <a:cubicBezTo>
                    <a:pt x="1608" y="1318"/>
                    <a:pt x="1876" y="1203"/>
                    <a:pt x="2125" y="1107"/>
                  </a:cubicBezTo>
                  <a:close/>
                  <a:moveTo>
                    <a:pt x="2795" y="1968"/>
                  </a:moveTo>
                  <a:cubicBezTo>
                    <a:pt x="3082" y="2351"/>
                    <a:pt x="3254" y="2562"/>
                    <a:pt x="3311" y="2715"/>
                  </a:cubicBezTo>
                  <a:cubicBezTo>
                    <a:pt x="3158" y="2657"/>
                    <a:pt x="2833" y="2581"/>
                    <a:pt x="2431" y="2485"/>
                  </a:cubicBezTo>
                  <a:cubicBezTo>
                    <a:pt x="2527" y="2351"/>
                    <a:pt x="2680" y="2160"/>
                    <a:pt x="2795" y="1968"/>
                  </a:cubicBezTo>
                  <a:close/>
                  <a:moveTo>
                    <a:pt x="1378" y="2466"/>
                  </a:moveTo>
                  <a:lnTo>
                    <a:pt x="1378" y="2466"/>
                  </a:lnTo>
                  <a:cubicBezTo>
                    <a:pt x="1589" y="2523"/>
                    <a:pt x="1818" y="2581"/>
                    <a:pt x="2029" y="2638"/>
                  </a:cubicBezTo>
                  <a:cubicBezTo>
                    <a:pt x="1704" y="3059"/>
                    <a:pt x="1570" y="3232"/>
                    <a:pt x="1493" y="3270"/>
                  </a:cubicBezTo>
                  <a:cubicBezTo>
                    <a:pt x="1455" y="3155"/>
                    <a:pt x="1436" y="2887"/>
                    <a:pt x="1378" y="2466"/>
                  </a:cubicBezTo>
                  <a:close/>
                  <a:moveTo>
                    <a:pt x="1334" y="1"/>
                  </a:moveTo>
                  <a:cubicBezTo>
                    <a:pt x="1286" y="1"/>
                    <a:pt x="1239" y="21"/>
                    <a:pt x="1206" y="54"/>
                  </a:cubicBezTo>
                  <a:cubicBezTo>
                    <a:pt x="1168" y="93"/>
                    <a:pt x="1053" y="227"/>
                    <a:pt x="1072" y="1318"/>
                  </a:cubicBezTo>
                  <a:cubicBezTo>
                    <a:pt x="517" y="1528"/>
                    <a:pt x="115" y="1758"/>
                    <a:pt x="96" y="1758"/>
                  </a:cubicBezTo>
                  <a:cubicBezTo>
                    <a:pt x="19" y="1796"/>
                    <a:pt x="0" y="1834"/>
                    <a:pt x="0" y="1892"/>
                  </a:cubicBezTo>
                  <a:cubicBezTo>
                    <a:pt x="0" y="1988"/>
                    <a:pt x="19" y="2064"/>
                    <a:pt x="1110" y="2390"/>
                  </a:cubicBezTo>
                  <a:cubicBezTo>
                    <a:pt x="1168" y="2830"/>
                    <a:pt x="1206" y="3327"/>
                    <a:pt x="1302" y="3481"/>
                  </a:cubicBezTo>
                  <a:cubicBezTo>
                    <a:pt x="1359" y="3519"/>
                    <a:pt x="1397" y="3538"/>
                    <a:pt x="1455" y="3538"/>
                  </a:cubicBezTo>
                  <a:cubicBezTo>
                    <a:pt x="1550" y="3538"/>
                    <a:pt x="1723" y="3481"/>
                    <a:pt x="2259" y="2734"/>
                  </a:cubicBezTo>
                  <a:cubicBezTo>
                    <a:pt x="2699" y="2830"/>
                    <a:pt x="3369" y="3002"/>
                    <a:pt x="3484" y="3002"/>
                  </a:cubicBezTo>
                  <a:cubicBezTo>
                    <a:pt x="3541" y="3002"/>
                    <a:pt x="3579" y="2964"/>
                    <a:pt x="3599" y="2925"/>
                  </a:cubicBezTo>
                  <a:cubicBezTo>
                    <a:pt x="3637" y="2849"/>
                    <a:pt x="3675" y="2753"/>
                    <a:pt x="2909" y="1777"/>
                  </a:cubicBezTo>
                  <a:cubicBezTo>
                    <a:pt x="3273" y="1241"/>
                    <a:pt x="3560" y="801"/>
                    <a:pt x="3560" y="801"/>
                  </a:cubicBezTo>
                  <a:cubicBezTo>
                    <a:pt x="3560" y="743"/>
                    <a:pt x="3579" y="705"/>
                    <a:pt x="3560" y="667"/>
                  </a:cubicBezTo>
                  <a:cubicBezTo>
                    <a:pt x="3541" y="629"/>
                    <a:pt x="3484" y="552"/>
                    <a:pt x="3311" y="552"/>
                  </a:cubicBezTo>
                  <a:cubicBezTo>
                    <a:pt x="3101" y="552"/>
                    <a:pt x="2737" y="648"/>
                    <a:pt x="2201" y="858"/>
                  </a:cubicBezTo>
                  <a:cubicBezTo>
                    <a:pt x="1952" y="552"/>
                    <a:pt x="1570" y="131"/>
                    <a:pt x="1436" y="35"/>
                  </a:cubicBezTo>
                  <a:cubicBezTo>
                    <a:pt x="1404" y="11"/>
                    <a:pt x="1368" y="1"/>
                    <a:pt x="13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5"/>
            <p:cNvSpPr/>
            <p:nvPr/>
          </p:nvSpPr>
          <p:spPr>
            <a:xfrm>
              <a:off x="669621" y="4655133"/>
              <a:ext cx="221895" cy="225093"/>
            </a:xfrm>
            <a:custGeom>
              <a:rect b="b" l="l" r="r" t="t"/>
              <a:pathLst>
                <a:path extrusionOk="0" h="2680" w="2642">
                  <a:moveTo>
                    <a:pt x="1417" y="325"/>
                  </a:moveTo>
                  <a:cubicBezTo>
                    <a:pt x="1436" y="421"/>
                    <a:pt x="1474" y="593"/>
                    <a:pt x="1493" y="689"/>
                  </a:cubicBezTo>
                  <a:cubicBezTo>
                    <a:pt x="1570" y="976"/>
                    <a:pt x="1589" y="1034"/>
                    <a:pt x="1627" y="1072"/>
                  </a:cubicBezTo>
                  <a:cubicBezTo>
                    <a:pt x="1666" y="1129"/>
                    <a:pt x="1723" y="1148"/>
                    <a:pt x="1972" y="1244"/>
                  </a:cubicBezTo>
                  <a:cubicBezTo>
                    <a:pt x="2068" y="1263"/>
                    <a:pt x="2221" y="1321"/>
                    <a:pt x="2316" y="1359"/>
                  </a:cubicBezTo>
                  <a:cubicBezTo>
                    <a:pt x="2163" y="1436"/>
                    <a:pt x="1934" y="1531"/>
                    <a:pt x="1723" y="1608"/>
                  </a:cubicBezTo>
                  <a:lnTo>
                    <a:pt x="1647" y="1665"/>
                  </a:lnTo>
                  <a:cubicBezTo>
                    <a:pt x="1551" y="1914"/>
                    <a:pt x="1436" y="2182"/>
                    <a:pt x="1340" y="2335"/>
                  </a:cubicBezTo>
                  <a:cubicBezTo>
                    <a:pt x="1264" y="2182"/>
                    <a:pt x="1187" y="1895"/>
                    <a:pt x="1130" y="1627"/>
                  </a:cubicBezTo>
                  <a:cubicBezTo>
                    <a:pt x="1091" y="1570"/>
                    <a:pt x="1072" y="1531"/>
                    <a:pt x="1034" y="1531"/>
                  </a:cubicBezTo>
                  <a:cubicBezTo>
                    <a:pt x="785" y="1474"/>
                    <a:pt x="498" y="1436"/>
                    <a:pt x="326" y="1378"/>
                  </a:cubicBezTo>
                  <a:cubicBezTo>
                    <a:pt x="498" y="1282"/>
                    <a:pt x="804" y="1148"/>
                    <a:pt x="1072" y="1034"/>
                  </a:cubicBezTo>
                  <a:cubicBezTo>
                    <a:pt x="1091" y="995"/>
                    <a:pt x="1149" y="976"/>
                    <a:pt x="1149" y="957"/>
                  </a:cubicBezTo>
                  <a:cubicBezTo>
                    <a:pt x="1225" y="727"/>
                    <a:pt x="1340" y="479"/>
                    <a:pt x="1417" y="325"/>
                  </a:cubicBezTo>
                  <a:close/>
                  <a:moveTo>
                    <a:pt x="1436" y="0"/>
                  </a:moveTo>
                  <a:cubicBezTo>
                    <a:pt x="1359" y="0"/>
                    <a:pt x="1245" y="0"/>
                    <a:pt x="919" y="842"/>
                  </a:cubicBezTo>
                  <a:cubicBezTo>
                    <a:pt x="39" y="1187"/>
                    <a:pt x="20" y="1321"/>
                    <a:pt x="0" y="1359"/>
                  </a:cubicBezTo>
                  <a:cubicBezTo>
                    <a:pt x="0" y="1378"/>
                    <a:pt x="0" y="1455"/>
                    <a:pt x="20" y="1474"/>
                  </a:cubicBezTo>
                  <a:cubicBezTo>
                    <a:pt x="39" y="1512"/>
                    <a:pt x="115" y="1608"/>
                    <a:pt x="900" y="1742"/>
                  </a:cubicBezTo>
                  <a:cubicBezTo>
                    <a:pt x="1149" y="2680"/>
                    <a:pt x="1225" y="2680"/>
                    <a:pt x="1321" y="2680"/>
                  </a:cubicBezTo>
                  <a:cubicBezTo>
                    <a:pt x="1379" y="2680"/>
                    <a:pt x="1474" y="2680"/>
                    <a:pt x="1838" y="1818"/>
                  </a:cubicBezTo>
                  <a:cubicBezTo>
                    <a:pt x="2048" y="1742"/>
                    <a:pt x="2508" y="1570"/>
                    <a:pt x="2604" y="1474"/>
                  </a:cubicBezTo>
                  <a:cubicBezTo>
                    <a:pt x="2623" y="1455"/>
                    <a:pt x="2642" y="1397"/>
                    <a:pt x="2642" y="1359"/>
                  </a:cubicBezTo>
                  <a:cubicBezTo>
                    <a:pt x="2623" y="1244"/>
                    <a:pt x="2508" y="1187"/>
                    <a:pt x="2048" y="1034"/>
                  </a:cubicBezTo>
                  <a:cubicBezTo>
                    <a:pt x="1953" y="976"/>
                    <a:pt x="1857" y="957"/>
                    <a:pt x="1819" y="938"/>
                  </a:cubicBezTo>
                  <a:cubicBezTo>
                    <a:pt x="1780" y="861"/>
                    <a:pt x="1761" y="747"/>
                    <a:pt x="1742" y="651"/>
                  </a:cubicBezTo>
                  <a:cubicBezTo>
                    <a:pt x="1666" y="325"/>
                    <a:pt x="1589" y="115"/>
                    <a:pt x="1551" y="38"/>
                  </a:cubicBezTo>
                  <a:cubicBezTo>
                    <a:pt x="1532" y="19"/>
                    <a:pt x="1474" y="0"/>
                    <a:pt x="143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627" name="Shape 627"/>
        <p:cNvGrpSpPr/>
        <p:nvPr/>
      </p:nvGrpSpPr>
      <p:grpSpPr>
        <a:xfrm>
          <a:off x="0" y="0"/>
          <a:ext cx="0" cy="0"/>
          <a:chOff x="0" y="0"/>
          <a:chExt cx="0" cy="0"/>
        </a:xfrm>
      </p:grpSpPr>
      <p:grpSp>
        <p:nvGrpSpPr>
          <p:cNvPr id="628" name="Google Shape;628;p26"/>
          <p:cNvGrpSpPr/>
          <p:nvPr/>
        </p:nvGrpSpPr>
        <p:grpSpPr>
          <a:xfrm>
            <a:off x="7677821" y="57756"/>
            <a:ext cx="1354380" cy="1076376"/>
            <a:chOff x="1250184" y="3740693"/>
            <a:chExt cx="1354380" cy="1076376"/>
          </a:xfrm>
        </p:grpSpPr>
        <p:sp>
          <p:nvSpPr>
            <p:cNvPr id="629" name="Google Shape;629;p26"/>
            <p:cNvSpPr/>
            <p:nvPr/>
          </p:nvSpPr>
          <p:spPr>
            <a:xfrm rot="-1548641">
              <a:off x="1322884" y="3973412"/>
              <a:ext cx="1208981" cy="610940"/>
            </a:xfrm>
            <a:custGeom>
              <a:rect b="b" l="l" r="r" t="t"/>
              <a:pathLst>
                <a:path extrusionOk="0" h="7274" w="14395">
                  <a:moveTo>
                    <a:pt x="4039" y="0"/>
                  </a:moveTo>
                  <a:cubicBezTo>
                    <a:pt x="3657" y="0"/>
                    <a:pt x="3350" y="287"/>
                    <a:pt x="3331" y="670"/>
                  </a:cubicBezTo>
                  <a:lnTo>
                    <a:pt x="3197" y="2565"/>
                  </a:lnTo>
                  <a:lnTo>
                    <a:pt x="900" y="2374"/>
                  </a:lnTo>
                  <a:lnTo>
                    <a:pt x="862" y="2374"/>
                  </a:lnTo>
                  <a:cubicBezTo>
                    <a:pt x="671" y="2374"/>
                    <a:pt x="498" y="2412"/>
                    <a:pt x="384" y="2527"/>
                  </a:cubicBezTo>
                  <a:cubicBezTo>
                    <a:pt x="230" y="2680"/>
                    <a:pt x="173" y="2852"/>
                    <a:pt x="135" y="3043"/>
                  </a:cubicBezTo>
                  <a:lnTo>
                    <a:pt x="20" y="4881"/>
                  </a:lnTo>
                  <a:cubicBezTo>
                    <a:pt x="1" y="5072"/>
                    <a:pt x="77" y="5264"/>
                    <a:pt x="192" y="5398"/>
                  </a:cubicBezTo>
                  <a:cubicBezTo>
                    <a:pt x="326" y="5551"/>
                    <a:pt x="498" y="5647"/>
                    <a:pt x="690" y="5647"/>
                  </a:cubicBezTo>
                  <a:lnTo>
                    <a:pt x="2623" y="5761"/>
                  </a:lnTo>
                  <a:cubicBezTo>
                    <a:pt x="2661" y="5761"/>
                    <a:pt x="2661" y="5781"/>
                    <a:pt x="2680" y="5781"/>
                  </a:cubicBezTo>
                  <a:cubicBezTo>
                    <a:pt x="2700" y="5781"/>
                    <a:pt x="2700" y="5819"/>
                    <a:pt x="2738" y="5819"/>
                  </a:cubicBezTo>
                  <a:cubicBezTo>
                    <a:pt x="2872" y="6546"/>
                    <a:pt x="3542" y="7101"/>
                    <a:pt x="4327" y="7101"/>
                  </a:cubicBezTo>
                  <a:cubicBezTo>
                    <a:pt x="5073" y="7101"/>
                    <a:pt x="5705" y="6623"/>
                    <a:pt x="5915" y="5953"/>
                  </a:cubicBezTo>
                  <a:lnTo>
                    <a:pt x="6509" y="6010"/>
                  </a:lnTo>
                  <a:cubicBezTo>
                    <a:pt x="6662" y="6163"/>
                    <a:pt x="6891" y="6297"/>
                    <a:pt x="7140" y="6297"/>
                  </a:cubicBezTo>
                  <a:cubicBezTo>
                    <a:pt x="7370" y="6297"/>
                    <a:pt x="7561" y="6221"/>
                    <a:pt x="7714" y="6068"/>
                  </a:cubicBezTo>
                  <a:lnTo>
                    <a:pt x="8671" y="6125"/>
                  </a:lnTo>
                  <a:cubicBezTo>
                    <a:pt x="8729" y="6163"/>
                    <a:pt x="8805" y="6221"/>
                    <a:pt x="8901" y="6240"/>
                  </a:cubicBezTo>
                  <a:cubicBezTo>
                    <a:pt x="9150" y="6833"/>
                    <a:pt x="9743" y="7274"/>
                    <a:pt x="10432" y="7274"/>
                  </a:cubicBezTo>
                  <a:cubicBezTo>
                    <a:pt x="11102" y="7274"/>
                    <a:pt x="11677" y="6891"/>
                    <a:pt x="11887" y="6336"/>
                  </a:cubicBezTo>
                  <a:lnTo>
                    <a:pt x="13437" y="6431"/>
                  </a:lnTo>
                  <a:lnTo>
                    <a:pt x="13495" y="6431"/>
                  </a:lnTo>
                  <a:cubicBezTo>
                    <a:pt x="13878" y="6431"/>
                    <a:pt x="14184" y="6144"/>
                    <a:pt x="14222" y="5761"/>
                  </a:cubicBezTo>
                  <a:lnTo>
                    <a:pt x="14375" y="3752"/>
                  </a:lnTo>
                  <a:cubicBezTo>
                    <a:pt x="14395" y="3560"/>
                    <a:pt x="14337" y="3369"/>
                    <a:pt x="14222" y="3235"/>
                  </a:cubicBezTo>
                  <a:cubicBezTo>
                    <a:pt x="14088" y="3082"/>
                    <a:pt x="13897" y="2986"/>
                    <a:pt x="13705" y="2986"/>
                  </a:cubicBezTo>
                  <a:lnTo>
                    <a:pt x="11619" y="2871"/>
                  </a:lnTo>
                  <a:lnTo>
                    <a:pt x="11715" y="957"/>
                  </a:lnTo>
                  <a:cubicBezTo>
                    <a:pt x="11715" y="766"/>
                    <a:pt x="11657" y="574"/>
                    <a:pt x="11523" y="421"/>
                  </a:cubicBezTo>
                  <a:cubicBezTo>
                    <a:pt x="11409" y="287"/>
                    <a:pt x="11217" y="191"/>
                    <a:pt x="11026" y="191"/>
                  </a:cubicBezTo>
                  <a:lnTo>
                    <a:pt x="4039" y="0"/>
                  </a:lnTo>
                  <a:close/>
                </a:path>
              </a:pathLst>
            </a:custGeom>
            <a:solidFill>
              <a:srgbClr val="FFFFFF"/>
            </a:solidFill>
            <a:ln>
              <a:noFill/>
            </a:ln>
            <a:effectLst>
              <a:outerShdw blurRad="85725" rotWithShape="0" algn="bl" dir="5400000" dist="76200">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6"/>
            <p:cNvSpPr/>
            <p:nvPr/>
          </p:nvSpPr>
          <p:spPr>
            <a:xfrm rot="-1548641">
              <a:off x="1388366" y="4034689"/>
              <a:ext cx="1085185" cy="492011"/>
            </a:xfrm>
            <a:custGeom>
              <a:rect b="b" l="l" r="r" t="t"/>
              <a:pathLst>
                <a:path extrusionOk="0" h="5858" w="12921">
                  <a:moveTo>
                    <a:pt x="3312" y="1"/>
                  </a:moveTo>
                  <a:lnTo>
                    <a:pt x="3139" y="2604"/>
                  </a:lnTo>
                  <a:lnTo>
                    <a:pt x="115" y="2355"/>
                  </a:lnTo>
                  <a:lnTo>
                    <a:pt x="0" y="4211"/>
                  </a:lnTo>
                  <a:lnTo>
                    <a:pt x="2202" y="4345"/>
                  </a:lnTo>
                  <a:cubicBezTo>
                    <a:pt x="2202" y="4340"/>
                    <a:pt x="2203" y="4338"/>
                    <a:pt x="2206" y="4338"/>
                  </a:cubicBezTo>
                  <a:cubicBezTo>
                    <a:pt x="2214" y="4338"/>
                    <a:pt x="2232" y="4351"/>
                    <a:pt x="2259" y="4365"/>
                  </a:cubicBezTo>
                  <a:cubicBezTo>
                    <a:pt x="2276" y="4376"/>
                    <a:pt x="2294" y="4380"/>
                    <a:pt x="2312" y="4380"/>
                  </a:cubicBezTo>
                  <a:cubicBezTo>
                    <a:pt x="2356" y="4380"/>
                    <a:pt x="2399" y="4353"/>
                    <a:pt x="2412" y="4326"/>
                  </a:cubicBezTo>
                  <a:lnTo>
                    <a:pt x="2412" y="4307"/>
                  </a:lnTo>
                  <a:lnTo>
                    <a:pt x="2738" y="4326"/>
                  </a:lnTo>
                  <a:cubicBezTo>
                    <a:pt x="2680" y="4441"/>
                    <a:pt x="2661" y="4556"/>
                    <a:pt x="2661" y="4690"/>
                  </a:cubicBezTo>
                  <a:cubicBezTo>
                    <a:pt x="2661" y="5207"/>
                    <a:pt x="3063" y="5609"/>
                    <a:pt x="3599" y="5609"/>
                  </a:cubicBezTo>
                  <a:cubicBezTo>
                    <a:pt x="4116" y="5609"/>
                    <a:pt x="4518" y="5207"/>
                    <a:pt x="4518" y="4690"/>
                  </a:cubicBezTo>
                  <a:cubicBezTo>
                    <a:pt x="4518" y="4594"/>
                    <a:pt x="4498" y="4518"/>
                    <a:pt x="4479" y="4441"/>
                  </a:cubicBezTo>
                  <a:lnTo>
                    <a:pt x="4479" y="4441"/>
                  </a:lnTo>
                  <a:lnTo>
                    <a:pt x="4747" y="4460"/>
                  </a:lnTo>
                  <a:cubicBezTo>
                    <a:pt x="4766" y="4518"/>
                    <a:pt x="4805" y="4537"/>
                    <a:pt x="4862" y="4537"/>
                  </a:cubicBezTo>
                  <a:lnTo>
                    <a:pt x="4881" y="4537"/>
                  </a:lnTo>
                  <a:cubicBezTo>
                    <a:pt x="4900" y="4537"/>
                    <a:pt x="4939" y="4518"/>
                    <a:pt x="4958" y="4499"/>
                  </a:cubicBezTo>
                  <a:lnTo>
                    <a:pt x="6298" y="4556"/>
                  </a:lnTo>
                  <a:lnTo>
                    <a:pt x="6298" y="4709"/>
                  </a:lnTo>
                  <a:cubicBezTo>
                    <a:pt x="6298" y="4747"/>
                    <a:pt x="6336" y="4824"/>
                    <a:pt x="6412" y="4824"/>
                  </a:cubicBezTo>
                  <a:cubicBezTo>
                    <a:pt x="6489" y="4824"/>
                    <a:pt x="6527" y="4786"/>
                    <a:pt x="6527" y="4709"/>
                  </a:cubicBezTo>
                  <a:lnTo>
                    <a:pt x="6527" y="4594"/>
                  </a:lnTo>
                  <a:lnTo>
                    <a:pt x="8269" y="4709"/>
                  </a:lnTo>
                  <a:cubicBezTo>
                    <a:pt x="8269" y="4747"/>
                    <a:pt x="8307" y="4805"/>
                    <a:pt x="8327" y="4824"/>
                  </a:cubicBezTo>
                  <a:cubicBezTo>
                    <a:pt x="8327" y="4843"/>
                    <a:pt x="8346" y="4843"/>
                    <a:pt x="8384" y="4843"/>
                  </a:cubicBezTo>
                  <a:cubicBezTo>
                    <a:pt x="8422" y="4843"/>
                    <a:pt x="8480" y="4824"/>
                    <a:pt x="8499" y="4747"/>
                  </a:cubicBezTo>
                  <a:lnTo>
                    <a:pt x="8518" y="4728"/>
                  </a:lnTo>
                  <a:lnTo>
                    <a:pt x="8767" y="4747"/>
                  </a:lnTo>
                  <a:cubicBezTo>
                    <a:pt x="8767" y="4805"/>
                    <a:pt x="8729" y="4881"/>
                    <a:pt x="8729" y="4920"/>
                  </a:cubicBezTo>
                  <a:cubicBezTo>
                    <a:pt x="8729" y="5456"/>
                    <a:pt x="9150" y="5858"/>
                    <a:pt x="9666" y="5858"/>
                  </a:cubicBezTo>
                  <a:cubicBezTo>
                    <a:pt x="10183" y="5858"/>
                    <a:pt x="10604" y="5456"/>
                    <a:pt x="10604" y="4920"/>
                  </a:cubicBezTo>
                  <a:lnTo>
                    <a:pt x="10604" y="4843"/>
                  </a:lnTo>
                  <a:lnTo>
                    <a:pt x="12748" y="4996"/>
                  </a:lnTo>
                  <a:lnTo>
                    <a:pt x="12920" y="2986"/>
                  </a:lnTo>
                  <a:lnTo>
                    <a:pt x="10126" y="2814"/>
                  </a:lnTo>
                  <a:lnTo>
                    <a:pt x="10260" y="192"/>
                  </a:lnTo>
                  <a:lnTo>
                    <a:pt x="33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6"/>
            <p:cNvSpPr/>
            <p:nvPr/>
          </p:nvSpPr>
          <p:spPr>
            <a:xfrm rot="-1548641">
              <a:off x="1367795" y="4032866"/>
              <a:ext cx="1085185" cy="419612"/>
            </a:xfrm>
            <a:custGeom>
              <a:rect b="b" l="l" r="r" t="t"/>
              <a:pathLst>
                <a:path extrusionOk="0" h="4996" w="12921">
                  <a:moveTo>
                    <a:pt x="3312" y="0"/>
                  </a:moveTo>
                  <a:lnTo>
                    <a:pt x="3139" y="2603"/>
                  </a:lnTo>
                  <a:lnTo>
                    <a:pt x="115" y="2374"/>
                  </a:lnTo>
                  <a:lnTo>
                    <a:pt x="0" y="4211"/>
                  </a:lnTo>
                  <a:lnTo>
                    <a:pt x="12748" y="4996"/>
                  </a:lnTo>
                  <a:lnTo>
                    <a:pt x="12920" y="2986"/>
                  </a:lnTo>
                  <a:lnTo>
                    <a:pt x="10126" y="2833"/>
                  </a:lnTo>
                  <a:lnTo>
                    <a:pt x="10260" y="192"/>
                  </a:lnTo>
                  <a:lnTo>
                    <a:pt x="33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6"/>
            <p:cNvSpPr/>
            <p:nvPr/>
          </p:nvSpPr>
          <p:spPr>
            <a:xfrm rot="-1548641">
              <a:off x="1699889" y="4440148"/>
              <a:ext cx="156046" cy="155969"/>
            </a:xfrm>
            <a:custGeom>
              <a:rect b="b" l="l" r="r" t="t"/>
              <a:pathLst>
                <a:path extrusionOk="0" h="1857" w="1858">
                  <a:moveTo>
                    <a:pt x="939" y="0"/>
                  </a:moveTo>
                  <a:cubicBezTo>
                    <a:pt x="422" y="0"/>
                    <a:pt x="1" y="421"/>
                    <a:pt x="1" y="919"/>
                  </a:cubicBezTo>
                  <a:cubicBezTo>
                    <a:pt x="1" y="1436"/>
                    <a:pt x="422" y="1857"/>
                    <a:pt x="939" y="1857"/>
                  </a:cubicBezTo>
                  <a:cubicBezTo>
                    <a:pt x="1436" y="1857"/>
                    <a:pt x="1858" y="1436"/>
                    <a:pt x="1858" y="919"/>
                  </a:cubicBezTo>
                  <a:cubicBezTo>
                    <a:pt x="1858" y="421"/>
                    <a:pt x="1436" y="0"/>
                    <a:pt x="9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6"/>
            <p:cNvSpPr/>
            <p:nvPr/>
          </p:nvSpPr>
          <p:spPr>
            <a:xfrm rot="-1548641">
              <a:off x="2165613" y="4232335"/>
              <a:ext cx="157642" cy="156053"/>
            </a:xfrm>
            <a:custGeom>
              <a:rect b="b" l="l" r="r" t="t"/>
              <a:pathLst>
                <a:path extrusionOk="0" h="1858" w="1877">
                  <a:moveTo>
                    <a:pt x="938" y="1"/>
                  </a:moveTo>
                  <a:cubicBezTo>
                    <a:pt x="422" y="1"/>
                    <a:pt x="1" y="422"/>
                    <a:pt x="1" y="938"/>
                  </a:cubicBezTo>
                  <a:cubicBezTo>
                    <a:pt x="1" y="1436"/>
                    <a:pt x="422" y="1857"/>
                    <a:pt x="938" y="1857"/>
                  </a:cubicBezTo>
                  <a:cubicBezTo>
                    <a:pt x="1455" y="1857"/>
                    <a:pt x="1876" y="1436"/>
                    <a:pt x="1876" y="938"/>
                  </a:cubicBezTo>
                  <a:cubicBezTo>
                    <a:pt x="1876" y="422"/>
                    <a:pt x="1455" y="1"/>
                    <a:pt x="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6"/>
            <p:cNvSpPr/>
            <p:nvPr/>
          </p:nvSpPr>
          <p:spPr>
            <a:xfrm rot="-1548641">
              <a:off x="1651387" y="4063470"/>
              <a:ext cx="490395" cy="196199"/>
            </a:xfrm>
            <a:custGeom>
              <a:rect b="b" l="l" r="r" t="t"/>
              <a:pathLst>
                <a:path extrusionOk="0" h="2336" w="5839">
                  <a:moveTo>
                    <a:pt x="0" y="1"/>
                  </a:moveTo>
                  <a:lnTo>
                    <a:pt x="58" y="2240"/>
                  </a:lnTo>
                  <a:lnTo>
                    <a:pt x="5666" y="2336"/>
                  </a:lnTo>
                  <a:lnTo>
                    <a:pt x="5838" y="269"/>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6"/>
            <p:cNvSpPr/>
            <p:nvPr/>
          </p:nvSpPr>
          <p:spPr>
            <a:xfrm rot="-1548641">
              <a:off x="2094669" y="4181948"/>
              <a:ext cx="241292" cy="129092"/>
            </a:xfrm>
            <a:custGeom>
              <a:rect b="b" l="l" r="r" t="t"/>
              <a:pathLst>
                <a:path extrusionOk="0" h="1537" w="2873">
                  <a:moveTo>
                    <a:pt x="1522" y="1"/>
                  </a:moveTo>
                  <a:cubicBezTo>
                    <a:pt x="1494" y="1"/>
                    <a:pt x="1465" y="2"/>
                    <a:pt x="1437" y="6"/>
                  </a:cubicBezTo>
                  <a:cubicBezTo>
                    <a:pt x="671" y="101"/>
                    <a:pt x="58" y="1288"/>
                    <a:pt x="20" y="1345"/>
                  </a:cubicBezTo>
                  <a:cubicBezTo>
                    <a:pt x="1" y="1422"/>
                    <a:pt x="20" y="1479"/>
                    <a:pt x="78" y="1518"/>
                  </a:cubicBezTo>
                  <a:cubicBezTo>
                    <a:pt x="78" y="1537"/>
                    <a:pt x="97" y="1537"/>
                    <a:pt x="135" y="1537"/>
                  </a:cubicBezTo>
                  <a:cubicBezTo>
                    <a:pt x="173" y="1537"/>
                    <a:pt x="231" y="1518"/>
                    <a:pt x="250" y="1441"/>
                  </a:cubicBezTo>
                  <a:cubicBezTo>
                    <a:pt x="250" y="1441"/>
                    <a:pt x="824" y="312"/>
                    <a:pt x="1456" y="235"/>
                  </a:cubicBezTo>
                  <a:cubicBezTo>
                    <a:pt x="1472" y="233"/>
                    <a:pt x="1489" y="233"/>
                    <a:pt x="1505" y="233"/>
                  </a:cubicBezTo>
                  <a:cubicBezTo>
                    <a:pt x="2004" y="233"/>
                    <a:pt x="2474" y="1050"/>
                    <a:pt x="2604" y="1365"/>
                  </a:cubicBezTo>
                  <a:cubicBezTo>
                    <a:pt x="2648" y="1423"/>
                    <a:pt x="2692" y="1448"/>
                    <a:pt x="2736" y="1448"/>
                  </a:cubicBezTo>
                  <a:cubicBezTo>
                    <a:pt x="2749" y="1448"/>
                    <a:pt x="2763" y="1446"/>
                    <a:pt x="2776" y="1441"/>
                  </a:cubicBezTo>
                  <a:cubicBezTo>
                    <a:pt x="2853" y="1384"/>
                    <a:pt x="2872" y="1345"/>
                    <a:pt x="2853" y="1269"/>
                  </a:cubicBezTo>
                  <a:cubicBezTo>
                    <a:pt x="2834" y="1232"/>
                    <a:pt x="2299" y="1"/>
                    <a:pt x="15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6"/>
            <p:cNvSpPr/>
            <p:nvPr/>
          </p:nvSpPr>
          <p:spPr>
            <a:xfrm rot="-1548641">
              <a:off x="1626196" y="4385375"/>
              <a:ext cx="234741" cy="127160"/>
            </a:xfrm>
            <a:custGeom>
              <a:rect b="b" l="l" r="r" t="t"/>
              <a:pathLst>
                <a:path extrusionOk="0" h="1514" w="2795">
                  <a:moveTo>
                    <a:pt x="1509" y="1"/>
                  </a:moveTo>
                  <a:cubicBezTo>
                    <a:pt x="1497" y="1"/>
                    <a:pt x="1486" y="1"/>
                    <a:pt x="1474" y="2"/>
                  </a:cubicBezTo>
                  <a:cubicBezTo>
                    <a:pt x="689" y="59"/>
                    <a:pt x="39" y="1150"/>
                    <a:pt x="20" y="1207"/>
                  </a:cubicBezTo>
                  <a:cubicBezTo>
                    <a:pt x="0" y="1265"/>
                    <a:pt x="20" y="1341"/>
                    <a:pt x="77" y="1361"/>
                  </a:cubicBezTo>
                  <a:cubicBezTo>
                    <a:pt x="94" y="1372"/>
                    <a:pt x="112" y="1376"/>
                    <a:pt x="130" y="1376"/>
                  </a:cubicBezTo>
                  <a:cubicBezTo>
                    <a:pt x="174" y="1376"/>
                    <a:pt x="217" y="1349"/>
                    <a:pt x="230" y="1322"/>
                  </a:cubicBezTo>
                  <a:cubicBezTo>
                    <a:pt x="230" y="1322"/>
                    <a:pt x="843" y="270"/>
                    <a:pt x="1513" y="250"/>
                  </a:cubicBezTo>
                  <a:cubicBezTo>
                    <a:pt x="1523" y="250"/>
                    <a:pt x="1534" y="249"/>
                    <a:pt x="1545" y="249"/>
                  </a:cubicBezTo>
                  <a:cubicBezTo>
                    <a:pt x="2046" y="249"/>
                    <a:pt x="2434" y="1119"/>
                    <a:pt x="2565" y="1437"/>
                  </a:cubicBezTo>
                  <a:cubicBezTo>
                    <a:pt x="2584" y="1495"/>
                    <a:pt x="2623" y="1514"/>
                    <a:pt x="2680" y="1514"/>
                  </a:cubicBezTo>
                  <a:cubicBezTo>
                    <a:pt x="2757" y="1495"/>
                    <a:pt x="2795" y="1437"/>
                    <a:pt x="2776" y="1361"/>
                  </a:cubicBezTo>
                  <a:cubicBezTo>
                    <a:pt x="2738" y="1304"/>
                    <a:pt x="2310" y="1"/>
                    <a:pt x="15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6"/>
            <p:cNvSpPr/>
            <p:nvPr/>
          </p:nvSpPr>
          <p:spPr>
            <a:xfrm rot="-1548641">
              <a:off x="1942520" y="4240401"/>
              <a:ext cx="32251" cy="191328"/>
            </a:xfrm>
            <a:custGeom>
              <a:rect b="b" l="l" r="r" t="t"/>
              <a:pathLst>
                <a:path extrusionOk="0" h="2278" w="384">
                  <a:moveTo>
                    <a:pt x="249" y="0"/>
                  </a:moveTo>
                  <a:cubicBezTo>
                    <a:pt x="211" y="0"/>
                    <a:pt x="134" y="58"/>
                    <a:pt x="134" y="115"/>
                  </a:cubicBezTo>
                  <a:lnTo>
                    <a:pt x="1" y="2163"/>
                  </a:lnTo>
                  <a:cubicBezTo>
                    <a:pt x="1" y="2201"/>
                    <a:pt x="39" y="2278"/>
                    <a:pt x="115" y="2278"/>
                  </a:cubicBezTo>
                  <a:cubicBezTo>
                    <a:pt x="192" y="2278"/>
                    <a:pt x="230" y="2220"/>
                    <a:pt x="230" y="2163"/>
                  </a:cubicBezTo>
                  <a:lnTo>
                    <a:pt x="383" y="115"/>
                  </a:lnTo>
                  <a:cubicBezTo>
                    <a:pt x="383" y="77"/>
                    <a:pt x="326" y="0"/>
                    <a:pt x="249"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6"/>
            <p:cNvSpPr/>
            <p:nvPr/>
          </p:nvSpPr>
          <p:spPr>
            <a:xfrm rot="-1548641">
              <a:off x="1470119" y="4475437"/>
              <a:ext cx="64417" cy="64420"/>
            </a:xfrm>
            <a:custGeom>
              <a:rect b="b" l="l" r="r" t="t"/>
              <a:pathLst>
                <a:path extrusionOk="0" h="767" w="767">
                  <a:moveTo>
                    <a:pt x="383" y="1"/>
                  </a:moveTo>
                  <a:cubicBezTo>
                    <a:pt x="173" y="1"/>
                    <a:pt x="1" y="173"/>
                    <a:pt x="1" y="384"/>
                  </a:cubicBezTo>
                  <a:cubicBezTo>
                    <a:pt x="1" y="613"/>
                    <a:pt x="173" y="766"/>
                    <a:pt x="383" y="766"/>
                  </a:cubicBezTo>
                  <a:cubicBezTo>
                    <a:pt x="594" y="766"/>
                    <a:pt x="766" y="613"/>
                    <a:pt x="766" y="384"/>
                  </a:cubicBezTo>
                  <a:cubicBezTo>
                    <a:pt x="766" y="173"/>
                    <a:pt x="594" y="1"/>
                    <a:pt x="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6"/>
            <p:cNvSpPr/>
            <p:nvPr/>
          </p:nvSpPr>
          <p:spPr>
            <a:xfrm rot="-1548641">
              <a:off x="1724461" y="4137485"/>
              <a:ext cx="112541" cy="126740"/>
            </a:xfrm>
            <a:custGeom>
              <a:rect b="b" l="l" r="r" t="t"/>
              <a:pathLst>
                <a:path extrusionOk="0" h="1509" w="1340">
                  <a:moveTo>
                    <a:pt x="141" y="0"/>
                  </a:moveTo>
                  <a:cubicBezTo>
                    <a:pt x="115" y="0"/>
                    <a:pt x="93" y="11"/>
                    <a:pt x="77" y="35"/>
                  </a:cubicBezTo>
                  <a:cubicBezTo>
                    <a:pt x="19" y="73"/>
                    <a:pt x="0" y="150"/>
                    <a:pt x="58" y="188"/>
                  </a:cubicBezTo>
                  <a:lnTo>
                    <a:pt x="1110" y="1470"/>
                  </a:lnTo>
                  <a:cubicBezTo>
                    <a:pt x="1129" y="1489"/>
                    <a:pt x="1168" y="1509"/>
                    <a:pt x="1206" y="1509"/>
                  </a:cubicBezTo>
                  <a:cubicBezTo>
                    <a:pt x="1225" y="1509"/>
                    <a:pt x="1244" y="1509"/>
                    <a:pt x="1263" y="1489"/>
                  </a:cubicBezTo>
                  <a:cubicBezTo>
                    <a:pt x="1321" y="1432"/>
                    <a:pt x="1340" y="1375"/>
                    <a:pt x="1302" y="1317"/>
                  </a:cubicBezTo>
                  <a:lnTo>
                    <a:pt x="249" y="54"/>
                  </a:lnTo>
                  <a:cubicBezTo>
                    <a:pt x="216" y="21"/>
                    <a:pt x="176" y="0"/>
                    <a:pt x="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6"/>
            <p:cNvSpPr/>
            <p:nvPr/>
          </p:nvSpPr>
          <p:spPr>
            <a:xfrm rot="-1548641">
              <a:off x="1715326" y="4206009"/>
              <a:ext cx="65929" cy="73323"/>
            </a:xfrm>
            <a:custGeom>
              <a:rect b="b" l="l" r="r" t="t"/>
              <a:pathLst>
                <a:path extrusionOk="0" h="873" w="785">
                  <a:moveTo>
                    <a:pt x="131" y="1"/>
                  </a:moveTo>
                  <a:cubicBezTo>
                    <a:pt x="110" y="1"/>
                    <a:pt x="91" y="9"/>
                    <a:pt x="77" y="30"/>
                  </a:cubicBezTo>
                  <a:cubicBezTo>
                    <a:pt x="19" y="68"/>
                    <a:pt x="0" y="145"/>
                    <a:pt x="57" y="202"/>
                  </a:cubicBezTo>
                  <a:lnTo>
                    <a:pt x="555" y="815"/>
                  </a:lnTo>
                  <a:cubicBezTo>
                    <a:pt x="574" y="834"/>
                    <a:pt x="632" y="872"/>
                    <a:pt x="651" y="872"/>
                  </a:cubicBezTo>
                  <a:cubicBezTo>
                    <a:pt x="670" y="872"/>
                    <a:pt x="689" y="834"/>
                    <a:pt x="727" y="834"/>
                  </a:cubicBezTo>
                  <a:cubicBezTo>
                    <a:pt x="766" y="796"/>
                    <a:pt x="785" y="719"/>
                    <a:pt x="747" y="681"/>
                  </a:cubicBezTo>
                  <a:lnTo>
                    <a:pt x="249" y="49"/>
                  </a:lnTo>
                  <a:cubicBezTo>
                    <a:pt x="213" y="25"/>
                    <a:pt x="169" y="1"/>
                    <a:pt x="1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6"/>
            <p:cNvSpPr/>
            <p:nvPr/>
          </p:nvSpPr>
          <p:spPr>
            <a:xfrm rot="-1548641">
              <a:off x="1968920" y="4039319"/>
              <a:ext cx="119008" cy="121449"/>
            </a:xfrm>
            <a:custGeom>
              <a:rect b="b" l="l" r="r" t="t"/>
              <a:pathLst>
                <a:path extrusionOk="0" h="1446" w="1417">
                  <a:moveTo>
                    <a:pt x="132" y="1"/>
                  </a:moveTo>
                  <a:cubicBezTo>
                    <a:pt x="101" y="1"/>
                    <a:pt x="67" y="10"/>
                    <a:pt x="38" y="29"/>
                  </a:cubicBezTo>
                  <a:cubicBezTo>
                    <a:pt x="0" y="87"/>
                    <a:pt x="0" y="144"/>
                    <a:pt x="38" y="202"/>
                  </a:cubicBezTo>
                  <a:lnTo>
                    <a:pt x="1187" y="1388"/>
                  </a:lnTo>
                  <a:cubicBezTo>
                    <a:pt x="1225" y="1427"/>
                    <a:pt x="1263" y="1446"/>
                    <a:pt x="1283" y="1446"/>
                  </a:cubicBezTo>
                  <a:cubicBezTo>
                    <a:pt x="1321" y="1446"/>
                    <a:pt x="1359" y="1446"/>
                    <a:pt x="1359" y="1388"/>
                  </a:cubicBezTo>
                  <a:cubicBezTo>
                    <a:pt x="1417" y="1350"/>
                    <a:pt x="1417" y="1274"/>
                    <a:pt x="1359" y="1235"/>
                  </a:cubicBezTo>
                  <a:lnTo>
                    <a:pt x="211" y="29"/>
                  </a:lnTo>
                  <a:cubicBezTo>
                    <a:pt x="192" y="10"/>
                    <a:pt x="163" y="1"/>
                    <a:pt x="1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6"/>
            <p:cNvSpPr/>
            <p:nvPr/>
          </p:nvSpPr>
          <p:spPr>
            <a:xfrm rot="-1548641">
              <a:off x="1991788" y="4113939"/>
              <a:ext cx="70800" cy="63160"/>
            </a:xfrm>
            <a:custGeom>
              <a:rect b="b" l="l" r="r" t="t"/>
              <a:pathLst>
                <a:path extrusionOk="0" h="752" w="843">
                  <a:moveTo>
                    <a:pt x="137" y="1"/>
                  </a:moveTo>
                  <a:cubicBezTo>
                    <a:pt x="106" y="1"/>
                    <a:pt x="77" y="15"/>
                    <a:pt x="58" y="44"/>
                  </a:cubicBezTo>
                  <a:cubicBezTo>
                    <a:pt x="0" y="82"/>
                    <a:pt x="0" y="158"/>
                    <a:pt x="58" y="216"/>
                  </a:cubicBezTo>
                  <a:lnTo>
                    <a:pt x="632" y="733"/>
                  </a:lnTo>
                  <a:cubicBezTo>
                    <a:pt x="651" y="752"/>
                    <a:pt x="670" y="752"/>
                    <a:pt x="709" y="752"/>
                  </a:cubicBezTo>
                  <a:cubicBezTo>
                    <a:pt x="747" y="752"/>
                    <a:pt x="766" y="752"/>
                    <a:pt x="804" y="733"/>
                  </a:cubicBezTo>
                  <a:cubicBezTo>
                    <a:pt x="843" y="694"/>
                    <a:pt x="843" y="618"/>
                    <a:pt x="804" y="560"/>
                  </a:cubicBezTo>
                  <a:lnTo>
                    <a:pt x="230" y="44"/>
                  </a:lnTo>
                  <a:cubicBezTo>
                    <a:pt x="201" y="15"/>
                    <a:pt x="168" y="1"/>
                    <a:pt x="1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6"/>
            <p:cNvSpPr/>
            <p:nvPr/>
          </p:nvSpPr>
          <p:spPr>
            <a:xfrm rot="-1548641">
              <a:off x="1877164" y="4076410"/>
              <a:ext cx="32251" cy="175370"/>
            </a:xfrm>
            <a:custGeom>
              <a:rect b="b" l="l" r="r" t="t"/>
              <a:pathLst>
                <a:path extrusionOk="0" h="2088" w="384">
                  <a:moveTo>
                    <a:pt x="250" y="1"/>
                  </a:moveTo>
                  <a:cubicBezTo>
                    <a:pt x="211" y="1"/>
                    <a:pt x="135" y="58"/>
                    <a:pt x="135" y="135"/>
                  </a:cubicBezTo>
                  <a:lnTo>
                    <a:pt x="1" y="1972"/>
                  </a:lnTo>
                  <a:cubicBezTo>
                    <a:pt x="1" y="2011"/>
                    <a:pt x="39" y="2087"/>
                    <a:pt x="116" y="2087"/>
                  </a:cubicBezTo>
                  <a:cubicBezTo>
                    <a:pt x="154" y="2087"/>
                    <a:pt x="231" y="2049"/>
                    <a:pt x="231" y="1972"/>
                  </a:cubicBezTo>
                  <a:lnTo>
                    <a:pt x="384" y="135"/>
                  </a:lnTo>
                  <a:cubicBezTo>
                    <a:pt x="384" y="77"/>
                    <a:pt x="326" y="1"/>
                    <a:pt x="250"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6"/>
            <p:cNvSpPr/>
            <p:nvPr/>
          </p:nvSpPr>
          <p:spPr>
            <a:xfrm rot="-1548641">
              <a:off x="1747228" y="4495444"/>
              <a:ext cx="43421" cy="45102"/>
            </a:xfrm>
            <a:custGeom>
              <a:rect b="b" l="l" r="r" t="t"/>
              <a:pathLst>
                <a:path extrusionOk="0" h="537" w="517">
                  <a:moveTo>
                    <a:pt x="249" y="1"/>
                  </a:moveTo>
                  <a:cubicBezTo>
                    <a:pt x="115" y="1"/>
                    <a:pt x="0" y="115"/>
                    <a:pt x="0" y="269"/>
                  </a:cubicBezTo>
                  <a:cubicBezTo>
                    <a:pt x="0" y="422"/>
                    <a:pt x="115" y="537"/>
                    <a:pt x="249" y="537"/>
                  </a:cubicBezTo>
                  <a:cubicBezTo>
                    <a:pt x="402" y="537"/>
                    <a:pt x="517" y="422"/>
                    <a:pt x="517" y="269"/>
                  </a:cubicBezTo>
                  <a:cubicBezTo>
                    <a:pt x="517" y="115"/>
                    <a:pt x="402" y="1"/>
                    <a:pt x="2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6"/>
            <p:cNvSpPr/>
            <p:nvPr/>
          </p:nvSpPr>
          <p:spPr>
            <a:xfrm rot="-1548641">
              <a:off x="2223427" y="4277134"/>
              <a:ext cx="45101" cy="43507"/>
            </a:xfrm>
            <a:custGeom>
              <a:rect b="b" l="l" r="r" t="t"/>
              <a:pathLst>
                <a:path extrusionOk="0" h="518" w="537">
                  <a:moveTo>
                    <a:pt x="269" y="1"/>
                  </a:moveTo>
                  <a:cubicBezTo>
                    <a:pt x="116" y="1"/>
                    <a:pt x="1" y="115"/>
                    <a:pt x="1" y="249"/>
                  </a:cubicBezTo>
                  <a:cubicBezTo>
                    <a:pt x="1" y="403"/>
                    <a:pt x="116" y="517"/>
                    <a:pt x="269" y="517"/>
                  </a:cubicBezTo>
                  <a:cubicBezTo>
                    <a:pt x="403" y="517"/>
                    <a:pt x="537" y="403"/>
                    <a:pt x="537" y="249"/>
                  </a:cubicBezTo>
                  <a:cubicBezTo>
                    <a:pt x="537" y="115"/>
                    <a:pt x="403" y="1"/>
                    <a:pt x="2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 name="Google Shape;646;p26"/>
          <p:cNvGrpSpPr/>
          <p:nvPr/>
        </p:nvGrpSpPr>
        <p:grpSpPr>
          <a:xfrm rot="1928813">
            <a:off x="558965" y="3629440"/>
            <a:ext cx="1354401" cy="1076393"/>
            <a:chOff x="1250184" y="3740693"/>
            <a:chExt cx="1354380" cy="1076376"/>
          </a:xfrm>
        </p:grpSpPr>
        <p:sp>
          <p:nvSpPr>
            <p:cNvPr id="647" name="Google Shape;647;p26"/>
            <p:cNvSpPr/>
            <p:nvPr/>
          </p:nvSpPr>
          <p:spPr>
            <a:xfrm rot="-1548641">
              <a:off x="1322884" y="3973412"/>
              <a:ext cx="1208981" cy="610940"/>
            </a:xfrm>
            <a:custGeom>
              <a:rect b="b" l="l" r="r" t="t"/>
              <a:pathLst>
                <a:path extrusionOk="0" h="7274" w="14395">
                  <a:moveTo>
                    <a:pt x="4039" y="0"/>
                  </a:moveTo>
                  <a:cubicBezTo>
                    <a:pt x="3657" y="0"/>
                    <a:pt x="3350" y="287"/>
                    <a:pt x="3331" y="670"/>
                  </a:cubicBezTo>
                  <a:lnTo>
                    <a:pt x="3197" y="2565"/>
                  </a:lnTo>
                  <a:lnTo>
                    <a:pt x="900" y="2374"/>
                  </a:lnTo>
                  <a:lnTo>
                    <a:pt x="862" y="2374"/>
                  </a:lnTo>
                  <a:cubicBezTo>
                    <a:pt x="671" y="2374"/>
                    <a:pt x="498" y="2412"/>
                    <a:pt x="384" y="2527"/>
                  </a:cubicBezTo>
                  <a:cubicBezTo>
                    <a:pt x="230" y="2680"/>
                    <a:pt x="173" y="2852"/>
                    <a:pt x="135" y="3043"/>
                  </a:cubicBezTo>
                  <a:lnTo>
                    <a:pt x="20" y="4881"/>
                  </a:lnTo>
                  <a:cubicBezTo>
                    <a:pt x="1" y="5072"/>
                    <a:pt x="77" y="5264"/>
                    <a:pt x="192" y="5398"/>
                  </a:cubicBezTo>
                  <a:cubicBezTo>
                    <a:pt x="326" y="5551"/>
                    <a:pt x="498" y="5647"/>
                    <a:pt x="690" y="5647"/>
                  </a:cubicBezTo>
                  <a:lnTo>
                    <a:pt x="2623" y="5761"/>
                  </a:lnTo>
                  <a:cubicBezTo>
                    <a:pt x="2661" y="5761"/>
                    <a:pt x="2661" y="5781"/>
                    <a:pt x="2680" y="5781"/>
                  </a:cubicBezTo>
                  <a:cubicBezTo>
                    <a:pt x="2700" y="5781"/>
                    <a:pt x="2700" y="5819"/>
                    <a:pt x="2738" y="5819"/>
                  </a:cubicBezTo>
                  <a:cubicBezTo>
                    <a:pt x="2872" y="6546"/>
                    <a:pt x="3542" y="7101"/>
                    <a:pt x="4327" y="7101"/>
                  </a:cubicBezTo>
                  <a:cubicBezTo>
                    <a:pt x="5073" y="7101"/>
                    <a:pt x="5705" y="6623"/>
                    <a:pt x="5915" y="5953"/>
                  </a:cubicBezTo>
                  <a:lnTo>
                    <a:pt x="6509" y="6010"/>
                  </a:lnTo>
                  <a:cubicBezTo>
                    <a:pt x="6662" y="6163"/>
                    <a:pt x="6891" y="6297"/>
                    <a:pt x="7140" y="6297"/>
                  </a:cubicBezTo>
                  <a:cubicBezTo>
                    <a:pt x="7370" y="6297"/>
                    <a:pt x="7561" y="6221"/>
                    <a:pt x="7714" y="6068"/>
                  </a:cubicBezTo>
                  <a:lnTo>
                    <a:pt x="8671" y="6125"/>
                  </a:lnTo>
                  <a:cubicBezTo>
                    <a:pt x="8729" y="6163"/>
                    <a:pt x="8805" y="6221"/>
                    <a:pt x="8901" y="6240"/>
                  </a:cubicBezTo>
                  <a:cubicBezTo>
                    <a:pt x="9150" y="6833"/>
                    <a:pt x="9743" y="7274"/>
                    <a:pt x="10432" y="7274"/>
                  </a:cubicBezTo>
                  <a:cubicBezTo>
                    <a:pt x="11102" y="7274"/>
                    <a:pt x="11677" y="6891"/>
                    <a:pt x="11887" y="6336"/>
                  </a:cubicBezTo>
                  <a:lnTo>
                    <a:pt x="13437" y="6431"/>
                  </a:lnTo>
                  <a:lnTo>
                    <a:pt x="13495" y="6431"/>
                  </a:lnTo>
                  <a:cubicBezTo>
                    <a:pt x="13878" y="6431"/>
                    <a:pt x="14184" y="6144"/>
                    <a:pt x="14222" y="5761"/>
                  </a:cubicBezTo>
                  <a:lnTo>
                    <a:pt x="14375" y="3752"/>
                  </a:lnTo>
                  <a:cubicBezTo>
                    <a:pt x="14395" y="3560"/>
                    <a:pt x="14337" y="3369"/>
                    <a:pt x="14222" y="3235"/>
                  </a:cubicBezTo>
                  <a:cubicBezTo>
                    <a:pt x="14088" y="3082"/>
                    <a:pt x="13897" y="2986"/>
                    <a:pt x="13705" y="2986"/>
                  </a:cubicBezTo>
                  <a:lnTo>
                    <a:pt x="11619" y="2871"/>
                  </a:lnTo>
                  <a:lnTo>
                    <a:pt x="11715" y="957"/>
                  </a:lnTo>
                  <a:cubicBezTo>
                    <a:pt x="11715" y="766"/>
                    <a:pt x="11657" y="574"/>
                    <a:pt x="11523" y="421"/>
                  </a:cubicBezTo>
                  <a:cubicBezTo>
                    <a:pt x="11409" y="287"/>
                    <a:pt x="11217" y="191"/>
                    <a:pt x="11026" y="191"/>
                  </a:cubicBezTo>
                  <a:lnTo>
                    <a:pt x="4039" y="0"/>
                  </a:lnTo>
                  <a:close/>
                </a:path>
              </a:pathLst>
            </a:custGeom>
            <a:solidFill>
              <a:srgbClr val="FFFFFF"/>
            </a:solidFill>
            <a:ln>
              <a:noFill/>
            </a:ln>
            <a:effectLst>
              <a:outerShdw blurRad="85725" rotWithShape="0" algn="bl" dir="5400000" dist="76200">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6"/>
            <p:cNvSpPr/>
            <p:nvPr/>
          </p:nvSpPr>
          <p:spPr>
            <a:xfrm rot="-1548641">
              <a:off x="1388366" y="4034689"/>
              <a:ext cx="1085185" cy="492011"/>
            </a:xfrm>
            <a:custGeom>
              <a:rect b="b" l="l" r="r" t="t"/>
              <a:pathLst>
                <a:path extrusionOk="0" h="5858" w="12921">
                  <a:moveTo>
                    <a:pt x="3312" y="1"/>
                  </a:moveTo>
                  <a:lnTo>
                    <a:pt x="3139" y="2604"/>
                  </a:lnTo>
                  <a:lnTo>
                    <a:pt x="115" y="2355"/>
                  </a:lnTo>
                  <a:lnTo>
                    <a:pt x="0" y="4211"/>
                  </a:lnTo>
                  <a:lnTo>
                    <a:pt x="2202" y="4345"/>
                  </a:lnTo>
                  <a:cubicBezTo>
                    <a:pt x="2202" y="4340"/>
                    <a:pt x="2203" y="4338"/>
                    <a:pt x="2206" y="4338"/>
                  </a:cubicBezTo>
                  <a:cubicBezTo>
                    <a:pt x="2214" y="4338"/>
                    <a:pt x="2232" y="4351"/>
                    <a:pt x="2259" y="4365"/>
                  </a:cubicBezTo>
                  <a:cubicBezTo>
                    <a:pt x="2276" y="4376"/>
                    <a:pt x="2294" y="4380"/>
                    <a:pt x="2312" y="4380"/>
                  </a:cubicBezTo>
                  <a:cubicBezTo>
                    <a:pt x="2356" y="4380"/>
                    <a:pt x="2399" y="4353"/>
                    <a:pt x="2412" y="4326"/>
                  </a:cubicBezTo>
                  <a:lnTo>
                    <a:pt x="2412" y="4307"/>
                  </a:lnTo>
                  <a:lnTo>
                    <a:pt x="2738" y="4326"/>
                  </a:lnTo>
                  <a:cubicBezTo>
                    <a:pt x="2680" y="4441"/>
                    <a:pt x="2661" y="4556"/>
                    <a:pt x="2661" y="4690"/>
                  </a:cubicBezTo>
                  <a:cubicBezTo>
                    <a:pt x="2661" y="5207"/>
                    <a:pt x="3063" y="5609"/>
                    <a:pt x="3599" y="5609"/>
                  </a:cubicBezTo>
                  <a:cubicBezTo>
                    <a:pt x="4116" y="5609"/>
                    <a:pt x="4518" y="5207"/>
                    <a:pt x="4518" y="4690"/>
                  </a:cubicBezTo>
                  <a:cubicBezTo>
                    <a:pt x="4518" y="4594"/>
                    <a:pt x="4498" y="4518"/>
                    <a:pt x="4479" y="4441"/>
                  </a:cubicBezTo>
                  <a:lnTo>
                    <a:pt x="4479" y="4441"/>
                  </a:lnTo>
                  <a:lnTo>
                    <a:pt x="4747" y="4460"/>
                  </a:lnTo>
                  <a:cubicBezTo>
                    <a:pt x="4766" y="4518"/>
                    <a:pt x="4805" y="4537"/>
                    <a:pt x="4862" y="4537"/>
                  </a:cubicBezTo>
                  <a:lnTo>
                    <a:pt x="4881" y="4537"/>
                  </a:lnTo>
                  <a:cubicBezTo>
                    <a:pt x="4900" y="4537"/>
                    <a:pt x="4939" y="4518"/>
                    <a:pt x="4958" y="4499"/>
                  </a:cubicBezTo>
                  <a:lnTo>
                    <a:pt x="6298" y="4556"/>
                  </a:lnTo>
                  <a:lnTo>
                    <a:pt x="6298" y="4709"/>
                  </a:lnTo>
                  <a:cubicBezTo>
                    <a:pt x="6298" y="4747"/>
                    <a:pt x="6336" y="4824"/>
                    <a:pt x="6412" y="4824"/>
                  </a:cubicBezTo>
                  <a:cubicBezTo>
                    <a:pt x="6489" y="4824"/>
                    <a:pt x="6527" y="4786"/>
                    <a:pt x="6527" y="4709"/>
                  </a:cubicBezTo>
                  <a:lnTo>
                    <a:pt x="6527" y="4594"/>
                  </a:lnTo>
                  <a:lnTo>
                    <a:pt x="8269" y="4709"/>
                  </a:lnTo>
                  <a:cubicBezTo>
                    <a:pt x="8269" y="4747"/>
                    <a:pt x="8307" y="4805"/>
                    <a:pt x="8327" y="4824"/>
                  </a:cubicBezTo>
                  <a:cubicBezTo>
                    <a:pt x="8327" y="4843"/>
                    <a:pt x="8346" y="4843"/>
                    <a:pt x="8384" y="4843"/>
                  </a:cubicBezTo>
                  <a:cubicBezTo>
                    <a:pt x="8422" y="4843"/>
                    <a:pt x="8480" y="4824"/>
                    <a:pt x="8499" y="4747"/>
                  </a:cubicBezTo>
                  <a:lnTo>
                    <a:pt x="8518" y="4728"/>
                  </a:lnTo>
                  <a:lnTo>
                    <a:pt x="8767" y="4747"/>
                  </a:lnTo>
                  <a:cubicBezTo>
                    <a:pt x="8767" y="4805"/>
                    <a:pt x="8729" y="4881"/>
                    <a:pt x="8729" y="4920"/>
                  </a:cubicBezTo>
                  <a:cubicBezTo>
                    <a:pt x="8729" y="5456"/>
                    <a:pt x="9150" y="5858"/>
                    <a:pt x="9666" y="5858"/>
                  </a:cubicBezTo>
                  <a:cubicBezTo>
                    <a:pt x="10183" y="5858"/>
                    <a:pt x="10604" y="5456"/>
                    <a:pt x="10604" y="4920"/>
                  </a:cubicBezTo>
                  <a:lnTo>
                    <a:pt x="10604" y="4843"/>
                  </a:lnTo>
                  <a:lnTo>
                    <a:pt x="12748" y="4996"/>
                  </a:lnTo>
                  <a:lnTo>
                    <a:pt x="12920" y="2986"/>
                  </a:lnTo>
                  <a:lnTo>
                    <a:pt x="10126" y="2814"/>
                  </a:lnTo>
                  <a:lnTo>
                    <a:pt x="10260" y="192"/>
                  </a:lnTo>
                  <a:lnTo>
                    <a:pt x="33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6"/>
            <p:cNvSpPr/>
            <p:nvPr/>
          </p:nvSpPr>
          <p:spPr>
            <a:xfrm rot="-1548641">
              <a:off x="1367795" y="4032866"/>
              <a:ext cx="1085185" cy="419612"/>
            </a:xfrm>
            <a:custGeom>
              <a:rect b="b" l="l" r="r" t="t"/>
              <a:pathLst>
                <a:path extrusionOk="0" h="4996" w="12921">
                  <a:moveTo>
                    <a:pt x="3312" y="0"/>
                  </a:moveTo>
                  <a:lnTo>
                    <a:pt x="3139" y="2603"/>
                  </a:lnTo>
                  <a:lnTo>
                    <a:pt x="115" y="2374"/>
                  </a:lnTo>
                  <a:lnTo>
                    <a:pt x="0" y="4211"/>
                  </a:lnTo>
                  <a:lnTo>
                    <a:pt x="12748" y="4996"/>
                  </a:lnTo>
                  <a:lnTo>
                    <a:pt x="12920" y="2986"/>
                  </a:lnTo>
                  <a:lnTo>
                    <a:pt x="10126" y="2833"/>
                  </a:lnTo>
                  <a:lnTo>
                    <a:pt x="10260" y="192"/>
                  </a:lnTo>
                  <a:lnTo>
                    <a:pt x="33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6"/>
            <p:cNvSpPr/>
            <p:nvPr/>
          </p:nvSpPr>
          <p:spPr>
            <a:xfrm rot="-1548641">
              <a:off x="1699889" y="4440148"/>
              <a:ext cx="156046" cy="155969"/>
            </a:xfrm>
            <a:custGeom>
              <a:rect b="b" l="l" r="r" t="t"/>
              <a:pathLst>
                <a:path extrusionOk="0" h="1857" w="1858">
                  <a:moveTo>
                    <a:pt x="939" y="0"/>
                  </a:moveTo>
                  <a:cubicBezTo>
                    <a:pt x="422" y="0"/>
                    <a:pt x="1" y="421"/>
                    <a:pt x="1" y="919"/>
                  </a:cubicBezTo>
                  <a:cubicBezTo>
                    <a:pt x="1" y="1436"/>
                    <a:pt x="422" y="1857"/>
                    <a:pt x="939" y="1857"/>
                  </a:cubicBezTo>
                  <a:cubicBezTo>
                    <a:pt x="1436" y="1857"/>
                    <a:pt x="1858" y="1436"/>
                    <a:pt x="1858" y="919"/>
                  </a:cubicBezTo>
                  <a:cubicBezTo>
                    <a:pt x="1858" y="421"/>
                    <a:pt x="1436" y="0"/>
                    <a:pt x="9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6"/>
            <p:cNvSpPr/>
            <p:nvPr/>
          </p:nvSpPr>
          <p:spPr>
            <a:xfrm rot="-1548641">
              <a:off x="2165613" y="4232335"/>
              <a:ext cx="157642" cy="156053"/>
            </a:xfrm>
            <a:custGeom>
              <a:rect b="b" l="l" r="r" t="t"/>
              <a:pathLst>
                <a:path extrusionOk="0" h="1858" w="1877">
                  <a:moveTo>
                    <a:pt x="938" y="1"/>
                  </a:moveTo>
                  <a:cubicBezTo>
                    <a:pt x="422" y="1"/>
                    <a:pt x="1" y="422"/>
                    <a:pt x="1" y="938"/>
                  </a:cubicBezTo>
                  <a:cubicBezTo>
                    <a:pt x="1" y="1436"/>
                    <a:pt x="422" y="1857"/>
                    <a:pt x="938" y="1857"/>
                  </a:cubicBezTo>
                  <a:cubicBezTo>
                    <a:pt x="1455" y="1857"/>
                    <a:pt x="1876" y="1436"/>
                    <a:pt x="1876" y="938"/>
                  </a:cubicBezTo>
                  <a:cubicBezTo>
                    <a:pt x="1876" y="422"/>
                    <a:pt x="1455" y="1"/>
                    <a:pt x="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6"/>
            <p:cNvSpPr/>
            <p:nvPr/>
          </p:nvSpPr>
          <p:spPr>
            <a:xfrm rot="-1548641">
              <a:off x="1651387" y="4063470"/>
              <a:ext cx="490395" cy="196199"/>
            </a:xfrm>
            <a:custGeom>
              <a:rect b="b" l="l" r="r" t="t"/>
              <a:pathLst>
                <a:path extrusionOk="0" h="2336" w="5839">
                  <a:moveTo>
                    <a:pt x="0" y="1"/>
                  </a:moveTo>
                  <a:lnTo>
                    <a:pt x="58" y="2240"/>
                  </a:lnTo>
                  <a:lnTo>
                    <a:pt x="5666" y="2336"/>
                  </a:lnTo>
                  <a:lnTo>
                    <a:pt x="5838" y="269"/>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6"/>
            <p:cNvSpPr/>
            <p:nvPr/>
          </p:nvSpPr>
          <p:spPr>
            <a:xfrm rot="-1548641">
              <a:off x="2094669" y="4181948"/>
              <a:ext cx="241292" cy="129092"/>
            </a:xfrm>
            <a:custGeom>
              <a:rect b="b" l="l" r="r" t="t"/>
              <a:pathLst>
                <a:path extrusionOk="0" h="1537" w="2873">
                  <a:moveTo>
                    <a:pt x="1522" y="1"/>
                  </a:moveTo>
                  <a:cubicBezTo>
                    <a:pt x="1494" y="1"/>
                    <a:pt x="1465" y="2"/>
                    <a:pt x="1437" y="6"/>
                  </a:cubicBezTo>
                  <a:cubicBezTo>
                    <a:pt x="671" y="101"/>
                    <a:pt x="58" y="1288"/>
                    <a:pt x="20" y="1345"/>
                  </a:cubicBezTo>
                  <a:cubicBezTo>
                    <a:pt x="1" y="1422"/>
                    <a:pt x="20" y="1479"/>
                    <a:pt x="78" y="1518"/>
                  </a:cubicBezTo>
                  <a:cubicBezTo>
                    <a:pt x="78" y="1537"/>
                    <a:pt x="97" y="1537"/>
                    <a:pt x="135" y="1537"/>
                  </a:cubicBezTo>
                  <a:cubicBezTo>
                    <a:pt x="173" y="1537"/>
                    <a:pt x="231" y="1518"/>
                    <a:pt x="250" y="1441"/>
                  </a:cubicBezTo>
                  <a:cubicBezTo>
                    <a:pt x="250" y="1441"/>
                    <a:pt x="824" y="312"/>
                    <a:pt x="1456" y="235"/>
                  </a:cubicBezTo>
                  <a:cubicBezTo>
                    <a:pt x="1472" y="233"/>
                    <a:pt x="1489" y="233"/>
                    <a:pt x="1505" y="233"/>
                  </a:cubicBezTo>
                  <a:cubicBezTo>
                    <a:pt x="2004" y="233"/>
                    <a:pt x="2474" y="1050"/>
                    <a:pt x="2604" y="1365"/>
                  </a:cubicBezTo>
                  <a:cubicBezTo>
                    <a:pt x="2648" y="1423"/>
                    <a:pt x="2692" y="1448"/>
                    <a:pt x="2736" y="1448"/>
                  </a:cubicBezTo>
                  <a:cubicBezTo>
                    <a:pt x="2749" y="1448"/>
                    <a:pt x="2763" y="1446"/>
                    <a:pt x="2776" y="1441"/>
                  </a:cubicBezTo>
                  <a:cubicBezTo>
                    <a:pt x="2853" y="1384"/>
                    <a:pt x="2872" y="1345"/>
                    <a:pt x="2853" y="1269"/>
                  </a:cubicBezTo>
                  <a:cubicBezTo>
                    <a:pt x="2834" y="1232"/>
                    <a:pt x="2299" y="1"/>
                    <a:pt x="15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6"/>
            <p:cNvSpPr/>
            <p:nvPr/>
          </p:nvSpPr>
          <p:spPr>
            <a:xfrm rot="-1548641">
              <a:off x="1626196" y="4385375"/>
              <a:ext cx="234741" cy="127160"/>
            </a:xfrm>
            <a:custGeom>
              <a:rect b="b" l="l" r="r" t="t"/>
              <a:pathLst>
                <a:path extrusionOk="0" h="1514" w="2795">
                  <a:moveTo>
                    <a:pt x="1509" y="1"/>
                  </a:moveTo>
                  <a:cubicBezTo>
                    <a:pt x="1497" y="1"/>
                    <a:pt x="1486" y="1"/>
                    <a:pt x="1474" y="2"/>
                  </a:cubicBezTo>
                  <a:cubicBezTo>
                    <a:pt x="689" y="59"/>
                    <a:pt x="39" y="1150"/>
                    <a:pt x="20" y="1207"/>
                  </a:cubicBezTo>
                  <a:cubicBezTo>
                    <a:pt x="0" y="1265"/>
                    <a:pt x="20" y="1341"/>
                    <a:pt x="77" y="1361"/>
                  </a:cubicBezTo>
                  <a:cubicBezTo>
                    <a:pt x="94" y="1372"/>
                    <a:pt x="112" y="1376"/>
                    <a:pt x="130" y="1376"/>
                  </a:cubicBezTo>
                  <a:cubicBezTo>
                    <a:pt x="174" y="1376"/>
                    <a:pt x="217" y="1349"/>
                    <a:pt x="230" y="1322"/>
                  </a:cubicBezTo>
                  <a:cubicBezTo>
                    <a:pt x="230" y="1322"/>
                    <a:pt x="843" y="270"/>
                    <a:pt x="1513" y="250"/>
                  </a:cubicBezTo>
                  <a:cubicBezTo>
                    <a:pt x="1523" y="250"/>
                    <a:pt x="1534" y="249"/>
                    <a:pt x="1545" y="249"/>
                  </a:cubicBezTo>
                  <a:cubicBezTo>
                    <a:pt x="2046" y="249"/>
                    <a:pt x="2434" y="1119"/>
                    <a:pt x="2565" y="1437"/>
                  </a:cubicBezTo>
                  <a:cubicBezTo>
                    <a:pt x="2584" y="1495"/>
                    <a:pt x="2623" y="1514"/>
                    <a:pt x="2680" y="1514"/>
                  </a:cubicBezTo>
                  <a:cubicBezTo>
                    <a:pt x="2757" y="1495"/>
                    <a:pt x="2795" y="1437"/>
                    <a:pt x="2776" y="1361"/>
                  </a:cubicBezTo>
                  <a:cubicBezTo>
                    <a:pt x="2738" y="1304"/>
                    <a:pt x="2310" y="1"/>
                    <a:pt x="15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6"/>
            <p:cNvSpPr/>
            <p:nvPr/>
          </p:nvSpPr>
          <p:spPr>
            <a:xfrm rot="-1548641">
              <a:off x="1942520" y="4240401"/>
              <a:ext cx="32251" cy="191328"/>
            </a:xfrm>
            <a:custGeom>
              <a:rect b="b" l="l" r="r" t="t"/>
              <a:pathLst>
                <a:path extrusionOk="0" h="2278" w="384">
                  <a:moveTo>
                    <a:pt x="249" y="0"/>
                  </a:moveTo>
                  <a:cubicBezTo>
                    <a:pt x="211" y="0"/>
                    <a:pt x="134" y="58"/>
                    <a:pt x="134" y="115"/>
                  </a:cubicBezTo>
                  <a:lnTo>
                    <a:pt x="1" y="2163"/>
                  </a:lnTo>
                  <a:cubicBezTo>
                    <a:pt x="1" y="2201"/>
                    <a:pt x="39" y="2278"/>
                    <a:pt x="115" y="2278"/>
                  </a:cubicBezTo>
                  <a:cubicBezTo>
                    <a:pt x="192" y="2278"/>
                    <a:pt x="230" y="2220"/>
                    <a:pt x="230" y="2163"/>
                  </a:cubicBezTo>
                  <a:lnTo>
                    <a:pt x="383" y="115"/>
                  </a:lnTo>
                  <a:cubicBezTo>
                    <a:pt x="383" y="77"/>
                    <a:pt x="326" y="0"/>
                    <a:pt x="249"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6"/>
            <p:cNvSpPr/>
            <p:nvPr/>
          </p:nvSpPr>
          <p:spPr>
            <a:xfrm rot="-1548641">
              <a:off x="1470119" y="4475437"/>
              <a:ext cx="64417" cy="64420"/>
            </a:xfrm>
            <a:custGeom>
              <a:rect b="b" l="l" r="r" t="t"/>
              <a:pathLst>
                <a:path extrusionOk="0" h="767" w="767">
                  <a:moveTo>
                    <a:pt x="383" y="1"/>
                  </a:moveTo>
                  <a:cubicBezTo>
                    <a:pt x="173" y="1"/>
                    <a:pt x="1" y="173"/>
                    <a:pt x="1" y="384"/>
                  </a:cubicBezTo>
                  <a:cubicBezTo>
                    <a:pt x="1" y="613"/>
                    <a:pt x="173" y="766"/>
                    <a:pt x="383" y="766"/>
                  </a:cubicBezTo>
                  <a:cubicBezTo>
                    <a:pt x="594" y="766"/>
                    <a:pt x="766" y="613"/>
                    <a:pt x="766" y="384"/>
                  </a:cubicBezTo>
                  <a:cubicBezTo>
                    <a:pt x="766" y="173"/>
                    <a:pt x="594" y="1"/>
                    <a:pt x="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6"/>
            <p:cNvSpPr/>
            <p:nvPr/>
          </p:nvSpPr>
          <p:spPr>
            <a:xfrm rot="-1548641">
              <a:off x="1724461" y="4137485"/>
              <a:ext cx="112541" cy="126740"/>
            </a:xfrm>
            <a:custGeom>
              <a:rect b="b" l="l" r="r" t="t"/>
              <a:pathLst>
                <a:path extrusionOk="0" h="1509" w="1340">
                  <a:moveTo>
                    <a:pt x="141" y="0"/>
                  </a:moveTo>
                  <a:cubicBezTo>
                    <a:pt x="115" y="0"/>
                    <a:pt x="93" y="11"/>
                    <a:pt x="77" y="35"/>
                  </a:cubicBezTo>
                  <a:cubicBezTo>
                    <a:pt x="19" y="73"/>
                    <a:pt x="0" y="150"/>
                    <a:pt x="58" y="188"/>
                  </a:cubicBezTo>
                  <a:lnTo>
                    <a:pt x="1110" y="1470"/>
                  </a:lnTo>
                  <a:cubicBezTo>
                    <a:pt x="1129" y="1489"/>
                    <a:pt x="1168" y="1509"/>
                    <a:pt x="1206" y="1509"/>
                  </a:cubicBezTo>
                  <a:cubicBezTo>
                    <a:pt x="1225" y="1509"/>
                    <a:pt x="1244" y="1509"/>
                    <a:pt x="1263" y="1489"/>
                  </a:cubicBezTo>
                  <a:cubicBezTo>
                    <a:pt x="1321" y="1432"/>
                    <a:pt x="1340" y="1375"/>
                    <a:pt x="1302" y="1317"/>
                  </a:cubicBezTo>
                  <a:lnTo>
                    <a:pt x="249" y="54"/>
                  </a:lnTo>
                  <a:cubicBezTo>
                    <a:pt x="216" y="21"/>
                    <a:pt x="176" y="0"/>
                    <a:pt x="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6"/>
            <p:cNvSpPr/>
            <p:nvPr/>
          </p:nvSpPr>
          <p:spPr>
            <a:xfrm rot="-1548641">
              <a:off x="1715326" y="4206009"/>
              <a:ext cx="65929" cy="73323"/>
            </a:xfrm>
            <a:custGeom>
              <a:rect b="b" l="l" r="r" t="t"/>
              <a:pathLst>
                <a:path extrusionOk="0" h="873" w="785">
                  <a:moveTo>
                    <a:pt x="131" y="1"/>
                  </a:moveTo>
                  <a:cubicBezTo>
                    <a:pt x="110" y="1"/>
                    <a:pt x="91" y="9"/>
                    <a:pt x="77" y="30"/>
                  </a:cubicBezTo>
                  <a:cubicBezTo>
                    <a:pt x="19" y="68"/>
                    <a:pt x="0" y="145"/>
                    <a:pt x="57" y="202"/>
                  </a:cubicBezTo>
                  <a:lnTo>
                    <a:pt x="555" y="815"/>
                  </a:lnTo>
                  <a:cubicBezTo>
                    <a:pt x="574" y="834"/>
                    <a:pt x="632" y="872"/>
                    <a:pt x="651" y="872"/>
                  </a:cubicBezTo>
                  <a:cubicBezTo>
                    <a:pt x="670" y="872"/>
                    <a:pt x="689" y="834"/>
                    <a:pt x="727" y="834"/>
                  </a:cubicBezTo>
                  <a:cubicBezTo>
                    <a:pt x="766" y="796"/>
                    <a:pt x="785" y="719"/>
                    <a:pt x="747" y="681"/>
                  </a:cubicBezTo>
                  <a:lnTo>
                    <a:pt x="249" y="49"/>
                  </a:lnTo>
                  <a:cubicBezTo>
                    <a:pt x="213" y="25"/>
                    <a:pt x="169" y="1"/>
                    <a:pt x="1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6"/>
            <p:cNvSpPr/>
            <p:nvPr/>
          </p:nvSpPr>
          <p:spPr>
            <a:xfrm rot="-1548641">
              <a:off x="1968920" y="4039319"/>
              <a:ext cx="119008" cy="121449"/>
            </a:xfrm>
            <a:custGeom>
              <a:rect b="b" l="l" r="r" t="t"/>
              <a:pathLst>
                <a:path extrusionOk="0" h="1446" w="1417">
                  <a:moveTo>
                    <a:pt x="132" y="1"/>
                  </a:moveTo>
                  <a:cubicBezTo>
                    <a:pt x="101" y="1"/>
                    <a:pt x="67" y="10"/>
                    <a:pt x="38" y="29"/>
                  </a:cubicBezTo>
                  <a:cubicBezTo>
                    <a:pt x="0" y="87"/>
                    <a:pt x="0" y="144"/>
                    <a:pt x="38" y="202"/>
                  </a:cubicBezTo>
                  <a:lnTo>
                    <a:pt x="1187" y="1388"/>
                  </a:lnTo>
                  <a:cubicBezTo>
                    <a:pt x="1225" y="1427"/>
                    <a:pt x="1263" y="1446"/>
                    <a:pt x="1283" y="1446"/>
                  </a:cubicBezTo>
                  <a:cubicBezTo>
                    <a:pt x="1321" y="1446"/>
                    <a:pt x="1359" y="1446"/>
                    <a:pt x="1359" y="1388"/>
                  </a:cubicBezTo>
                  <a:cubicBezTo>
                    <a:pt x="1417" y="1350"/>
                    <a:pt x="1417" y="1274"/>
                    <a:pt x="1359" y="1235"/>
                  </a:cubicBezTo>
                  <a:lnTo>
                    <a:pt x="211" y="29"/>
                  </a:lnTo>
                  <a:cubicBezTo>
                    <a:pt x="192" y="10"/>
                    <a:pt x="163" y="1"/>
                    <a:pt x="1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6"/>
            <p:cNvSpPr/>
            <p:nvPr/>
          </p:nvSpPr>
          <p:spPr>
            <a:xfrm rot="-1548641">
              <a:off x="1991788" y="4113939"/>
              <a:ext cx="70800" cy="63160"/>
            </a:xfrm>
            <a:custGeom>
              <a:rect b="b" l="l" r="r" t="t"/>
              <a:pathLst>
                <a:path extrusionOk="0" h="752" w="843">
                  <a:moveTo>
                    <a:pt x="137" y="1"/>
                  </a:moveTo>
                  <a:cubicBezTo>
                    <a:pt x="106" y="1"/>
                    <a:pt x="77" y="15"/>
                    <a:pt x="58" y="44"/>
                  </a:cubicBezTo>
                  <a:cubicBezTo>
                    <a:pt x="0" y="82"/>
                    <a:pt x="0" y="158"/>
                    <a:pt x="58" y="216"/>
                  </a:cubicBezTo>
                  <a:lnTo>
                    <a:pt x="632" y="733"/>
                  </a:lnTo>
                  <a:cubicBezTo>
                    <a:pt x="651" y="752"/>
                    <a:pt x="670" y="752"/>
                    <a:pt x="709" y="752"/>
                  </a:cubicBezTo>
                  <a:cubicBezTo>
                    <a:pt x="747" y="752"/>
                    <a:pt x="766" y="752"/>
                    <a:pt x="804" y="733"/>
                  </a:cubicBezTo>
                  <a:cubicBezTo>
                    <a:pt x="843" y="694"/>
                    <a:pt x="843" y="618"/>
                    <a:pt x="804" y="560"/>
                  </a:cubicBezTo>
                  <a:lnTo>
                    <a:pt x="230" y="44"/>
                  </a:lnTo>
                  <a:cubicBezTo>
                    <a:pt x="201" y="15"/>
                    <a:pt x="168" y="1"/>
                    <a:pt x="1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6"/>
            <p:cNvSpPr/>
            <p:nvPr/>
          </p:nvSpPr>
          <p:spPr>
            <a:xfrm rot="-1548641">
              <a:off x="1877164" y="4076410"/>
              <a:ext cx="32251" cy="175370"/>
            </a:xfrm>
            <a:custGeom>
              <a:rect b="b" l="l" r="r" t="t"/>
              <a:pathLst>
                <a:path extrusionOk="0" h="2088" w="384">
                  <a:moveTo>
                    <a:pt x="250" y="1"/>
                  </a:moveTo>
                  <a:cubicBezTo>
                    <a:pt x="211" y="1"/>
                    <a:pt x="135" y="58"/>
                    <a:pt x="135" y="135"/>
                  </a:cubicBezTo>
                  <a:lnTo>
                    <a:pt x="1" y="1972"/>
                  </a:lnTo>
                  <a:cubicBezTo>
                    <a:pt x="1" y="2011"/>
                    <a:pt x="39" y="2087"/>
                    <a:pt x="116" y="2087"/>
                  </a:cubicBezTo>
                  <a:cubicBezTo>
                    <a:pt x="154" y="2087"/>
                    <a:pt x="231" y="2049"/>
                    <a:pt x="231" y="1972"/>
                  </a:cubicBezTo>
                  <a:lnTo>
                    <a:pt x="384" y="135"/>
                  </a:lnTo>
                  <a:cubicBezTo>
                    <a:pt x="384" y="77"/>
                    <a:pt x="326" y="1"/>
                    <a:pt x="250"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6"/>
            <p:cNvSpPr/>
            <p:nvPr/>
          </p:nvSpPr>
          <p:spPr>
            <a:xfrm rot="-1548641">
              <a:off x="1747228" y="4495444"/>
              <a:ext cx="43421" cy="45102"/>
            </a:xfrm>
            <a:custGeom>
              <a:rect b="b" l="l" r="r" t="t"/>
              <a:pathLst>
                <a:path extrusionOk="0" h="537" w="517">
                  <a:moveTo>
                    <a:pt x="249" y="1"/>
                  </a:moveTo>
                  <a:cubicBezTo>
                    <a:pt x="115" y="1"/>
                    <a:pt x="0" y="115"/>
                    <a:pt x="0" y="269"/>
                  </a:cubicBezTo>
                  <a:cubicBezTo>
                    <a:pt x="0" y="422"/>
                    <a:pt x="115" y="537"/>
                    <a:pt x="249" y="537"/>
                  </a:cubicBezTo>
                  <a:cubicBezTo>
                    <a:pt x="402" y="537"/>
                    <a:pt x="517" y="422"/>
                    <a:pt x="517" y="269"/>
                  </a:cubicBezTo>
                  <a:cubicBezTo>
                    <a:pt x="517" y="115"/>
                    <a:pt x="402" y="1"/>
                    <a:pt x="2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6"/>
            <p:cNvSpPr/>
            <p:nvPr/>
          </p:nvSpPr>
          <p:spPr>
            <a:xfrm rot="-1548641">
              <a:off x="2223427" y="4277134"/>
              <a:ext cx="45101" cy="43507"/>
            </a:xfrm>
            <a:custGeom>
              <a:rect b="b" l="l" r="r" t="t"/>
              <a:pathLst>
                <a:path extrusionOk="0" h="518" w="537">
                  <a:moveTo>
                    <a:pt x="269" y="1"/>
                  </a:moveTo>
                  <a:cubicBezTo>
                    <a:pt x="116" y="1"/>
                    <a:pt x="1" y="115"/>
                    <a:pt x="1" y="249"/>
                  </a:cubicBezTo>
                  <a:cubicBezTo>
                    <a:pt x="1" y="403"/>
                    <a:pt x="116" y="517"/>
                    <a:pt x="269" y="517"/>
                  </a:cubicBezTo>
                  <a:cubicBezTo>
                    <a:pt x="403" y="517"/>
                    <a:pt x="537" y="403"/>
                    <a:pt x="537" y="249"/>
                  </a:cubicBezTo>
                  <a:cubicBezTo>
                    <a:pt x="537" y="115"/>
                    <a:pt x="403" y="1"/>
                    <a:pt x="2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 name="Google Shape;664;p26"/>
          <p:cNvGrpSpPr/>
          <p:nvPr/>
        </p:nvGrpSpPr>
        <p:grpSpPr>
          <a:xfrm>
            <a:off x="733989" y="4593117"/>
            <a:ext cx="773154" cy="349422"/>
            <a:chOff x="6892614" y="3632855"/>
            <a:chExt cx="773154" cy="349422"/>
          </a:xfrm>
        </p:grpSpPr>
        <p:sp>
          <p:nvSpPr>
            <p:cNvPr id="665" name="Google Shape;665;p26"/>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6"/>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 name="Google Shape;667;p26"/>
          <p:cNvGrpSpPr/>
          <p:nvPr/>
        </p:nvGrpSpPr>
        <p:grpSpPr>
          <a:xfrm>
            <a:off x="-122686" y="4302230"/>
            <a:ext cx="773154" cy="349422"/>
            <a:chOff x="6892614" y="3632855"/>
            <a:chExt cx="773154" cy="349422"/>
          </a:xfrm>
        </p:grpSpPr>
        <p:sp>
          <p:nvSpPr>
            <p:cNvPr id="668" name="Google Shape;668;p26"/>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6"/>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0" name="Google Shape;670;p26"/>
          <p:cNvGrpSpPr/>
          <p:nvPr/>
        </p:nvGrpSpPr>
        <p:grpSpPr>
          <a:xfrm flipH="1" rot="10800000">
            <a:off x="6694268" y="4234409"/>
            <a:ext cx="2285724" cy="820018"/>
            <a:chOff x="6746543" y="114659"/>
            <a:chExt cx="2285724" cy="820018"/>
          </a:xfrm>
        </p:grpSpPr>
        <p:sp>
          <p:nvSpPr>
            <p:cNvPr id="671" name="Google Shape;671;p26"/>
            <p:cNvSpPr/>
            <p:nvPr/>
          </p:nvSpPr>
          <p:spPr>
            <a:xfrm>
              <a:off x="8716862" y="836875"/>
              <a:ext cx="97861" cy="97803"/>
            </a:xfrm>
            <a:custGeom>
              <a:rect b="b" l="l" r="r" t="t"/>
              <a:pathLst>
                <a:path extrusionOk="0" h="1666" w="1667">
                  <a:moveTo>
                    <a:pt x="843" y="249"/>
                  </a:moveTo>
                  <a:cubicBezTo>
                    <a:pt x="996" y="249"/>
                    <a:pt x="1149" y="288"/>
                    <a:pt x="1245" y="441"/>
                  </a:cubicBezTo>
                  <a:cubicBezTo>
                    <a:pt x="1360" y="537"/>
                    <a:pt x="1417" y="671"/>
                    <a:pt x="1417" y="843"/>
                  </a:cubicBezTo>
                  <a:cubicBezTo>
                    <a:pt x="1417" y="1149"/>
                    <a:pt x="1130" y="1417"/>
                    <a:pt x="805" y="1417"/>
                  </a:cubicBezTo>
                  <a:cubicBezTo>
                    <a:pt x="499" y="1417"/>
                    <a:pt x="231" y="1149"/>
                    <a:pt x="231" y="824"/>
                  </a:cubicBezTo>
                  <a:cubicBezTo>
                    <a:pt x="231" y="517"/>
                    <a:pt x="499" y="249"/>
                    <a:pt x="843" y="249"/>
                  </a:cubicBezTo>
                  <a:close/>
                  <a:moveTo>
                    <a:pt x="843" y="1"/>
                  </a:moveTo>
                  <a:cubicBezTo>
                    <a:pt x="384" y="1"/>
                    <a:pt x="1" y="364"/>
                    <a:pt x="1" y="824"/>
                  </a:cubicBezTo>
                  <a:cubicBezTo>
                    <a:pt x="1" y="1283"/>
                    <a:pt x="384" y="1666"/>
                    <a:pt x="843" y="1666"/>
                  </a:cubicBezTo>
                  <a:cubicBezTo>
                    <a:pt x="1283" y="1666"/>
                    <a:pt x="1647" y="1283"/>
                    <a:pt x="1666" y="824"/>
                  </a:cubicBezTo>
                  <a:cubicBezTo>
                    <a:pt x="1666" y="613"/>
                    <a:pt x="1571" y="422"/>
                    <a:pt x="1437" y="249"/>
                  </a:cubicBezTo>
                  <a:cubicBezTo>
                    <a:pt x="1264" y="96"/>
                    <a:pt x="1054"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6"/>
            <p:cNvSpPr/>
            <p:nvPr/>
          </p:nvSpPr>
          <p:spPr>
            <a:xfrm rot="3452380">
              <a:off x="8515211" y="268924"/>
              <a:ext cx="98917" cy="96686"/>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6"/>
            <p:cNvSpPr/>
            <p:nvPr/>
          </p:nvSpPr>
          <p:spPr>
            <a:xfrm rot="3452380">
              <a:off x="7658478" y="156216"/>
              <a:ext cx="215797" cy="213625"/>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4" name="Google Shape;674;p26"/>
            <p:cNvGrpSpPr/>
            <p:nvPr/>
          </p:nvGrpSpPr>
          <p:grpSpPr>
            <a:xfrm>
              <a:off x="8904114" y="197268"/>
              <a:ext cx="128153" cy="131499"/>
              <a:chOff x="4915051" y="3921555"/>
              <a:chExt cx="128153" cy="131499"/>
            </a:xfrm>
          </p:grpSpPr>
          <p:sp>
            <p:nvSpPr>
              <p:cNvPr id="675" name="Google Shape;675;p26"/>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6"/>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6"/>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6"/>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6"/>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0" name="Google Shape;680;p26"/>
            <p:cNvSpPr/>
            <p:nvPr/>
          </p:nvSpPr>
          <p:spPr>
            <a:xfrm>
              <a:off x="6746543" y="143515"/>
              <a:ext cx="155157" cy="157388"/>
            </a:xfrm>
            <a:custGeom>
              <a:rect b="b" l="l" r="r" t="t"/>
              <a:pathLst>
                <a:path extrusionOk="0" h="2681" w="2643">
                  <a:moveTo>
                    <a:pt x="1398" y="307"/>
                  </a:moveTo>
                  <a:cubicBezTo>
                    <a:pt x="1436" y="403"/>
                    <a:pt x="1475" y="575"/>
                    <a:pt x="1494" y="671"/>
                  </a:cubicBezTo>
                  <a:cubicBezTo>
                    <a:pt x="1570" y="958"/>
                    <a:pt x="1589" y="1015"/>
                    <a:pt x="1628" y="1053"/>
                  </a:cubicBezTo>
                  <a:cubicBezTo>
                    <a:pt x="1666" y="1111"/>
                    <a:pt x="1723" y="1130"/>
                    <a:pt x="1972" y="1226"/>
                  </a:cubicBezTo>
                  <a:cubicBezTo>
                    <a:pt x="2068" y="1245"/>
                    <a:pt x="2221" y="1302"/>
                    <a:pt x="2317" y="1341"/>
                  </a:cubicBezTo>
                  <a:cubicBezTo>
                    <a:pt x="2164" y="1417"/>
                    <a:pt x="1934" y="1513"/>
                    <a:pt x="1723" y="1589"/>
                  </a:cubicBezTo>
                  <a:lnTo>
                    <a:pt x="1647" y="1647"/>
                  </a:lnTo>
                  <a:cubicBezTo>
                    <a:pt x="1551" y="1915"/>
                    <a:pt x="1436" y="2183"/>
                    <a:pt x="1341" y="2355"/>
                  </a:cubicBezTo>
                  <a:cubicBezTo>
                    <a:pt x="1264" y="2183"/>
                    <a:pt x="1188" y="1896"/>
                    <a:pt x="1130" y="1628"/>
                  </a:cubicBezTo>
                  <a:cubicBezTo>
                    <a:pt x="1092" y="1589"/>
                    <a:pt x="1073" y="1532"/>
                    <a:pt x="1034" y="1532"/>
                  </a:cubicBezTo>
                  <a:cubicBezTo>
                    <a:pt x="786" y="1513"/>
                    <a:pt x="498" y="1436"/>
                    <a:pt x="326" y="1398"/>
                  </a:cubicBezTo>
                  <a:cubicBezTo>
                    <a:pt x="498" y="1302"/>
                    <a:pt x="805" y="1149"/>
                    <a:pt x="1073" y="1015"/>
                  </a:cubicBezTo>
                  <a:cubicBezTo>
                    <a:pt x="1092" y="977"/>
                    <a:pt x="1149" y="958"/>
                    <a:pt x="1149" y="939"/>
                  </a:cubicBezTo>
                  <a:cubicBezTo>
                    <a:pt x="1226" y="728"/>
                    <a:pt x="1341" y="460"/>
                    <a:pt x="1398" y="307"/>
                  </a:cubicBezTo>
                  <a:close/>
                  <a:moveTo>
                    <a:pt x="1436" y="1"/>
                  </a:moveTo>
                  <a:cubicBezTo>
                    <a:pt x="1360" y="1"/>
                    <a:pt x="1245" y="1"/>
                    <a:pt x="920" y="843"/>
                  </a:cubicBezTo>
                  <a:cubicBezTo>
                    <a:pt x="39" y="1187"/>
                    <a:pt x="20" y="1321"/>
                    <a:pt x="1" y="1360"/>
                  </a:cubicBezTo>
                  <a:cubicBezTo>
                    <a:pt x="1" y="1398"/>
                    <a:pt x="1" y="1455"/>
                    <a:pt x="20" y="1494"/>
                  </a:cubicBezTo>
                  <a:cubicBezTo>
                    <a:pt x="39" y="1513"/>
                    <a:pt x="116" y="1609"/>
                    <a:pt x="900" y="1743"/>
                  </a:cubicBezTo>
                  <a:cubicBezTo>
                    <a:pt x="1149" y="2680"/>
                    <a:pt x="1226" y="2680"/>
                    <a:pt x="1302" y="2680"/>
                  </a:cubicBezTo>
                  <a:cubicBezTo>
                    <a:pt x="1417" y="2680"/>
                    <a:pt x="1475" y="2680"/>
                    <a:pt x="1838" y="1819"/>
                  </a:cubicBezTo>
                  <a:cubicBezTo>
                    <a:pt x="2049" y="1743"/>
                    <a:pt x="2508" y="1570"/>
                    <a:pt x="2604" y="1494"/>
                  </a:cubicBezTo>
                  <a:cubicBezTo>
                    <a:pt x="2623" y="1455"/>
                    <a:pt x="2642" y="1417"/>
                    <a:pt x="2642" y="1360"/>
                  </a:cubicBezTo>
                  <a:cubicBezTo>
                    <a:pt x="2623" y="1245"/>
                    <a:pt x="2508" y="1207"/>
                    <a:pt x="2049" y="1034"/>
                  </a:cubicBezTo>
                  <a:cubicBezTo>
                    <a:pt x="1953" y="977"/>
                    <a:pt x="1857" y="958"/>
                    <a:pt x="1819" y="939"/>
                  </a:cubicBezTo>
                  <a:cubicBezTo>
                    <a:pt x="1781" y="862"/>
                    <a:pt x="1762" y="747"/>
                    <a:pt x="1743" y="651"/>
                  </a:cubicBezTo>
                  <a:cubicBezTo>
                    <a:pt x="1666" y="345"/>
                    <a:pt x="1589" y="116"/>
                    <a:pt x="1551" y="58"/>
                  </a:cubicBezTo>
                  <a:cubicBezTo>
                    <a:pt x="1532" y="20"/>
                    <a:pt x="1475"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 name="Google Shape;681;p26"/>
          <p:cNvGrpSpPr/>
          <p:nvPr/>
        </p:nvGrpSpPr>
        <p:grpSpPr>
          <a:xfrm flipH="1">
            <a:off x="133743" y="209559"/>
            <a:ext cx="2285724" cy="820018"/>
            <a:chOff x="6746543" y="114659"/>
            <a:chExt cx="2285724" cy="820018"/>
          </a:xfrm>
        </p:grpSpPr>
        <p:sp>
          <p:nvSpPr>
            <p:cNvPr id="682" name="Google Shape;682;p26"/>
            <p:cNvSpPr/>
            <p:nvPr/>
          </p:nvSpPr>
          <p:spPr>
            <a:xfrm>
              <a:off x="8716862" y="836875"/>
              <a:ext cx="97861" cy="97803"/>
            </a:xfrm>
            <a:custGeom>
              <a:rect b="b" l="l" r="r" t="t"/>
              <a:pathLst>
                <a:path extrusionOk="0" h="1666" w="1667">
                  <a:moveTo>
                    <a:pt x="843" y="249"/>
                  </a:moveTo>
                  <a:cubicBezTo>
                    <a:pt x="996" y="249"/>
                    <a:pt x="1149" y="288"/>
                    <a:pt x="1245" y="441"/>
                  </a:cubicBezTo>
                  <a:cubicBezTo>
                    <a:pt x="1360" y="537"/>
                    <a:pt x="1417" y="671"/>
                    <a:pt x="1417" y="843"/>
                  </a:cubicBezTo>
                  <a:cubicBezTo>
                    <a:pt x="1417" y="1149"/>
                    <a:pt x="1130" y="1417"/>
                    <a:pt x="805" y="1417"/>
                  </a:cubicBezTo>
                  <a:cubicBezTo>
                    <a:pt x="499" y="1417"/>
                    <a:pt x="231" y="1149"/>
                    <a:pt x="231" y="824"/>
                  </a:cubicBezTo>
                  <a:cubicBezTo>
                    <a:pt x="231" y="517"/>
                    <a:pt x="499" y="249"/>
                    <a:pt x="843" y="249"/>
                  </a:cubicBezTo>
                  <a:close/>
                  <a:moveTo>
                    <a:pt x="843" y="1"/>
                  </a:moveTo>
                  <a:cubicBezTo>
                    <a:pt x="384" y="1"/>
                    <a:pt x="1" y="364"/>
                    <a:pt x="1" y="824"/>
                  </a:cubicBezTo>
                  <a:cubicBezTo>
                    <a:pt x="1" y="1283"/>
                    <a:pt x="384" y="1666"/>
                    <a:pt x="843" y="1666"/>
                  </a:cubicBezTo>
                  <a:cubicBezTo>
                    <a:pt x="1283" y="1666"/>
                    <a:pt x="1647" y="1283"/>
                    <a:pt x="1666" y="824"/>
                  </a:cubicBezTo>
                  <a:cubicBezTo>
                    <a:pt x="1666" y="613"/>
                    <a:pt x="1571" y="422"/>
                    <a:pt x="1437" y="249"/>
                  </a:cubicBezTo>
                  <a:cubicBezTo>
                    <a:pt x="1264" y="96"/>
                    <a:pt x="1054"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6"/>
            <p:cNvSpPr/>
            <p:nvPr/>
          </p:nvSpPr>
          <p:spPr>
            <a:xfrm rot="3452380">
              <a:off x="8515211" y="268924"/>
              <a:ext cx="98917" cy="96686"/>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6"/>
            <p:cNvSpPr/>
            <p:nvPr/>
          </p:nvSpPr>
          <p:spPr>
            <a:xfrm rot="3452380">
              <a:off x="7658478" y="156216"/>
              <a:ext cx="215797" cy="213625"/>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5" name="Google Shape;685;p26"/>
            <p:cNvGrpSpPr/>
            <p:nvPr/>
          </p:nvGrpSpPr>
          <p:grpSpPr>
            <a:xfrm>
              <a:off x="8904114" y="197268"/>
              <a:ext cx="128153" cy="131499"/>
              <a:chOff x="4915051" y="3921555"/>
              <a:chExt cx="128153" cy="131499"/>
            </a:xfrm>
          </p:grpSpPr>
          <p:sp>
            <p:nvSpPr>
              <p:cNvPr id="686" name="Google Shape;686;p26"/>
              <p:cNvSpPr/>
              <p:nvPr/>
            </p:nvSpPr>
            <p:spPr>
              <a:xfrm>
                <a:off x="4915051" y="3921555"/>
                <a:ext cx="128153" cy="131499"/>
              </a:xfrm>
              <a:custGeom>
                <a:rect b="b" l="l" r="r" t="t"/>
                <a:pathLst>
                  <a:path extrusionOk="0" h="2240" w="2183">
                    <a:moveTo>
                      <a:pt x="1168" y="0"/>
                    </a:moveTo>
                    <a:cubicBezTo>
                      <a:pt x="1111" y="0"/>
                      <a:pt x="1053" y="39"/>
                      <a:pt x="1053" y="115"/>
                    </a:cubicBezTo>
                    <a:lnTo>
                      <a:pt x="1053" y="804"/>
                    </a:lnTo>
                    <a:lnTo>
                      <a:pt x="632" y="345"/>
                    </a:lnTo>
                    <a:cubicBezTo>
                      <a:pt x="603" y="326"/>
                      <a:pt x="575" y="316"/>
                      <a:pt x="546" y="316"/>
                    </a:cubicBezTo>
                    <a:cubicBezTo>
                      <a:pt x="517" y="316"/>
                      <a:pt x="488" y="326"/>
                      <a:pt x="460" y="345"/>
                    </a:cubicBezTo>
                    <a:cubicBezTo>
                      <a:pt x="402" y="402"/>
                      <a:pt x="402" y="479"/>
                      <a:pt x="460" y="517"/>
                    </a:cubicBezTo>
                    <a:lnTo>
                      <a:pt x="881" y="976"/>
                    </a:lnTo>
                    <a:lnTo>
                      <a:pt x="115" y="976"/>
                    </a:lnTo>
                    <a:cubicBezTo>
                      <a:pt x="58" y="976"/>
                      <a:pt x="0" y="1034"/>
                      <a:pt x="0" y="1091"/>
                    </a:cubicBezTo>
                    <a:cubicBezTo>
                      <a:pt x="0" y="1168"/>
                      <a:pt x="58" y="1225"/>
                      <a:pt x="115" y="1225"/>
                    </a:cubicBezTo>
                    <a:lnTo>
                      <a:pt x="862" y="1225"/>
                    </a:lnTo>
                    <a:lnTo>
                      <a:pt x="288" y="1608"/>
                    </a:lnTo>
                    <a:cubicBezTo>
                      <a:pt x="249" y="1646"/>
                      <a:pt x="211" y="1723"/>
                      <a:pt x="268" y="1761"/>
                    </a:cubicBezTo>
                    <a:cubicBezTo>
                      <a:pt x="288" y="1799"/>
                      <a:pt x="307" y="1819"/>
                      <a:pt x="364" y="1819"/>
                    </a:cubicBezTo>
                    <a:cubicBezTo>
                      <a:pt x="383" y="1819"/>
                      <a:pt x="402" y="1819"/>
                      <a:pt x="441" y="1799"/>
                    </a:cubicBezTo>
                    <a:lnTo>
                      <a:pt x="1053" y="1359"/>
                    </a:lnTo>
                    <a:lnTo>
                      <a:pt x="1053" y="2125"/>
                    </a:lnTo>
                    <a:cubicBezTo>
                      <a:pt x="1053" y="2201"/>
                      <a:pt x="1111" y="2240"/>
                      <a:pt x="1168" y="2240"/>
                    </a:cubicBezTo>
                    <a:cubicBezTo>
                      <a:pt x="1245" y="2240"/>
                      <a:pt x="1302" y="2201"/>
                      <a:pt x="1302" y="2125"/>
                    </a:cubicBezTo>
                    <a:lnTo>
                      <a:pt x="1302" y="1417"/>
                    </a:lnTo>
                    <a:lnTo>
                      <a:pt x="1723" y="1857"/>
                    </a:lnTo>
                    <a:cubicBezTo>
                      <a:pt x="1742" y="1895"/>
                      <a:pt x="1800" y="1914"/>
                      <a:pt x="1819" y="1914"/>
                    </a:cubicBezTo>
                    <a:cubicBezTo>
                      <a:pt x="1838" y="1914"/>
                      <a:pt x="1876" y="1895"/>
                      <a:pt x="1895" y="1857"/>
                    </a:cubicBezTo>
                    <a:cubicBezTo>
                      <a:pt x="1934" y="1819"/>
                      <a:pt x="1934" y="1742"/>
                      <a:pt x="1895" y="1704"/>
                    </a:cubicBezTo>
                    <a:lnTo>
                      <a:pt x="1417" y="1187"/>
                    </a:lnTo>
                    <a:lnTo>
                      <a:pt x="2068" y="1187"/>
                    </a:lnTo>
                    <a:cubicBezTo>
                      <a:pt x="2125" y="1187"/>
                      <a:pt x="2182" y="1149"/>
                      <a:pt x="2182" y="1072"/>
                    </a:cubicBezTo>
                    <a:cubicBezTo>
                      <a:pt x="2182" y="996"/>
                      <a:pt x="2144" y="957"/>
                      <a:pt x="2068" y="957"/>
                    </a:cubicBezTo>
                    <a:lnTo>
                      <a:pt x="1627" y="957"/>
                    </a:lnTo>
                    <a:lnTo>
                      <a:pt x="2087" y="651"/>
                    </a:lnTo>
                    <a:cubicBezTo>
                      <a:pt x="2144" y="594"/>
                      <a:pt x="2163" y="517"/>
                      <a:pt x="2106" y="479"/>
                    </a:cubicBezTo>
                    <a:cubicBezTo>
                      <a:pt x="2081" y="442"/>
                      <a:pt x="2040" y="421"/>
                      <a:pt x="2004" y="421"/>
                    </a:cubicBezTo>
                    <a:cubicBezTo>
                      <a:pt x="1985" y="421"/>
                      <a:pt x="1966" y="427"/>
                      <a:pt x="1953" y="440"/>
                    </a:cubicBezTo>
                    <a:lnTo>
                      <a:pt x="1302" y="900"/>
                    </a:lnTo>
                    <a:lnTo>
                      <a:pt x="1302" y="115"/>
                    </a:lnTo>
                    <a:cubicBezTo>
                      <a:pt x="1302" y="39"/>
                      <a:pt x="1245" y="0"/>
                      <a:pt x="11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6"/>
              <p:cNvSpPr/>
              <p:nvPr/>
            </p:nvSpPr>
            <p:spPr>
              <a:xfrm>
                <a:off x="4976868" y="3921555"/>
                <a:ext cx="14618" cy="131499"/>
              </a:xfrm>
              <a:custGeom>
                <a:rect b="b" l="l" r="r" t="t"/>
                <a:pathLst>
                  <a:path extrusionOk="0" h="2240" w="249">
                    <a:moveTo>
                      <a:pt x="134" y="0"/>
                    </a:moveTo>
                    <a:cubicBezTo>
                      <a:pt x="58" y="0"/>
                      <a:pt x="0" y="39"/>
                      <a:pt x="0" y="115"/>
                    </a:cubicBezTo>
                    <a:lnTo>
                      <a:pt x="0" y="2125"/>
                    </a:lnTo>
                    <a:cubicBezTo>
                      <a:pt x="0" y="2201"/>
                      <a:pt x="58" y="2240"/>
                      <a:pt x="134" y="2240"/>
                    </a:cubicBezTo>
                    <a:cubicBezTo>
                      <a:pt x="192" y="2240"/>
                      <a:pt x="249" y="2201"/>
                      <a:pt x="249" y="2125"/>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6"/>
              <p:cNvSpPr/>
              <p:nvPr/>
            </p:nvSpPr>
            <p:spPr>
              <a:xfrm>
                <a:off x="4927379" y="3946212"/>
                <a:ext cx="114710" cy="82128"/>
              </a:xfrm>
              <a:custGeom>
                <a:rect b="b" l="l" r="r" t="t"/>
                <a:pathLst>
                  <a:path extrusionOk="0" h="1399" w="1954">
                    <a:moveTo>
                      <a:pt x="1794" y="1"/>
                    </a:moveTo>
                    <a:cubicBezTo>
                      <a:pt x="1775" y="1"/>
                      <a:pt x="1756" y="7"/>
                      <a:pt x="1743" y="20"/>
                    </a:cubicBezTo>
                    <a:lnTo>
                      <a:pt x="78" y="1169"/>
                    </a:lnTo>
                    <a:cubicBezTo>
                      <a:pt x="39" y="1226"/>
                      <a:pt x="1" y="1303"/>
                      <a:pt x="58" y="1341"/>
                    </a:cubicBezTo>
                    <a:cubicBezTo>
                      <a:pt x="78" y="1360"/>
                      <a:pt x="97" y="1399"/>
                      <a:pt x="154" y="1399"/>
                    </a:cubicBezTo>
                    <a:cubicBezTo>
                      <a:pt x="173" y="1399"/>
                      <a:pt x="212" y="1399"/>
                      <a:pt x="231" y="1360"/>
                    </a:cubicBezTo>
                    <a:lnTo>
                      <a:pt x="1877" y="231"/>
                    </a:lnTo>
                    <a:cubicBezTo>
                      <a:pt x="1934" y="174"/>
                      <a:pt x="1953" y="97"/>
                      <a:pt x="1896" y="59"/>
                    </a:cubicBezTo>
                    <a:cubicBezTo>
                      <a:pt x="1871" y="22"/>
                      <a:pt x="1830" y="1"/>
                      <a:pt x="1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6"/>
              <p:cNvSpPr/>
              <p:nvPr/>
            </p:nvSpPr>
            <p:spPr>
              <a:xfrm>
                <a:off x="4939766" y="3940106"/>
                <a:ext cx="89936" cy="93869"/>
              </a:xfrm>
              <a:custGeom>
                <a:rect b="b" l="l" r="r" t="t"/>
                <a:pathLst>
                  <a:path extrusionOk="0" h="1599" w="1532">
                    <a:moveTo>
                      <a:pt x="125" y="0"/>
                    </a:moveTo>
                    <a:cubicBezTo>
                      <a:pt x="96" y="0"/>
                      <a:pt x="67" y="10"/>
                      <a:pt x="39" y="29"/>
                    </a:cubicBezTo>
                    <a:cubicBezTo>
                      <a:pt x="1" y="86"/>
                      <a:pt x="1" y="163"/>
                      <a:pt x="39" y="201"/>
                    </a:cubicBezTo>
                    <a:lnTo>
                      <a:pt x="1302" y="1541"/>
                    </a:lnTo>
                    <a:cubicBezTo>
                      <a:pt x="1340" y="1560"/>
                      <a:pt x="1379" y="1598"/>
                      <a:pt x="1398" y="1598"/>
                    </a:cubicBezTo>
                    <a:cubicBezTo>
                      <a:pt x="1436" y="1598"/>
                      <a:pt x="1455" y="1579"/>
                      <a:pt x="1474" y="1541"/>
                    </a:cubicBezTo>
                    <a:cubicBezTo>
                      <a:pt x="1532" y="1503"/>
                      <a:pt x="1532" y="1426"/>
                      <a:pt x="1474" y="1369"/>
                    </a:cubicBezTo>
                    <a:lnTo>
                      <a:pt x="211" y="29"/>
                    </a:lnTo>
                    <a:cubicBezTo>
                      <a:pt x="182" y="10"/>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6"/>
              <p:cNvSpPr/>
              <p:nvPr/>
            </p:nvSpPr>
            <p:spPr>
              <a:xfrm>
                <a:off x="4915051" y="3977737"/>
                <a:ext cx="128153" cy="15792"/>
              </a:xfrm>
              <a:custGeom>
                <a:rect b="b" l="l" r="r" t="t"/>
                <a:pathLst>
                  <a:path extrusionOk="0" h="269" w="2183">
                    <a:moveTo>
                      <a:pt x="2068" y="0"/>
                    </a:moveTo>
                    <a:lnTo>
                      <a:pt x="115" y="19"/>
                    </a:lnTo>
                    <a:cubicBezTo>
                      <a:pt x="58" y="19"/>
                      <a:pt x="0" y="77"/>
                      <a:pt x="0" y="134"/>
                    </a:cubicBezTo>
                    <a:cubicBezTo>
                      <a:pt x="0" y="211"/>
                      <a:pt x="58" y="268"/>
                      <a:pt x="115" y="268"/>
                    </a:cubicBezTo>
                    <a:lnTo>
                      <a:pt x="2068" y="230"/>
                    </a:lnTo>
                    <a:cubicBezTo>
                      <a:pt x="2125" y="230"/>
                      <a:pt x="2182" y="192"/>
                      <a:pt x="2182" y="115"/>
                    </a:cubicBezTo>
                    <a:cubicBezTo>
                      <a:pt x="2182" y="39"/>
                      <a:pt x="2125" y="0"/>
                      <a:pt x="2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1" name="Google Shape;691;p26"/>
            <p:cNvSpPr/>
            <p:nvPr/>
          </p:nvSpPr>
          <p:spPr>
            <a:xfrm>
              <a:off x="6746543" y="143515"/>
              <a:ext cx="155157" cy="157388"/>
            </a:xfrm>
            <a:custGeom>
              <a:rect b="b" l="l" r="r" t="t"/>
              <a:pathLst>
                <a:path extrusionOk="0" h="2681" w="2643">
                  <a:moveTo>
                    <a:pt x="1398" y="307"/>
                  </a:moveTo>
                  <a:cubicBezTo>
                    <a:pt x="1436" y="403"/>
                    <a:pt x="1475" y="575"/>
                    <a:pt x="1494" y="671"/>
                  </a:cubicBezTo>
                  <a:cubicBezTo>
                    <a:pt x="1570" y="958"/>
                    <a:pt x="1589" y="1015"/>
                    <a:pt x="1628" y="1053"/>
                  </a:cubicBezTo>
                  <a:cubicBezTo>
                    <a:pt x="1666" y="1111"/>
                    <a:pt x="1723" y="1130"/>
                    <a:pt x="1972" y="1226"/>
                  </a:cubicBezTo>
                  <a:cubicBezTo>
                    <a:pt x="2068" y="1245"/>
                    <a:pt x="2221" y="1302"/>
                    <a:pt x="2317" y="1341"/>
                  </a:cubicBezTo>
                  <a:cubicBezTo>
                    <a:pt x="2164" y="1417"/>
                    <a:pt x="1934" y="1513"/>
                    <a:pt x="1723" y="1589"/>
                  </a:cubicBezTo>
                  <a:lnTo>
                    <a:pt x="1647" y="1647"/>
                  </a:lnTo>
                  <a:cubicBezTo>
                    <a:pt x="1551" y="1915"/>
                    <a:pt x="1436" y="2183"/>
                    <a:pt x="1341" y="2355"/>
                  </a:cubicBezTo>
                  <a:cubicBezTo>
                    <a:pt x="1264" y="2183"/>
                    <a:pt x="1188" y="1896"/>
                    <a:pt x="1130" y="1628"/>
                  </a:cubicBezTo>
                  <a:cubicBezTo>
                    <a:pt x="1092" y="1589"/>
                    <a:pt x="1073" y="1532"/>
                    <a:pt x="1034" y="1532"/>
                  </a:cubicBezTo>
                  <a:cubicBezTo>
                    <a:pt x="786" y="1513"/>
                    <a:pt x="498" y="1436"/>
                    <a:pt x="326" y="1398"/>
                  </a:cubicBezTo>
                  <a:cubicBezTo>
                    <a:pt x="498" y="1302"/>
                    <a:pt x="805" y="1149"/>
                    <a:pt x="1073" y="1015"/>
                  </a:cubicBezTo>
                  <a:cubicBezTo>
                    <a:pt x="1092" y="977"/>
                    <a:pt x="1149" y="958"/>
                    <a:pt x="1149" y="939"/>
                  </a:cubicBezTo>
                  <a:cubicBezTo>
                    <a:pt x="1226" y="728"/>
                    <a:pt x="1341" y="460"/>
                    <a:pt x="1398" y="307"/>
                  </a:cubicBezTo>
                  <a:close/>
                  <a:moveTo>
                    <a:pt x="1436" y="1"/>
                  </a:moveTo>
                  <a:cubicBezTo>
                    <a:pt x="1360" y="1"/>
                    <a:pt x="1245" y="1"/>
                    <a:pt x="920" y="843"/>
                  </a:cubicBezTo>
                  <a:cubicBezTo>
                    <a:pt x="39" y="1187"/>
                    <a:pt x="20" y="1321"/>
                    <a:pt x="1" y="1360"/>
                  </a:cubicBezTo>
                  <a:cubicBezTo>
                    <a:pt x="1" y="1398"/>
                    <a:pt x="1" y="1455"/>
                    <a:pt x="20" y="1494"/>
                  </a:cubicBezTo>
                  <a:cubicBezTo>
                    <a:pt x="39" y="1513"/>
                    <a:pt x="116" y="1609"/>
                    <a:pt x="900" y="1743"/>
                  </a:cubicBezTo>
                  <a:cubicBezTo>
                    <a:pt x="1149" y="2680"/>
                    <a:pt x="1226" y="2680"/>
                    <a:pt x="1302" y="2680"/>
                  </a:cubicBezTo>
                  <a:cubicBezTo>
                    <a:pt x="1417" y="2680"/>
                    <a:pt x="1475" y="2680"/>
                    <a:pt x="1838" y="1819"/>
                  </a:cubicBezTo>
                  <a:cubicBezTo>
                    <a:pt x="2049" y="1743"/>
                    <a:pt x="2508" y="1570"/>
                    <a:pt x="2604" y="1494"/>
                  </a:cubicBezTo>
                  <a:cubicBezTo>
                    <a:pt x="2623" y="1455"/>
                    <a:pt x="2642" y="1417"/>
                    <a:pt x="2642" y="1360"/>
                  </a:cubicBezTo>
                  <a:cubicBezTo>
                    <a:pt x="2623" y="1245"/>
                    <a:pt x="2508" y="1207"/>
                    <a:pt x="2049" y="1034"/>
                  </a:cubicBezTo>
                  <a:cubicBezTo>
                    <a:pt x="1953" y="977"/>
                    <a:pt x="1857" y="958"/>
                    <a:pt x="1819" y="939"/>
                  </a:cubicBezTo>
                  <a:cubicBezTo>
                    <a:pt x="1781" y="862"/>
                    <a:pt x="1762" y="747"/>
                    <a:pt x="1743" y="651"/>
                  </a:cubicBezTo>
                  <a:cubicBezTo>
                    <a:pt x="1666" y="345"/>
                    <a:pt x="1589" y="116"/>
                    <a:pt x="1551" y="58"/>
                  </a:cubicBezTo>
                  <a:cubicBezTo>
                    <a:pt x="1532" y="20"/>
                    <a:pt x="1475"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7_1">
    <p:spTree>
      <p:nvGrpSpPr>
        <p:cNvPr id="692" name="Shape 692"/>
        <p:cNvGrpSpPr/>
        <p:nvPr/>
      </p:nvGrpSpPr>
      <p:grpSpPr>
        <a:xfrm>
          <a:off x="0" y="0"/>
          <a:ext cx="0" cy="0"/>
          <a:chOff x="0" y="0"/>
          <a:chExt cx="0" cy="0"/>
        </a:xfrm>
      </p:grpSpPr>
      <p:grpSp>
        <p:nvGrpSpPr>
          <p:cNvPr id="693" name="Google Shape;693;p27"/>
          <p:cNvGrpSpPr/>
          <p:nvPr/>
        </p:nvGrpSpPr>
        <p:grpSpPr>
          <a:xfrm>
            <a:off x="6237000" y="3018701"/>
            <a:ext cx="2054180" cy="1827785"/>
            <a:chOff x="-53414" y="75275"/>
            <a:chExt cx="1030439" cy="916872"/>
          </a:xfrm>
        </p:grpSpPr>
        <p:sp>
          <p:nvSpPr>
            <p:cNvPr id="694" name="Google Shape;694;p27"/>
            <p:cNvSpPr/>
            <p:nvPr/>
          </p:nvSpPr>
          <p:spPr>
            <a:xfrm>
              <a:off x="454433" y="637041"/>
              <a:ext cx="476508" cy="312428"/>
            </a:xfrm>
            <a:custGeom>
              <a:rect b="b" l="l" r="r" t="t"/>
              <a:pathLst>
                <a:path extrusionOk="0" h="5322" w="8117">
                  <a:moveTo>
                    <a:pt x="5073" y="0"/>
                  </a:moveTo>
                  <a:cubicBezTo>
                    <a:pt x="4690" y="0"/>
                    <a:pt x="4307" y="153"/>
                    <a:pt x="4020" y="479"/>
                  </a:cubicBezTo>
                  <a:cubicBezTo>
                    <a:pt x="3848" y="345"/>
                    <a:pt x="3637" y="230"/>
                    <a:pt x="3389" y="153"/>
                  </a:cubicBezTo>
                  <a:cubicBezTo>
                    <a:pt x="3155" y="73"/>
                    <a:pt x="2944" y="35"/>
                    <a:pt x="2756" y="35"/>
                  </a:cubicBezTo>
                  <a:cubicBezTo>
                    <a:pt x="2451" y="35"/>
                    <a:pt x="2207" y="136"/>
                    <a:pt x="2030" y="326"/>
                  </a:cubicBezTo>
                  <a:cubicBezTo>
                    <a:pt x="1800" y="613"/>
                    <a:pt x="1743" y="1053"/>
                    <a:pt x="1743" y="1283"/>
                  </a:cubicBezTo>
                  <a:cubicBezTo>
                    <a:pt x="1666" y="1264"/>
                    <a:pt x="1589" y="1264"/>
                    <a:pt x="1532" y="1264"/>
                  </a:cubicBezTo>
                  <a:cubicBezTo>
                    <a:pt x="996" y="1264"/>
                    <a:pt x="422" y="1780"/>
                    <a:pt x="211" y="2431"/>
                  </a:cubicBezTo>
                  <a:cubicBezTo>
                    <a:pt x="1" y="3063"/>
                    <a:pt x="154" y="3656"/>
                    <a:pt x="690" y="4039"/>
                  </a:cubicBezTo>
                  <a:cubicBezTo>
                    <a:pt x="996" y="4269"/>
                    <a:pt x="1360" y="4422"/>
                    <a:pt x="1666" y="4460"/>
                  </a:cubicBezTo>
                  <a:cubicBezTo>
                    <a:pt x="1819" y="4996"/>
                    <a:pt x="2240" y="5321"/>
                    <a:pt x="2872" y="5321"/>
                  </a:cubicBezTo>
                  <a:lnTo>
                    <a:pt x="2987" y="5321"/>
                  </a:lnTo>
                  <a:cubicBezTo>
                    <a:pt x="3810" y="5321"/>
                    <a:pt x="4441" y="5168"/>
                    <a:pt x="4862" y="4881"/>
                  </a:cubicBezTo>
                  <a:cubicBezTo>
                    <a:pt x="4901" y="4939"/>
                    <a:pt x="4996" y="5015"/>
                    <a:pt x="5073" y="5092"/>
                  </a:cubicBezTo>
                  <a:cubicBezTo>
                    <a:pt x="5245" y="5226"/>
                    <a:pt x="5456" y="5302"/>
                    <a:pt x="5686" y="5302"/>
                  </a:cubicBezTo>
                  <a:cubicBezTo>
                    <a:pt x="6470" y="5302"/>
                    <a:pt x="7485" y="4556"/>
                    <a:pt x="7868" y="3694"/>
                  </a:cubicBezTo>
                  <a:cubicBezTo>
                    <a:pt x="8116" y="3120"/>
                    <a:pt x="8040" y="2603"/>
                    <a:pt x="7676" y="2221"/>
                  </a:cubicBezTo>
                  <a:cubicBezTo>
                    <a:pt x="7408" y="1934"/>
                    <a:pt x="7102" y="1761"/>
                    <a:pt x="6777" y="1761"/>
                  </a:cubicBezTo>
                  <a:cubicBezTo>
                    <a:pt x="6719" y="1168"/>
                    <a:pt x="6394" y="594"/>
                    <a:pt x="5820" y="230"/>
                  </a:cubicBezTo>
                  <a:cubicBezTo>
                    <a:pt x="5571" y="58"/>
                    <a:pt x="5341" y="0"/>
                    <a:pt x="507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7"/>
            <p:cNvSpPr/>
            <p:nvPr/>
          </p:nvSpPr>
          <p:spPr>
            <a:xfrm>
              <a:off x="431186" y="641503"/>
              <a:ext cx="526584" cy="300159"/>
            </a:xfrm>
            <a:custGeom>
              <a:rect b="b" l="l" r="r" t="t"/>
              <a:pathLst>
                <a:path extrusionOk="0" h="5113" w="8970">
                  <a:moveTo>
                    <a:pt x="5461" y="0"/>
                  </a:moveTo>
                  <a:cubicBezTo>
                    <a:pt x="5047" y="0"/>
                    <a:pt x="4679" y="230"/>
                    <a:pt x="4425" y="533"/>
                  </a:cubicBezTo>
                  <a:lnTo>
                    <a:pt x="4425" y="533"/>
                  </a:lnTo>
                  <a:cubicBezTo>
                    <a:pt x="4254" y="393"/>
                    <a:pt x="4032" y="268"/>
                    <a:pt x="3746" y="173"/>
                  </a:cubicBezTo>
                  <a:cubicBezTo>
                    <a:pt x="3509" y="94"/>
                    <a:pt x="3309" y="60"/>
                    <a:pt x="3140" y="60"/>
                  </a:cubicBezTo>
                  <a:cubicBezTo>
                    <a:pt x="2083" y="60"/>
                    <a:pt x="2253" y="1398"/>
                    <a:pt x="2253" y="1398"/>
                  </a:cubicBezTo>
                  <a:cubicBezTo>
                    <a:pt x="2145" y="1329"/>
                    <a:pt x="2028" y="1298"/>
                    <a:pt x="1908" y="1298"/>
                  </a:cubicBezTo>
                  <a:cubicBezTo>
                    <a:pt x="1031" y="1298"/>
                    <a:pt x="1" y="2970"/>
                    <a:pt x="1162" y="3829"/>
                  </a:cubicBezTo>
                  <a:cubicBezTo>
                    <a:pt x="1523" y="4101"/>
                    <a:pt x="1865" y="4229"/>
                    <a:pt x="2159" y="4253"/>
                  </a:cubicBezTo>
                  <a:lnTo>
                    <a:pt x="2159" y="4253"/>
                  </a:lnTo>
                  <a:cubicBezTo>
                    <a:pt x="2260" y="4705"/>
                    <a:pt x="2582" y="5097"/>
                    <a:pt x="3268" y="5111"/>
                  </a:cubicBezTo>
                  <a:cubicBezTo>
                    <a:pt x="3311" y="5112"/>
                    <a:pt x="3353" y="5113"/>
                    <a:pt x="3394" y="5113"/>
                  </a:cubicBezTo>
                  <a:cubicBezTo>
                    <a:pt x="4301" y="5113"/>
                    <a:pt x="4919" y="4904"/>
                    <a:pt x="5269" y="4590"/>
                  </a:cubicBezTo>
                  <a:lnTo>
                    <a:pt x="5269" y="4590"/>
                  </a:lnTo>
                  <a:cubicBezTo>
                    <a:pt x="5343" y="4685"/>
                    <a:pt x="5434" y="4777"/>
                    <a:pt x="5546" y="4863"/>
                  </a:cubicBezTo>
                  <a:cubicBezTo>
                    <a:pt x="5703" y="4989"/>
                    <a:pt x="5895" y="5045"/>
                    <a:pt x="6102" y="5045"/>
                  </a:cubicBezTo>
                  <a:cubicBezTo>
                    <a:pt x="7278" y="5045"/>
                    <a:pt x="8969" y="3238"/>
                    <a:pt x="7976" y="2164"/>
                  </a:cubicBezTo>
                  <a:cubicBezTo>
                    <a:pt x="7697" y="1862"/>
                    <a:pt x="7399" y="1748"/>
                    <a:pt x="7118" y="1748"/>
                  </a:cubicBezTo>
                  <a:cubicBezTo>
                    <a:pt x="7090" y="1748"/>
                    <a:pt x="7062" y="1749"/>
                    <a:pt x="7035" y="1751"/>
                  </a:cubicBezTo>
                  <a:lnTo>
                    <a:pt x="7035" y="1751"/>
                  </a:lnTo>
                  <a:cubicBezTo>
                    <a:pt x="7051" y="1225"/>
                    <a:pt x="6791" y="618"/>
                    <a:pt x="6139" y="211"/>
                  </a:cubicBezTo>
                  <a:cubicBezTo>
                    <a:pt x="5907" y="63"/>
                    <a:pt x="5677" y="0"/>
                    <a:pt x="546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6" name="Google Shape;696;p27"/>
            <p:cNvGrpSpPr/>
            <p:nvPr/>
          </p:nvGrpSpPr>
          <p:grpSpPr>
            <a:xfrm>
              <a:off x="409524" y="590958"/>
              <a:ext cx="567501" cy="401190"/>
              <a:chOff x="409524" y="590958"/>
              <a:chExt cx="567501" cy="401190"/>
            </a:xfrm>
          </p:grpSpPr>
          <p:sp>
            <p:nvSpPr>
              <p:cNvPr id="697" name="Google Shape;697;p27"/>
              <p:cNvSpPr/>
              <p:nvPr/>
            </p:nvSpPr>
            <p:spPr>
              <a:xfrm>
                <a:off x="409524" y="590958"/>
                <a:ext cx="567501" cy="401190"/>
              </a:xfrm>
              <a:custGeom>
                <a:rect b="b" l="l" r="r" t="t"/>
                <a:pathLst>
                  <a:path extrusionOk="0" h="6834" w="9667">
                    <a:moveTo>
                      <a:pt x="5838" y="1"/>
                    </a:moveTo>
                    <a:cubicBezTo>
                      <a:pt x="5436" y="1"/>
                      <a:pt x="5053" y="135"/>
                      <a:pt x="4709" y="345"/>
                    </a:cubicBezTo>
                    <a:cubicBezTo>
                      <a:pt x="4613" y="288"/>
                      <a:pt x="4498" y="269"/>
                      <a:pt x="4383" y="230"/>
                    </a:cubicBezTo>
                    <a:cubicBezTo>
                      <a:pt x="4058" y="96"/>
                      <a:pt x="3771" y="58"/>
                      <a:pt x="3522" y="58"/>
                    </a:cubicBezTo>
                    <a:cubicBezTo>
                      <a:pt x="3005" y="58"/>
                      <a:pt x="2584" y="249"/>
                      <a:pt x="2278" y="575"/>
                    </a:cubicBezTo>
                    <a:lnTo>
                      <a:pt x="2240" y="613"/>
                    </a:lnTo>
                    <a:cubicBezTo>
                      <a:pt x="2048" y="843"/>
                      <a:pt x="1952" y="1111"/>
                      <a:pt x="1876" y="1340"/>
                    </a:cubicBezTo>
                    <a:cubicBezTo>
                      <a:pt x="1187" y="1551"/>
                      <a:pt x="574" y="2163"/>
                      <a:pt x="306" y="2948"/>
                    </a:cubicBezTo>
                    <a:cubicBezTo>
                      <a:pt x="0" y="3886"/>
                      <a:pt x="249" y="4824"/>
                      <a:pt x="1015" y="5379"/>
                    </a:cubicBezTo>
                    <a:cubicBezTo>
                      <a:pt x="1283" y="5590"/>
                      <a:pt x="1608" y="5762"/>
                      <a:pt x="1914" y="5858"/>
                    </a:cubicBezTo>
                    <a:cubicBezTo>
                      <a:pt x="2240" y="6470"/>
                      <a:pt x="2871" y="6834"/>
                      <a:pt x="3637" y="6834"/>
                    </a:cubicBezTo>
                    <a:lnTo>
                      <a:pt x="3637" y="6776"/>
                    </a:lnTo>
                    <a:lnTo>
                      <a:pt x="3771" y="6776"/>
                    </a:lnTo>
                    <a:cubicBezTo>
                      <a:pt x="4441" y="6776"/>
                      <a:pt x="5053" y="6661"/>
                      <a:pt x="5532" y="6470"/>
                    </a:cubicBezTo>
                    <a:cubicBezTo>
                      <a:pt x="5819" y="6661"/>
                      <a:pt x="6125" y="6757"/>
                      <a:pt x="6489" y="6757"/>
                    </a:cubicBezTo>
                    <a:cubicBezTo>
                      <a:pt x="7561" y="6757"/>
                      <a:pt x="8824" y="5838"/>
                      <a:pt x="9322" y="4728"/>
                    </a:cubicBezTo>
                    <a:cubicBezTo>
                      <a:pt x="9666" y="3886"/>
                      <a:pt x="9532" y="3063"/>
                      <a:pt x="8996" y="2470"/>
                    </a:cubicBezTo>
                    <a:cubicBezTo>
                      <a:pt x="8728" y="2202"/>
                      <a:pt x="8441" y="2010"/>
                      <a:pt x="8154" y="1895"/>
                    </a:cubicBezTo>
                    <a:cubicBezTo>
                      <a:pt x="7963" y="1283"/>
                      <a:pt x="7561" y="728"/>
                      <a:pt x="6986" y="364"/>
                    </a:cubicBezTo>
                    <a:cubicBezTo>
                      <a:pt x="6623" y="135"/>
                      <a:pt x="6240" y="1"/>
                      <a:pt x="5838" y="1"/>
                    </a:cubicBezTo>
                    <a:close/>
                  </a:path>
                </a:pathLst>
              </a:custGeom>
              <a:solidFill>
                <a:schemeClr val="lt1"/>
              </a:solidFill>
              <a:ln>
                <a:noFill/>
              </a:ln>
              <a:effectLst>
                <a:outerShdw blurRad="114300" rotWithShape="0" algn="bl" dir="5220000" dist="85725">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7"/>
              <p:cNvSpPr/>
              <p:nvPr/>
            </p:nvSpPr>
            <p:spPr>
              <a:xfrm>
                <a:off x="454433" y="637041"/>
                <a:ext cx="476508" cy="312428"/>
              </a:xfrm>
              <a:custGeom>
                <a:rect b="b" l="l" r="r" t="t"/>
                <a:pathLst>
                  <a:path extrusionOk="0" h="5322" w="8117">
                    <a:moveTo>
                      <a:pt x="4059" y="785"/>
                    </a:moveTo>
                    <a:cubicBezTo>
                      <a:pt x="4384" y="1091"/>
                      <a:pt x="4441" y="1474"/>
                      <a:pt x="4346" y="1685"/>
                    </a:cubicBezTo>
                    <a:cubicBezTo>
                      <a:pt x="4310" y="1827"/>
                      <a:pt x="4231" y="1896"/>
                      <a:pt x="4134" y="1896"/>
                    </a:cubicBezTo>
                    <a:cubicBezTo>
                      <a:pt x="4075" y="1896"/>
                      <a:pt x="4009" y="1870"/>
                      <a:pt x="3944" y="1819"/>
                    </a:cubicBezTo>
                    <a:cubicBezTo>
                      <a:pt x="3733" y="1627"/>
                      <a:pt x="3771" y="1168"/>
                      <a:pt x="4059" y="785"/>
                    </a:cubicBezTo>
                    <a:close/>
                    <a:moveTo>
                      <a:pt x="6528" y="1972"/>
                    </a:moveTo>
                    <a:cubicBezTo>
                      <a:pt x="6451" y="2431"/>
                      <a:pt x="6202" y="2737"/>
                      <a:pt x="5858" y="2795"/>
                    </a:cubicBezTo>
                    <a:lnTo>
                      <a:pt x="5781" y="2795"/>
                    </a:lnTo>
                    <a:cubicBezTo>
                      <a:pt x="5686" y="2795"/>
                      <a:pt x="5686" y="2776"/>
                      <a:pt x="5686" y="2737"/>
                    </a:cubicBezTo>
                    <a:cubicBezTo>
                      <a:pt x="5666" y="2546"/>
                      <a:pt x="6030" y="2106"/>
                      <a:pt x="6528" y="1972"/>
                    </a:cubicBezTo>
                    <a:close/>
                    <a:moveTo>
                      <a:pt x="2279" y="3101"/>
                    </a:moveTo>
                    <a:cubicBezTo>
                      <a:pt x="2317" y="3101"/>
                      <a:pt x="2393" y="3159"/>
                      <a:pt x="2432" y="3216"/>
                    </a:cubicBezTo>
                    <a:cubicBezTo>
                      <a:pt x="2604" y="3446"/>
                      <a:pt x="2642" y="3694"/>
                      <a:pt x="2546" y="3886"/>
                    </a:cubicBezTo>
                    <a:cubicBezTo>
                      <a:pt x="2432" y="4116"/>
                      <a:pt x="2202" y="4250"/>
                      <a:pt x="1896" y="4250"/>
                    </a:cubicBezTo>
                    <a:cubicBezTo>
                      <a:pt x="1819" y="3848"/>
                      <a:pt x="1934" y="3407"/>
                      <a:pt x="2106" y="3216"/>
                    </a:cubicBezTo>
                    <a:cubicBezTo>
                      <a:pt x="2145" y="3159"/>
                      <a:pt x="2221" y="3101"/>
                      <a:pt x="2279" y="3101"/>
                    </a:cubicBezTo>
                    <a:close/>
                    <a:moveTo>
                      <a:pt x="4958" y="3465"/>
                    </a:moveTo>
                    <a:cubicBezTo>
                      <a:pt x="4977" y="3465"/>
                      <a:pt x="5016" y="3503"/>
                      <a:pt x="5073" y="3637"/>
                    </a:cubicBezTo>
                    <a:cubicBezTo>
                      <a:pt x="5169" y="3943"/>
                      <a:pt x="5111" y="4250"/>
                      <a:pt x="4901" y="4498"/>
                    </a:cubicBezTo>
                    <a:cubicBezTo>
                      <a:pt x="4709" y="4154"/>
                      <a:pt x="4729" y="3790"/>
                      <a:pt x="4824" y="3580"/>
                    </a:cubicBezTo>
                    <a:cubicBezTo>
                      <a:pt x="4882" y="3484"/>
                      <a:pt x="4920" y="3465"/>
                      <a:pt x="4958" y="3465"/>
                    </a:cubicBezTo>
                    <a:close/>
                    <a:moveTo>
                      <a:pt x="5074" y="242"/>
                    </a:moveTo>
                    <a:cubicBezTo>
                      <a:pt x="5280" y="242"/>
                      <a:pt x="5489" y="300"/>
                      <a:pt x="5686" y="421"/>
                    </a:cubicBezTo>
                    <a:cubicBezTo>
                      <a:pt x="6202" y="728"/>
                      <a:pt x="6509" y="1244"/>
                      <a:pt x="6528" y="1761"/>
                    </a:cubicBezTo>
                    <a:cubicBezTo>
                      <a:pt x="5915" y="1857"/>
                      <a:pt x="5398" y="2431"/>
                      <a:pt x="5437" y="2757"/>
                    </a:cubicBezTo>
                    <a:cubicBezTo>
                      <a:pt x="5437" y="2910"/>
                      <a:pt x="5532" y="3044"/>
                      <a:pt x="5762" y="3044"/>
                    </a:cubicBezTo>
                    <a:lnTo>
                      <a:pt x="5858" y="3044"/>
                    </a:lnTo>
                    <a:cubicBezTo>
                      <a:pt x="6355" y="2986"/>
                      <a:pt x="6719" y="2546"/>
                      <a:pt x="6777" y="1972"/>
                    </a:cubicBezTo>
                    <a:cubicBezTo>
                      <a:pt x="7025" y="1991"/>
                      <a:pt x="7293" y="2125"/>
                      <a:pt x="7504" y="2355"/>
                    </a:cubicBezTo>
                    <a:cubicBezTo>
                      <a:pt x="7887" y="2776"/>
                      <a:pt x="7791" y="3254"/>
                      <a:pt x="7657" y="3580"/>
                    </a:cubicBezTo>
                    <a:cubicBezTo>
                      <a:pt x="7312" y="4345"/>
                      <a:pt x="6375" y="5034"/>
                      <a:pt x="5686" y="5034"/>
                    </a:cubicBezTo>
                    <a:cubicBezTo>
                      <a:pt x="5494" y="5034"/>
                      <a:pt x="5341" y="4977"/>
                      <a:pt x="5207" y="4881"/>
                    </a:cubicBezTo>
                    <a:cubicBezTo>
                      <a:pt x="5150" y="4805"/>
                      <a:pt x="5073" y="4747"/>
                      <a:pt x="5016" y="4690"/>
                    </a:cubicBezTo>
                    <a:cubicBezTo>
                      <a:pt x="5303" y="4364"/>
                      <a:pt x="5398" y="3962"/>
                      <a:pt x="5284" y="3560"/>
                    </a:cubicBezTo>
                    <a:cubicBezTo>
                      <a:pt x="5188" y="3273"/>
                      <a:pt x="5054" y="3216"/>
                      <a:pt x="4958" y="3216"/>
                    </a:cubicBezTo>
                    <a:cubicBezTo>
                      <a:pt x="4824" y="3216"/>
                      <a:pt x="4709" y="3312"/>
                      <a:pt x="4614" y="3484"/>
                    </a:cubicBezTo>
                    <a:cubicBezTo>
                      <a:pt x="4480" y="3771"/>
                      <a:pt x="4441" y="4230"/>
                      <a:pt x="4709" y="4652"/>
                    </a:cubicBezTo>
                    <a:cubicBezTo>
                      <a:pt x="4441" y="4881"/>
                      <a:pt x="3925" y="5092"/>
                      <a:pt x="2987" y="5092"/>
                    </a:cubicBezTo>
                    <a:lnTo>
                      <a:pt x="2891" y="5092"/>
                    </a:lnTo>
                    <a:cubicBezTo>
                      <a:pt x="2298" y="5073"/>
                      <a:pt x="2030" y="4785"/>
                      <a:pt x="1934" y="4460"/>
                    </a:cubicBezTo>
                    <a:cubicBezTo>
                      <a:pt x="2298" y="4441"/>
                      <a:pt x="2604" y="4250"/>
                      <a:pt x="2776" y="4001"/>
                    </a:cubicBezTo>
                    <a:cubicBezTo>
                      <a:pt x="2910" y="3714"/>
                      <a:pt x="2872" y="3388"/>
                      <a:pt x="2623" y="3101"/>
                    </a:cubicBezTo>
                    <a:cubicBezTo>
                      <a:pt x="2508" y="2929"/>
                      <a:pt x="2393" y="2910"/>
                      <a:pt x="2298" y="2910"/>
                    </a:cubicBezTo>
                    <a:cubicBezTo>
                      <a:pt x="2145" y="2910"/>
                      <a:pt x="2030" y="2986"/>
                      <a:pt x="1934" y="3101"/>
                    </a:cubicBezTo>
                    <a:cubicBezTo>
                      <a:pt x="1743" y="3331"/>
                      <a:pt x="1589" y="3790"/>
                      <a:pt x="1647" y="4250"/>
                    </a:cubicBezTo>
                    <a:cubicBezTo>
                      <a:pt x="1379" y="4192"/>
                      <a:pt x="1130" y="4058"/>
                      <a:pt x="862" y="3867"/>
                    </a:cubicBezTo>
                    <a:cubicBezTo>
                      <a:pt x="230" y="3407"/>
                      <a:pt x="364" y="2795"/>
                      <a:pt x="460" y="2527"/>
                    </a:cubicBezTo>
                    <a:cubicBezTo>
                      <a:pt x="613" y="1972"/>
                      <a:pt x="1111" y="1512"/>
                      <a:pt x="1532" y="1512"/>
                    </a:cubicBezTo>
                    <a:cubicBezTo>
                      <a:pt x="1628" y="1512"/>
                      <a:pt x="1723" y="1551"/>
                      <a:pt x="1819" y="1589"/>
                    </a:cubicBezTo>
                    <a:cubicBezTo>
                      <a:pt x="1829" y="1599"/>
                      <a:pt x="1848" y="1603"/>
                      <a:pt x="1869" y="1603"/>
                    </a:cubicBezTo>
                    <a:cubicBezTo>
                      <a:pt x="1891" y="1603"/>
                      <a:pt x="1915" y="1599"/>
                      <a:pt x="1934" y="1589"/>
                    </a:cubicBezTo>
                    <a:cubicBezTo>
                      <a:pt x="1953" y="1570"/>
                      <a:pt x="1991" y="1512"/>
                      <a:pt x="1991" y="1474"/>
                    </a:cubicBezTo>
                    <a:cubicBezTo>
                      <a:pt x="1991" y="1474"/>
                      <a:pt x="1896" y="823"/>
                      <a:pt x="2202" y="498"/>
                    </a:cubicBezTo>
                    <a:cubicBezTo>
                      <a:pt x="2322" y="357"/>
                      <a:pt x="2491" y="289"/>
                      <a:pt x="2710" y="289"/>
                    </a:cubicBezTo>
                    <a:cubicBezTo>
                      <a:pt x="2876" y="289"/>
                      <a:pt x="3070" y="328"/>
                      <a:pt x="3293" y="402"/>
                    </a:cubicBezTo>
                    <a:cubicBezTo>
                      <a:pt x="3523" y="460"/>
                      <a:pt x="3714" y="536"/>
                      <a:pt x="3848" y="651"/>
                    </a:cubicBezTo>
                    <a:cubicBezTo>
                      <a:pt x="3542" y="1110"/>
                      <a:pt x="3427" y="1704"/>
                      <a:pt x="3771" y="2029"/>
                    </a:cubicBezTo>
                    <a:cubicBezTo>
                      <a:pt x="3867" y="2125"/>
                      <a:pt x="4001" y="2163"/>
                      <a:pt x="4116" y="2163"/>
                    </a:cubicBezTo>
                    <a:cubicBezTo>
                      <a:pt x="4327" y="2163"/>
                      <a:pt x="4499" y="2029"/>
                      <a:pt x="4575" y="1800"/>
                    </a:cubicBezTo>
                    <a:cubicBezTo>
                      <a:pt x="4690" y="1493"/>
                      <a:pt x="4614" y="1015"/>
                      <a:pt x="4212" y="632"/>
                    </a:cubicBezTo>
                    <a:cubicBezTo>
                      <a:pt x="4455" y="378"/>
                      <a:pt x="4760" y="242"/>
                      <a:pt x="5074" y="242"/>
                    </a:cubicBezTo>
                    <a:close/>
                    <a:moveTo>
                      <a:pt x="5073" y="0"/>
                    </a:moveTo>
                    <a:cubicBezTo>
                      <a:pt x="4690" y="0"/>
                      <a:pt x="4307" y="153"/>
                      <a:pt x="4020" y="479"/>
                    </a:cubicBezTo>
                    <a:cubicBezTo>
                      <a:pt x="3848" y="345"/>
                      <a:pt x="3637" y="230"/>
                      <a:pt x="3389" y="153"/>
                    </a:cubicBezTo>
                    <a:cubicBezTo>
                      <a:pt x="3155" y="73"/>
                      <a:pt x="2944" y="35"/>
                      <a:pt x="2756" y="35"/>
                    </a:cubicBezTo>
                    <a:cubicBezTo>
                      <a:pt x="2451" y="35"/>
                      <a:pt x="2207" y="136"/>
                      <a:pt x="2030" y="326"/>
                    </a:cubicBezTo>
                    <a:cubicBezTo>
                      <a:pt x="1800" y="613"/>
                      <a:pt x="1743" y="1053"/>
                      <a:pt x="1743" y="1283"/>
                    </a:cubicBezTo>
                    <a:cubicBezTo>
                      <a:pt x="1666" y="1264"/>
                      <a:pt x="1589" y="1264"/>
                      <a:pt x="1532" y="1264"/>
                    </a:cubicBezTo>
                    <a:cubicBezTo>
                      <a:pt x="996" y="1264"/>
                      <a:pt x="422" y="1780"/>
                      <a:pt x="211" y="2431"/>
                    </a:cubicBezTo>
                    <a:cubicBezTo>
                      <a:pt x="1" y="3044"/>
                      <a:pt x="154" y="3656"/>
                      <a:pt x="690" y="4039"/>
                    </a:cubicBezTo>
                    <a:cubicBezTo>
                      <a:pt x="996" y="4269"/>
                      <a:pt x="1360" y="4422"/>
                      <a:pt x="1666" y="4460"/>
                    </a:cubicBezTo>
                    <a:cubicBezTo>
                      <a:pt x="1819" y="4996"/>
                      <a:pt x="2240" y="5321"/>
                      <a:pt x="2872" y="5321"/>
                    </a:cubicBezTo>
                    <a:lnTo>
                      <a:pt x="2987" y="5321"/>
                    </a:lnTo>
                    <a:cubicBezTo>
                      <a:pt x="3810" y="5321"/>
                      <a:pt x="4441" y="5168"/>
                      <a:pt x="4862" y="4881"/>
                    </a:cubicBezTo>
                    <a:cubicBezTo>
                      <a:pt x="4901" y="4939"/>
                      <a:pt x="4996" y="5015"/>
                      <a:pt x="5073" y="5092"/>
                    </a:cubicBezTo>
                    <a:cubicBezTo>
                      <a:pt x="5245" y="5226"/>
                      <a:pt x="5456" y="5302"/>
                      <a:pt x="5686" y="5302"/>
                    </a:cubicBezTo>
                    <a:cubicBezTo>
                      <a:pt x="6489" y="5302"/>
                      <a:pt x="7485" y="4556"/>
                      <a:pt x="7868" y="3694"/>
                    </a:cubicBezTo>
                    <a:cubicBezTo>
                      <a:pt x="8116" y="3120"/>
                      <a:pt x="8040" y="2603"/>
                      <a:pt x="7676" y="2221"/>
                    </a:cubicBezTo>
                    <a:cubicBezTo>
                      <a:pt x="7408" y="1934"/>
                      <a:pt x="7102" y="1761"/>
                      <a:pt x="6777" y="1761"/>
                    </a:cubicBezTo>
                    <a:cubicBezTo>
                      <a:pt x="6719" y="1168"/>
                      <a:pt x="6394" y="594"/>
                      <a:pt x="5820" y="230"/>
                    </a:cubicBezTo>
                    <a:cubicBezTo>
                      <a:pt x="5571" y="58"/>
                      <a:pt x="5341" y="0"/>
                      <a:pt x="50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 name="Google Shape;699;p27"/>
            <p:cNvGrpSpPr/>
            <p:nvPr/>
          </p:nvGrpSpPr>
          <p:grpSpPr>
            <a:xfrm>
              <a:off x="-53414" y="75275"/>
              <a:ext cx="984372" cy="866371"/>
              <a:chOff x="118461" y="156125"/>
              <a:chExt cx="984372" cy="866371"/>
            </a:xfrm>
          </p:grpSpPr>
          <p:sp>
            <p:nvSpPr>
              <p:cNvPr id="700" name="Google Shape;700;p27"/>
              <p:cNvSpPr/>
              <p:nvPr/>
            </p:nvSpPr>
            <p:spPr>
              <a:xfrm>
                <a:off x="766923" y="198687"/>
                <a:ext cx="259535" cy="165255"/>
              </a:xfrm>
              <a:custGeom>
                <a:rect b="b" l="l" r="r" t="t"/>
                <a:pathLst>
                  <a:path extrusionOk="0" h="2815" w="4421">
                    <a:moveTo>
                      <a:pt x="2465" y="0"/>
                    </a:moveTo>
                    <a:cubicBezTo>
                      <a:pt x="1858" y="0"/>
                      <a:pt x="1646" y="1023"/>
                      <a:pt x="1664" y="1572"/>
                    </a:cubicBezTo>
                    <a:cubicBezTo>
                      <a:pt x="1530" y="1438"/>
                      <a:pt x="1312" y="1320"/>
                      <a:pt x="1063" y="1320"/>
                    </a:cubicBezTo>
                    <a:cubicBezTo>
                      <a:pt x="919" y="1320"/>
                      <a:pt x="765" y="1359"/>
                      <a:pt x="611" y="1457"/>
                    </a:cubicBezTo>
                    <a:cubicBezTo>
                      <a:pt x="1" y="1841"/>
                      <a:pt x="865" y="2814"/>
                      <a:pt x="1782" y="2814"/>
                    </a:cubicBezTo>
                    <a:cubicBezTo>
                      <a:pt x="2101" y="2814"/>
                      <a:pt x="2426" y="2696"/>
                      <a:pt x="2698" y="2395"/>
                    </a:cubicBezTo>
                    <a:cubicBezTo>
                      <a:pt x="2698" y="2395"/>
                      <a:pt x="4420" y="481"/>
                      <a:pt x="2621" y="22"/>
                    </a:cubicBezTo>
                    <a:cubicBezTo>
                      <a:pt x="2566" y="7"/>
                      <a:pt x="2514" y="0"/>
                      <a:pt x="24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7"/>
              <p:cNvSpPr/>
              <p:nvPr/>
            </p:nvSpPr>
            <p:spPr>
              <a:xfrm>
                <a:off x="742091" y="156125"/>
                <a:ext cx="360742" cy="371955"/>
              </a:xfrm>
              <a:custGeom>
                <a:rect b="b" l="l" r="r" t="t"/>
                <a:pathLst>
                  <a:path extrusionOk="0" h="6336" w="6145">
                    <a:moveTo>
                      <a:pt x="2872" y="0"/>
                    </a:moveTo>
                    <a:cubicBezTo>
                      <a:pt x="2508" y="0"/>
                      <a:pt x="2202" y="134"/>
                      <a:pt x="1934" y="402"/>
                    </a:cubicBezTo>
                    <a:cubicBezTo>
                      <a:pt x="1704" y="670"/>
                      <a:pt x="1551" y="976"/>
                      <a:pt x="1455" y="1321"/>
                    </a:cubicBezTo>
                    <a:cubicBezTo>
                      <a:pt x="1168" y="1321"/>
                      <a:pt x="881" y="1417"/>
                      <a:pt x="632" y="1570"/>
                    </a:cubicBezTo>
                    <a:cubicBezTo>
                      <a:pt x="173" y="1857"/>
                      <a:pt x="1" y="2374"/>
                      <a:pt x="154" y="2871"/>
                    </a:cubicBezTo>
                    <a:cubicBezTo>
                      <a:pt x="307" y="3445"/>
                      <a:pt x="862" y="3924"/>
                      <a:pt x="1494" y="4135"/>
                    </a:cubicBezTo>
                    <a:cubicBezTo>
                      <a:pt x="1417" y="4402"/>
                      <a:pt x="1398" y="4670"/>
                      <a:pt x="1417" y="4919"/>
                    </a:cubicBezTo>
                    <a:cubicBezTo>
                      <a:pt x="1455" y="5761"/>
                      <a:pt x="1991" y="6336"/>
                      <a:pt x="2642" y="6336"/>
                    </a:cubicBezTo>
                    <a:cubicBezTo>
                      <a:pt x="2776" y="6336"/>
                      <a:pt x="2929" y="6317"/>
                      <a:pt x="3082" y="6240"/>
                    </a:cubicBezTo>
                    <a:cubicBezTo>
                      <a:pt x="3370" y="6125"/>
                      <a:pt x="3618" y="5934"/>
                      <a:pt x="3791" y="5685"/>
                    </a:cubicBezTo>
                    <a:cubicBezTo>
                      <a:pt x="4039" y="5781"/>
                      <a:pt x="4307" y="5838"/>
                      <a:pt x="4556" y="5838"/>
                    </a:cubicBezTo>
                    <a:cubicBezTo>
                      <a:pt x="5150" y="5838"/>
                      <a:pt x="5628" y="5532"/>
                      <a:pt x="5820" y="4996"/>
                    </a:cubicBezTo>
                    <a:cubicBezTo>
                      <a:pt x="6145" y="4230"/>
                      <a:pt x="5953" y="3713"/>
                      <a:pt x="5743" y="3407"/>
                    </a:cubicBezTo>
                    <a:cubicBezTo>
                      <a:pt x="5456" y="2986"/>
                      <a:pt x="4958" y="2737"/>
                      <a:pt x="4288" y="2661"/>
                    </a:cubicBezTo>
                    <a:cubicBezTo>
                      <a:pt x="4499" y="2201"/>
                      <a:pt x="4671" y="1665"/>
                      <a:pt x="4499" y="1149"/>
                    </a:cubicBezTo>
                    <a:cubicBezTo>
                      <a:pt x="4384" y="766"/>
                      <a:pt x="4078" y="268"/>
                      <a:pt x="3216" y="38"/>
                    </a:cubicBezTo>
                    <a:cubicBezTo>
                      <a:pt x="3082" y="19"/>
                      <a:pt x="2987" y="0"/>
                      <a:pt x="2872" y="0"/>
                    </a:cubicBezTo>
                    <a:close/>
                  </a:path>
                </a:pathLst>
              </a:custGeom>
              <a:solidFill>
                <a:schemeClr val="lt1"/>
              </a:solidFill>
              <a:ln>
                <a:noFill/>
              </a:ln>
              <a:effectLst>
                <a:outerShdw blurRad="85725" rotWithShape="0" algn="bl" dir="4860000" dist="571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7"/>
              <p:cNvSpPr/>
              <p:nvPr/>
            </p:nvSpPr>
            <p:spPr>
              <a:xfrm>
                <a:off x="849346" y="351321"/>
                <a:ext cx="224840" cy="136078"/>
              </a:xfrm>
              <a:custGeom>
                <a:rect b="b" l="l" r="r" t="t"/>
                <a:pathLst>
                  <a:path extrusionOk="0" h="2318" w="3830">
                    <a:moveTo>
                      <a:pt x="1899" y="1"/>
                    </a:moveTo>
                    <a:cubicBezTo>
                      <a:pt x="1637" y="1"/>
                      <a:pt x="1447" y="25"/>
                      <a:pt x="1447" y="25"/>
                    </a:cubicBezTo>
                    <a:cubicBezTo>
                      <a:pt x="0" y="221"/>
                      <a:pt x="87" y="2317"/>
                      <a:pt x="835" y="2317"/>
                    </a:cubicBezTo>
                    <a:cubicBezTo>
                      <a:pt x="889" y="2317"/>
                      <a:pt x="946" y="2306"/>
                      <a:pt x="1007" y="2283"/>
                    </a:cubicBezTo>
                    <a:cubicBezTo>
                      <a:pt x="1485" y="2092"/>
                      <a:pt x="1581" y="1652"/>
                      <a:pt x="1523" y="1345"/>
                    </a:cubicBezTo>
                    <a:lnTo>
                      <a:pt x="1523" y="1345"/>
                    </a:lnTo>
                    <a:cubicBezTo>
                      <a:pt x="1813" y="1577"/>
                      <a:pt x="2319" y="1815"/>
                      <a:pt x="2733" y="1815"/>
                    </a:cubicBezTo>
                    <a:cubicBezTo>
                      <a:pt x="3004" y="1815"/>
                      <a:pt x="3236" y="1714"/>
                      <a:pt x="3342" y="1441"/>
                    </a:cubicBezTo>
                    <a:cubicBezTo>
                      <a:pt x="3829" y="173"/>
                      <a:pt x="2603" y="1"/>
                      <a:pt x="18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7"/>
              <p:cNvSpPr/>
              <p:nvPr/>
            </p:nvSpPr>
            <p:spPr>
              <a:xfrm>
                <a:off x="947737" y="315687"/>
                <a:ext cx="112420" cy="42737"/>
              </a:xfrm>
              <a:custGeom>
                <a:rect b="b" l="l" r="r" t="t"/>
                <a:pathLst>
                  <a:path extrusionOk="0" h="728" w="1915">
                    <a:moveTo>
                      <a:pt x="914" y="1"/>
                    </a:moveTo>
                    <a:cubicBezTo>
                      <a:pt x="461" y="1"/>
                      <a:pt x="90" y="252"/>
                      <a:pt x="58" y="268"/>
                    </a:cubicBezTo>
                    <a:cubicBezTo>
                      <a:pt x="20" y="326"/>
                      <a:pt x="1" y="402"/>
                      <a:pt x="39" y="440"/>
                    </a:cubicBezTo>
                    <a:cubicBezTo>
                      <a:pt x="61" y="474"/>
                      <a:pt x="96" y="494"/>
                      <a:pt x="133" y="494"/>
                    </a:cubicBezTo>
                    <a:cubicBezTo>
                      <a:pt x="160" y="494"/>
                      <a:pt x="187" y="484"/>
                      <a:pt x="211" y="460"/>
                    </a:cubicBezTo>
                    <a:cubicBezTo>
                      <a:pt x="211" y="460"/>
                      <a:pt x="583" y="230"/>
                      <a:pt x="981" y="230"/>
                    </a:cubicBezTo>
                    <a:cubicBezTo>
                      <a:pt x="1043" y="230"/>
                      <a:pt x="1106" y="236"/>
                      <a:pt x="1168" y="249"/>
                    </a:cubicBezTo>
                    <a:cubicBezTo>
                      <a:pt x="1379" y="326"/>
                      <a:pt x="1551" y="440"/>
                      <a:pt x="1685" y="689"/>
                    </a:cubicBezTo>
                    <a:cubicBezTo>
                      <a:pt x="1723" y="708"/>
                      <a:pt x="1742" y="727"/>
                      <a:pt x="1781" y="727"/>
                    </a:cubicBezTo>
                    <a:cubicBezTo>
                      <a:pt x="1806" y="727"/>
                      <a:pt x="1823" y="719"/>
                      <a:pt x="1832" y="719"/>
                    </a:cubicBezTo>
                    <a:cubicBezTo>
                      <a:pt x="1836" y="719"/>
                      <a:pt x="1838" y="721"/>
                      <a:pt x="1838" y="727"/>
                    </a:cubicBezTo>
                    <a:cubicBezTo>
                      <a:pt x="1915" y="689"/>
                      <a:pt x="1915" y="613"/>
                      <a:pt x="1876" y="555"/>
                    </a:cubicBezTo>
                    <a:cubicBezTo>
                      <a:pt x="1723" y="268"/>
                      <a:pt x="1493" y="115"/>
                      <a:pt x="1206" y="38"/>
                    </a:cubicBezTo>
                    <a:cubicBezTo>
                      <a:pt x="1107" y="12"/>
                      <a:pt x="1009" y="1"/>
                      <a:pt x="9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7"/>
              <p:cNvSpPr/>
              <p:nvPr/>
            </p:nvSpPr>
            <p:spPr>
              <a:xfrm>
                <a:off x="942101" y="229977"/>
                <a:ext cx="69742" cy="100327"/>
              </a:xfrm>
              <a:custGeom>
                <a:rect b="b" l="l" r="r" t="t"/>
                <a:pathLst>
                  <a:path extrusionOk="0" h="1709" w="1188">
                    <a:moveTo>
                      <a:pt x="821" y="1"/>
                    </a:moveTo>
                    <a:cubicBezTo>
                      <a:pt x="790" y="1"/>
                      <a:pt x="757" y="15"/>
                      <a:pt x="728" y="44"/>
                    </a:cubicBezTo>
                    <a:cubicBezTo>
                      <a:pt x="690" y="82"/>
                      <a:pt x="690" y="159"/>
                      <a:pt x="728" y="197"/>
                    </a:cubicBezTo>
                    <a:cubicBezTo>
                      <a:pt x="728" y="197"/>
                      <a:pt x="920" y="427"/>
                      <a:pt x="881" y="714"/>
                    </a:cubicBezTo>
                    <a:cubicBezTo>
                      <a:pt x="824" y="962"/>
                      <a:pt x="537" y="1250"/>
                      <a:pt x="58" y="1479"/>
                    </a:cubicBezTo>
                    <a:cubicBezTo>
                      <a:pt x="20" y="1518"/>
                      <a:pt x="1" y="1594"/>
                      <a:pt x="20" y="1632"/>
                    </a:cubicBezTo>
                    <a:cubicBezTo>
                      <a:pt x="39" y="1690"/>
                      <a:pt x="77" y="1709"/>
                      <a:pt x="135" y="1709"/>
                    </a:cubicBezTo>
                    <a:cubicBezTo>
                      <a:pt x="135" y="1709"/>
                      <a:pt x="154" y="1709"/>
                      <a:pt x="135" y="1690"/>
                    </a:cubicBezTo>
                    <a:cubicBezTo>
                      <a:pt x="690" y="1422"/>
                      <a:pt x="1015" y="1116"/>
                      <a:pt x="1092" y="752"/>
                    </a:cubicBezTo>
                    <a:cubicBezTo>
                      <a:pt x="1188" y="350"/>
                      <a:pt x="900" y="63"/>
                      <a:pt x="900" y="44"/>
                    </a:cubicBezTo>
                    <a:cubicBezTo>
                      <a:pt x="881" y="15"/>
                      <a:pt x="853" y="1"/>
                      <a:pt x="8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7"/>
              <p:cNvSpPr/>
              <p:nvPr/>
            </p:nvSpPr>
            <p:spPr>
              <a:xfrm>
                <a:off x="734224" y="390537"/>
                <a:ext cx="41622" cy="28589"/>
              </a:xfrm>
              <a:custGeom>
                <a:rect b="b" l="l" r="r" t="t"/>
                <a:pathLst>
                  <a:path extrusionOk="0" h="487" w="709">
                    <a:moveTo>
                      <a:pt x="139" y="1"/>
                    </a:moveTo>
                    <a:cubicBezTo>
                      <a:pt x="83" y="1"/>
                      <a:pt x="35" y="26"/>
                      <a:pt x="20" y="84"/>
                    </a:cubicBezTo>
                    <a:cubicBezTo>
                      <a:pt x="1" y="142"/>
                      <a:pt x="20" y="218"/>
                      <a:pt x="96" y="237"/>
                    </a:cubicBezTo>
                    <a:cubicBezTo>
                      <a:pt x="326" y="371"/>
                      <a:pt x="498" y="448"/>
                      <a:pt x="498" y="448"/>
                    </a:cubicBezTo>
                    <a:cubicBezTo>
                      <a:pt x="518" y="486"/>
                      <a:pt x="537" y="486"/>
                      <a:pt x="575" y="486"/>
                    </a:cubicBezTo>
                    <a:cubicBezTo>
                      <a:pt x="613" y="486"/>
                      <a:pt x="632" y="448"/>
                      <a:pt x="690" y="390"/>
                    </a:cubicBezTo>
                    <a:cubicBezTo>
                      <a:pt x="709" y="314"/>
                      <a:pt x="690" y="237"/>
                      <a:pt x="632" y="218"/>
                    </a:cubicBezTo>
                    <a:cubicBezTo>
                      <a:pt x="613" y="218"/>
                      <a:pt x="441" y="122"/>
                      <a:pt x="192" y="8"/>
                    </a:cubicBezTo>
                    <a:cubicBezTo>
                      <a:pt x="174" y="3"/>
                      <a:pt x="156" y="1"/>
                      <a:pt x="1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7"/>
              <p:cNvSpPr/>
              <p:nvPr/>
            </p:nvSpPr>
            <p:spPr>
              <a:xfrm>
                <a:off x="680333" y="375214"/>
                <a:ext cx="42737" cy="21427"/>
              </a:xfrm>
              <a:custGeom>
                <a:rect b="b" l="l" r="r" t="t"/>
                <a:pathLst>
                  <a:path extrusionOk="0" h="365" w="728">
                    <a:moveTo>
                      <a:pt x="153" y="1"/>
                    </a:moveTo>
                    <a:cubicBezTo>
                      <a:pt x="77" y="1"/>
                      <a:pt x="19" y="20"/>
                      <a:pt x="0" y="96"/>
                    </a:cubicBezTo>
                    <a:cubicBezTo>
                      <a:pt x="0" y="173"/>
                      <a:pt x="19" y="211"/>
                      <a:pt x="96" y="249"/>
                    </a:cubicBezTo>
                    <a:cubicBezTo>
                      <a:pt x="249" y="269"/>
                      <a:pt x="402" y="307"/>
                      <a:pt x="555" y="364"/>
                    </a:cubicBezTo>
                    <a:lnTo>
                      <a:pt x="593" y="364"/>
                    </a:lnTo>
                    <a:cubicBezTo>
                      <a:pt x="651" y="364"/>
                      <a:pt x="689" y="345"/>
                      <a:pt x="689" y="269"/>
                    </a:cubicBezTo>
                    <a:cubicBezTo>
                      <a:pt x="727" y="211"/>
                      <a:pt x="689" y="154"/>
                      <a:pt x="632" y="115"/>
                    </a:cubicBezTo>
                    <a:cubicBezTo>
                      <a:pt x="459" y="77"/>
                      <a:pt x="306" y="20"/>
                      <a:pt x="1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7"/>
              <p:cNvSpPr/>
              <p:nvPr/>
            </p:nvSpPr>
            <p:spPr>
              <a:xfrm>
                <a:off x="766923" y="198745"/>
                <a:ext cx="259535" cy="165196"/>
              </a:xfrm>
              <a:custGeom>
                <a:rect b="b" l="l" r="r" t="t"/>
                <a:pathLst>
                  <a:path extrusionOk="0" h="2814" w="4421">
                    <a:moveTo>
                      <a:pt x="2467" y="0"/>
                    </a:moveTo>
                    <a:cubicBezTo>
                      <a:pt x="1863" y="0"/>
                      <a:pt x="1628" y="1009"/>
                      <a:pt x="1655" y="1563"/>
                    </a:cubicBezTo>
                    <a:lnTo>
                      <a:pt x="1655" y="1563"/>
                    </a:lnTo>
                    <a:cubicBezTo>
                      <a:pt x="1514" y="1433"/>
                      <a:pt x="1305" y="1317"/>
                      <a:pt x="1063" y="1317"/>
                    </a:cubicBezTo>
                    <a:cubicBezTo>
                      <a:pt x="922" y="1317"/>
                      <a:pt x="769" y="1356"/>
                      <a:pt x="611" y="1456"/>
                    </a:cubicBezTo>
                    <a:cubicBezTo>
                      <a:pt x="1" y="1840"/>
                      <a:pt x="865" y="2813"/>
                      <a:pt x="1782" y="2813"/>
                    </a:cubicBezTo>
                    <a:cubicBezTo>
                      <a:pt x="2101" y="2813"/>
                      <a:pt x="2426" y="2695"/>
                      <a:pt x="2698" y="2394"/>
                    </a:cubicBezTo>
                    <a:cubicBezTo>
                      <a:pt x="2698" y="2394"/>
                      <a:pt x="4420" y="480"/>
                      <a:pt x="2621" y="21"/>
                    </a:cubicBezTo>
                    <a:cubicBezTo>
                      <a:pt x="2567" y="7"/>
                      <a:pt x="2516" y="0"/>
                      <a:pt x="24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7"/>
              <p:cNvSpPr/>
              <p:nvPr/>
            </p:nvSpPr>
            <p:spPr>
              <a:xfrm>
                <a:off x="849346" y="351321"/>
                <a:ext cx="224840" cy="136078"/>
              </a:xfrm>
              <a:custGeom>
                <a:rect b="b" l="l" r="r" t="t"/>
                <a:pathLst>
                  <a:path extrusionOk="0" h="2318" w="3830">
                    <a:moveTo>
                      <a:pt x="1899" y="1"/>
                    </a:moveTo>
                    <a:cubicBezTo>
                      <a:pt x="1637" y="1"/>
                      <a:pt x="1447" y="25"/>
                      <a:pt x="1447" y="25"/>
                    </a:cubicBezTo>
                    <a:cubicBezTo>
                      <a:pt x="0" y="221"/>
                      <a:pt x="87" y="2317"/>
                      <a:pt x="835" y="2317"/>
                    </a:cubicBezTo>
                    <a:cubicBezTo>
                      <a:pt x="889" y="2317"/>
                      <a:pt x="946" y="2306"/>
                      <a:pt x="1007" y="2283"/>
                    </a:cubicBezTo>
                    <a:cubicBezTo>
                      <a:pt x="1489" y="2084"/>
                      <a:pt x="1569" y="1655"/>
                      <a:pt x="1524" y="1352"/>
                    </a:cubicBezTo>
                    <a:lnTo>
                      <a:pt x="1524" y="1352"/>
                    </a:lnTo>
                    <a:cubicBezTo>
                      <a:pt x="1811" y="1572"/>
                      <a:pt x="2330" y="1814"/>
                      <a:pt x="2748" y="1814"/>
                    </a:cubicBezTo>
                    <a:cubicBezTo>
                      <a:pt x="3018" y="1814"/>
                      <a:pt x="3245" y="1714"/>
                      <a:pt x="3342" y="1441"/>
                    </a:cubicBezTo>
                    <a:cubicBezTo>
                      <a:pt x="3829" y="173"/>
                      <a:pt x="2603" y="1"/>
                      <a:pt x="18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7"/>
              <p:cNvSpPr/>
              <p:nvPr/>
            </p:nvSpPr>
            <p:spPr>
              <a:xfrm>
                <a:off x="946621" y="315687"/>
                <a:ext cx="112420" cy="42737"/>
              </a:xfrm>
              <a:custGeom>
                <a:rect b="b" l="l" r="r" t="t"/>
                <a:pathLst>
                  <a:path extrusionOk="0" h="728" w="1915">
                    <a:moveTo>
                      <a:pt x="933" y="1"/>
                    </a:moveTo>
                    <a:cubicBezTo>
                      <a:pt x="480" y="1"/>
                      <a:pt x="109" y="252"/>
                      <a:pt x="77" y="268"/>
                    </a:cubicBezTo>
                    <a:cubicBezTo>
                      <a:pt x="39" y="326"/>
                      <a:pt x="0" y="383"/>
                      <a:pt x="58" y="440"/>
                    </a:cubicBezTo>
                    <a:cubicBezTo>
                      <a:pt x="91" y="474"/>
                      <a:pt x="125" y="494"/>
                      <a:pt x="158" y="494"/>
                    </a:cubicBezTo>
                    <a:cubicBezTo>
                      <a:pt x="182" y="494"/>
                      <a:pt x="206" y="484"/>
                      <a:pt x="230" y="460"/>
                    </a:cubicBezTo>
                    <a:cubicBezTo>
                      <a:pt x="230" y="460"/>
                      <a:pt x="602" y="230"/>
                      <a:pt x="1000" y="230"/>
                    </a:cubicBezTo>
                    <a:cubicBezTo>
                      <a:pt x="1062" y="230"/>
                      <a:pt x="1125" y="236"/>
                      <a:pt x="1187" y="249"/>
                    </a:cubicBezTo>
                    <a:cubicBezTo>
                      <a:pt x="1398" y="326"/>
                      <a:pt x="1570" y="440"/>
                      <a:pt x="1704" y="689"/>
                    </a:cubicBezTo>
                    <a:cubicBezTo>
                      <a:pt x="1742" y="708"/>
                      <a:pt x="1761" y="727"/>
                      <a:pt x="1800" y="727"/>
                    </a:cubicBezTo>
                    <a:cubicBezTo>
                      <a:pt x="1825" y="727"/>
                      <a:pt x="1842" y="719"/>
                      <a:pt x="1851" y="719"/>
                    </a:cubicBezTo>
                    <a:cubicBezTo>
                      <a:pt x="1855" y="719"/>
                      <a:pt x="1857" y="721"/>
                      <a:pt x="1857" y="727"/>
                    </a:cubicBezTo>
                    <a:cubicBezTo>
                      <a:pt x="1914" y="689"/>
                      <a:pt x="1914" y="613"/>
                      <a:pt x="1895" y="555"/>
                    </a:cubicBezTo>
                    <a:cubicBezTo>
                      <a:pt x="1742" y="268"/>
                      <a:pt x="1512" y="115"/>
                      <a:pt x="1225" y="38"/>
                    </a:cubicBezTo>
                    <a:cubicBezTo>
                      <a:pt x="1126" y="12"/>
                      <a:pt x="1028" y="1"/>
                      <a:pt x="9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7"/>
              <p:cNvSpPr/>
              <p:nvPr/>
            </p:nvSpPr>
            <p:spPr>
              <a:xfrm>
                <a:off x="942101" y="229977"/>
                <a:ext cx="69742" cy="100327"/>
              </a:xfrm>
              <a:custGeom>
                <a:rect b="b" l="l" r="r" t="t"/>
                <a:pathLst>
                  <a:path extrusionOk="0" h="1709" w="1188">
                    <a:moveTo>
                      <a:pt x="821" y="1"/>
                    </a:moveTo>
                    <a:cubicBezTo>
                      <a:pt x="790" y="1"/>
                      <a:pt x="757" y="15"/>
                      <a:pt x="728" y="44"/>
                    </a:cubicBezTo>
                    <a:cubicBezTo>
                      <a:pt x="690" y="82"/>
                      <a:pt x="690" y="159"/>
                      <a:pt x="728" y="197"/>
                    </a:cubicBezTo>
                    <a:cubicBezTo>
                      <a:pt x="728" y="197"/>
                      <a:pt x="920" y="427"/>
                      <a:pt x="881" y="714"/>
                    </a:cubicBezTo>
                    <a:cubicBezTo>
                      <a:pt x="824" y="962"/>
                      <a:pt x="537" y="1250"/>
                      <a:pt x="58" y="1479"/>
                    </a:cubicBezTo>
                    <a:cubicBezTo>
                      <a:pt x="20" y="1518"/>
                      <a:pt x="1" y="1594"/>
                      <a:pt x="20" y="1632"/>
                    </a:cubicBezTo>
                    <a:cubicBezTo>
                      <a:pt x="39" y="1690"/>
                      <a:pt x="97" y="1709"/>
                      <a:pt x="135" y="1709"/>
                    </a:cubicBezTo>
                    <a:cubicBezTo>
                      <a:pt x="135" y="1709"/>
                      <a:pt x="154" y="1709"/>
                      <a:pt x="135" y="1690"/>
                    </a:cubicBezTo>
                    <a:cubicBezTo>
                      <a:pt x="690" y="1422"/>
                      <a:pt x="1015" y="1116"/>
                      <a:pt x="1092" y="752"/>
                    </a:cubicBezTo>
                    <a:cubicBezTo>
                      <a:pt x="1188" y="350"/>
                      <a:pt x="900" y="63"/>
                      <a:pt x="900" y="44"/>
                    </a:cubicBezTo>
                    <a:cubicBezTo>
                      <a:pt x="881" y="15"/>
                      <a:pt x="853" y="1"/>
                      <a:pt x="8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7"/>
              <p:cNvSpPr/>
              <p:nvPr/>
            </p:nvSpPr>
            <p:spPr>
              <a:xfrm>
                <a:off x="821872" y="273654"/>
                <a:ext cx="105669" cy="80250"/>
              </a:xfrm>
              <a:custGeom>
                <a:rect b="b" l="l" r="r" t="t"/>
                <a:pathLst>
                  <a:path extrusionOk="0" h="1367" w="1800">
                    <a:moveTo>
                      <a:pt x="1487" y="1"/>
                    </a:moveTo>
                    <a:cubicBezTo>
                      <a:pt x="1472" y="1"/>
                      <a:pt x="1455" y="3"/>
                      <a:pt x="1436" y="8"/>
                    </a:cubicBezTo>
                    <a:cubicBezTo>
                      <a:pt x="1245" y="65"/>
                      <a:pt x="1053" y="391"/>
                      <a:pt x="939" y="659"/>
                    </a:cubicBezTo>
                    <a:cubicBezTo>
                      <a:pt x="738" y="573"/>
                      <a:pt x="461" y="465"/>
                      <a:pt x="263" y="465"/>
                    </a:cubicBezTo>
                    <a:cubicBezTo>
                      <a:pt x="197" y="465"/>
                      <a:pt x="140" y="477"/>
                      <a:pt x="96" y="506"/>
                    </a:cubicBezTo>
                    <a:cubicBezTo>
                      <a:pt x="77" y="544"/>
                      <a:pt x="1" y="601"/>
                      <a:pt x="39" y="735"/>
                    </a:cubicBezTo>
                    <a:cubicBezTo>
                      <a:pt x="77" y="1118"/>
                      <a:pt x="594" y="1348"/>
                      <a:pt x="652" y="1367"/>
                    </a:cubicBezTo>
                    <a:lnTo>
                      <a:pt x="709" y="1367"/>
                    </a:lnTo>
                    <a:cubicBezTo>
                      <a:pt x="747" y="1367"/>
                      <a:pt x="805" y="1348"/>
                      <a:pt x="805" y="1271"/>
                    </a:cubicBezTo>
                    <a:cubicBezTo>
                      <a:pt x="824" y="1214"/>
                      <a:pt x="805" y="1137"/>
                      <a:pt x="728" y="1118"/>
                    </a:cubicBezTo>
                    <a:cubicBezTo>
                      <a:pt x="613" y="1061"/>
                      <a:pt x="288" y="888"/>
                      <a:pt x="250" y="678"/>
                    </a:cubicBezTo>
                    <a:cubicBezTo>
                      <a:pt x="345" y="678"/>
                      <a:pt x="652" y="774"/>
                      <a:pt x="939" y="927"/>
                    </a:cubicBezTo>
                    <a:lnTo>
                      <a:pt x="1034" y="927"/>
                    </a:lnTo>
                    <a:lnTo>
                      <a:pt x="1111" y="850"/>
                    </a:lnTo>
                    <a:cubicBezTo>
                      <a:pt x="1226" y="582"/>
                      <a:pt x="1398" y="314"/>
                      <a:pt x="1475" y="257"/>
                    </a:cubicBezTo>
                    <a:lnTo>
                      <a:pt x="1475" y="257"/>
                    </a:lnTo>
                    <a:cubicBezTo>
                      <a:pt x="1494" y="372"/>
                      <a:pt x="1494" y="678"/>
                      <a:pt x="1417" y="965"/>
                    </a:cubicBezTo>
                    <a:cubicBezTo>
                      <a:pt x="1417" y="1042"/>
                      <a:pt x="1436" y="1080"/>
                      <a:pt x="1513" y="1118"/>
                    </a:cubicBezTo>
                    <a:cubicBezTo>
                      <a:pt x="1589" y="1118"/>
                      <a:pt x="1628" y="1080"/>
                      <a:pt x="1666" y="1022"/>
                    </a:cubicBezTo>
                    <a:cubicBezTo>
                      <a:pt x="1704" y="793"/>
                      <a:pt x="1800" y="218"/>
                      <a:pt x="1609" y="65"/>
                    </a:cubicBezTo>
                    <a:cubicBezTo>
                      <a:pt x="1565" y="22"/>
                      <a:pt x="1533" y="1"/>
                      <a:pt x="14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7"/>
              <p:cNvSpPr/>
              <p:nvPr/>
            </p:nvSpPr>
            <p:spPr>
              <a:xfrm>
                <a:off x="883689" y="352319"/>
                <a:ext cx="116940" cy="90406"/>
              </a:xfrm>
              <a:custGeom>
                <a:rect b="b" l="l" r="r" t="t"/>
                <a:pathLst>
                  <a:path extrusionOk="0" h="1540" w="1992">
                    <a:moveTo>
                      <a:pt x="1038" y="1"/>
                    </a:moveTo>
                    <a:cubicBezTo>
                      <a:pt x="982" y="1"/>
                      <a:pt x="934" y="26"/>
                      <a:pt x="919" y="84"/>
                    </a:cubicBezTo>
                    <a:cubicBezTo>
                      <a:pt x="900" y="161"/>
                      <a:pt x="919" y="218"/>
                      <a:pt x="996" y="257"/>
                    </a:cubicBezTo>
                    <a:cubicBezTo>
                      <a:pt x="1340" y="410"/>
                      <a:pt x="1666" y="601"/>
                      <a:pt x="1723" y="697"/>
                    </a:cubicBezTo>
                    <a:cubicBezTo>
                      <a:pt x="1692" y="713"/>
                      <a:pt x="1634" y="720"/>
                      <a:pt x="1558" y="720"/>
                    </a:cubicBezTo>
                    <a:cubicBezTo>
                      <a:pt x="1358" y="720"/>
                      <a:pt x="1033" y="670"/>
                      <a:pt x="728" y="601"/>
                    </a:cubicBezTo>
                    <a:cubicBezTo>
                      <a:pt x="717" y="599"/>
                      <a:pt x="708" y="597"/>
                      <a:pt x="698" y="597"/>
                    </a:cubicBezTo>
                    <a:cubicBezTo>
                      <a:pt x="641" y="597"/>
                      <a:pt x="608" y="645"/>
                      <a:pt x="575" y="678"/>
                    </a:cubicBezTo>
                    <a:cubicBezTo>
                      <a:pt x="479" y="869"/>
                      <a:pt x="383" y="1118"/>
                      <a:pt x="326" y="1233"/>
                    </a:cubicBezTo>
                    <a:cubicBezTo>
                      <a:pt x="288" y="1080"/>
                      <a:pt x="268" y="831"/>
                      <a:pt x="249" y="582"/>
                    </a:cubicBezTo>
                    <a:cubicBezTo>
                      <a:pt x="249" y="505"/>
                      <a:pt x="192" y="467"/>
                      <a:pt x="134" y="467"/>
                    </a:cubicBezTo>
                    <a:cubicBezTo>
                      <a:pt x="58" y="467"/>
                      <a:pt x="0" y="505"/>
                      <a:pt x="0" y="582"/>
                    </a:cubicBezTo>
                    <a:cubicBezTo>
                      <a:pt x="39" y="1424"/>
                      <a:pt x="154" y="1501"/>
                      <a:pt x="192" y="1520"/>
                    </a:cubicBezTo>
                    <a:cubicBezTo>
                      <a:pt x="230" y="1539"/>
                      <a:pt x="249" y="1539"/>
                      <a:pt x="268" y="1539"/>
                    </a:cubicBezTo>
                    <a:cubicBezTo>
                      <a:pt x="268" y="1539"/>
                      <a:pt x="288" y="1539"/>
                      <a:pt x="345" y="1501"/>
                    </a:cubicBezTo>
                    <a:cubicBezTo>
                      <a:pt x="441" y="1462"/>
                      <a:pt x="575" y="1233"/>
                      <a:pt x="747" y="831"/>
                    </a:cubicBezTo>
                    <a:cubicBezTo>
                      <a:pt x="996" y="879"/>
                      <a:pt x="1264" y="917"/>
                      <a:pt x="1486" y="917"/>
                    </a:cubicBezTo>
                    <a:cubicBezTo>
                      <a:pt x="1709" y="917"/>
                      <a:pt x="1886" y="879"/>
                      <a:pt x="1953" y="773"/>
                    </a:cubicBezTo>
                    <a:cubicBezTo>
                      <a:pt x="1991" y="735"/>
                      <a:pt x="1991" y="659"/>
                      <a:pt x="1972" y="601"/>
                    </a:cubicBezTo>
                    <a:cubicBezTo>
                      <a:pt x="1876" y="371"/>
                      <a:pt x="1283" y="84"/>
                      <a:pt x="1092" y="8"/>
                    </a:cubicBezTo>
                    <a:cubicBezTo>
                      <a:pt x="1073" y="3"/>
                      <a:pt x="1055" y="1"/>
                      <a:pt x="10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7"/>
              <p:cNvSpPr/>
              <p:nvPr/>
            </p:nvSpPr>
            <p:spPr>
              <a:xfrm>
                <a:off x="118461" y="369579"/>
                <a:ext cx="657379" cy="652917"/>
              </a:xfrm>
              <a:custGeom>
                <a:rect b="b" l="l" r="r" t="t"/>
                <a:pathLst>
                  <a:path extrusionOk="0" h="11122" w="11198">
                    <a:moveTo>
                      <a:pt x="8767" y="1"/>
                    </a:moveTo>
                    <a:cubicBezTo>
                      <a:pt x="8691" y="1"/>
                      <a:pt x="8633" y="58"/>
                      <a:pt x="8633" y="116"/>
                    </a:cubicBezTo>
                    <a:cubicBezTo>
                      <a:pt x="8633" y="192"/>
                      <a:pt x="8710" y="250"/>
                      <a:pt x="8767" y="250"/>
                    </a:cubicBezTo>
                    <a:lnTo>
                      <a:pt x="8825" y="250"/>
                    </a:lnTo>
                    <a:cubicBezTo>
                      <a:pt x="8978" y="250"/>
                      <a:pt x="9093" y="250"/>
                      <a:pt x="9246" y="269"/>
                    </a:cubicBezTo>
                    <a:cubicBezTo>
                      <a:pt x="9303" y="269"/>
                      <a:pt x="9360" y="211"/>
                      <a:pt x="9341" y="173"/>
                    </a:cubicBezTo>
                    <a:cubicBezTo>
                      <a:pt x="9360" y="97"/>
                      <a:pt x="9303" y="20"/>
                      <a:pt x="9246" y="20"/>
                    </a:cubicBezTo>
                    <a:cubicBezTo>
                      <a:pt x="9093" y="1"/>
                      <a:pt x="8978" y="1"/>
                      <a:pt x="8825" y="1"/>
                    </a:cubicBezTo>
                    <a:close/>
                    <a:moveTo>
                      <a:pt x="8288" y="73"/>
                    </a:moveTo>
                    <a:cubicBezTo>
                      <a:pt x="8276" y="73"/>
                      <a:pt x="8263" y="74"/>
                      <a:pt x="8250" y="77"/>
                    </a:cubicBezTo>
                    <a:cubicBezTo>
                      <a:pt x="8097" y="97"/>
                      <a:pt x="7925" y="154"/>
                      <a:pt x="7772" y="192"/>
                    </a:cubicBezTo>
                    <a:cubicBezTo>
                      <a:pt x="7714" y="211"/>
                      <a:pt x="7676" y="269"/>
                      <a:pt x="7714" y="345"/>
                    </a:cubicBezTo>
                    <a:cubicBezTo>
                      <a:pt x="7734" y="384"/>
                      <a:pt x="7772" y="403"/>
                      <a:pt x="7829" y="403"/>
                    </a:cubicBezTo>
                    <a:cubicBezTo>
                      <a:pt x="7848" y="403"/>
                      <a:pt x="7848" y="403"/>
                      <a:pt x="7848" y="441"/>
                    </a:cubicBezTo>
                    <a:cubicBezTo>
                      <a:pt x="8002" y="384"/>
                      <a:pt x="8155" y="345"/>
                      <a:pt x="8308" y="307"/>
                    </a:cubicBezTo>
                    <a:cubicBezTo>
                      <a:pt x="8384" y="288"/>
                      <a:pt x="8403" y="250"/>
                      <a:pt x="8403" y="173"/>
                    </a:cubicBezTo>
                    <a:cubicBezTo>
                      <a:pt x="8388" y="110"/>
                      <a:pt x="8345" y="73"/>
                      <a:pt x="8288" y="73"/>
                    </a:cubicBezTo>
                    <a:close/>
                    <a:moveTo>
                      <a:pt x="9724" y="97"/>
                    </a:moveTo>
                    <a:cubicBezTo>
                      <a:pt x="9648" y="97"/>
                      <a:pt x="9590" y="116"/>
                      <a:pt x="9571" y="192"/>
                    </a:cubicBezTo>
                    <a:cubicBezTo>
                      <a:pt x="9571" y="269"/>
                      <a:pt x="9590" y="307"/>
                      <a:pt x="9667" y="345"/>
                    </a:cubicBezTo>
                    <a:cubicBezTo>
                      <a:pt x="9820" y="365"/>
                      <a:pt x="9973" y="403"/>
                      <a:pt x="10126" y="460"/>
                    </a:cubicBezTo>
                    <a:lnTo>
                      <a:pt x="10164" y="460"/>
                    </a:lnTo>
                    <a:cubicBezTo>
                      <a:pt x="10222" y="460"/>
                      <a:pt x="10260" y="441"/>
                      <a:pt x="10260" y="365"/>
                    </a:cubicBezTo>
                    <a:cubicBezTo>
                      <a:pt x="10298" y="307"/>
                      <a:pt x="10260" y="250"/>
                      <a:pt x="10203" y="211"/>
                    </a:cubicBezTo>
                    <a:cubicBezTo>
                      <a:pt x="10030" y="173"/>
                      <a:pt x="9877" y="116"/>
                      <a:pt x="9724" y="97"/>
                    </a:cubicBezTo>
                    <a:close/>
                    <a:moveTo>
                      <a:pt x="10628" y="358"/>
                    </a:moveTo>
                    <a:cubicBezTo>
                      <a:pt x="10572" y="358"/>
                      <a:pt x="10524" y="383"/>
                      <a:pt x="10509" y="441"/>
                    </a:cubicBezTo>
                    <a:cubicBezTo>
                      <a:pt x="10490" y="499"/>
                      <a:pt x="10509" y="575"/>
                      <a:pt x="10585" y="594"/>
                    </a:cubicBezTo>
                    <a:cubicBezTo>
                      <a:pt x="10815" y="728"/>
                      <a:pt x="10987" y="805"/>
                      <a:pt x="10987" y="805"/>
                    </a:cubicBezTo>
                    <a:cubicBezTo>
                      <a:pt x="11007" y="843"/>
                      <a:pt x="11026" y="843"/>
                      <a:pt x="11064" y="843"/>
                    </a:cubicBezTo>
                    <a:cubicBezTo>
                      <a:pt x="11102" y="843"/>
                      <a:pt x="11121" y="824"/>
                      <a:pt x="11179" y="747"/>
                    </a:cubicBezTo>
                    <a:cubicBezTo>
                      <a:pt x="11198" y="671"/>
                      <a:pt x="11179" y="594"/>
                      <a:pt x="11121" y="575"/>
                    </a:cubicBezTo>
                    <a:cubicBezTo>
                      <a:pt x="11102" y="575"/>
                      <a:pt x="10930" y="479"/>
                      <a:pt x="10681" y="365"/>
                    </a:cubicBezTo>
                    <a:cubicBezTo>
                      <a:pt x="10663" y="360"/>
                      <a:pt x="10645" y="358"/>
                      <a:pt x="10628" y="358"/>
                    </a:cubicBezTo>
                    <a:close/>
                    <a:moveTo>
                      <a:pt x="7332" y="384"/>
                    </a:moveTo>
                    <a:cubicBezTo>
                      <a:pt x="7178" y="460"/>
                      <a:pt x="7044" y="556"/>
                      <a:pt x="6910" y="671"/>
                    </a:cubicBezTo>
                    <a:cubicBezTo>
                      <a:pt x="6872" y="728"/>
                      <a:pt x="6872" y="786"/>
                      <a:pt x="6910" y="843"/>
                    </a:cubicBezTo>
                    <a:cubicBezTo>
                      <a:pt x="6949" y="862"/>
                      <a:pt x="6987" y="881"/>
                      <a:pt x="7006" y="881"/>
                    </a:cubicBezTo>
                    <a:cubicBezTo>
                      <a:pt x="7044" y="881"/>
                      <a:pt x="7064" y="881"/>
                      <a:pt x="7083" y="843"/>
                    </a:cubicBezTo>
                    <a:cubicBezTo>
                      <a:pt x="7198" y="747"/>
                      <a:pt x="7332" y="652"/>
                      <a:pt x="7446" y="575"/>
                    </a:cubicBezTo>
                    <a:lnTo>
                      <a:pt x="7389" y="479"/>
                    </a:lnTo>
                    <a:lnTo>
                      <a:pt x="7332" y="384"/>
                    </a:lnTo>
                    <a:close/>
                    <a:moveTo>
                      <a:pt x="6681" y="1033"/>
                    </a:moveTo>
                    <a:cubicBezTo>
                      <a:pt x="6638" y="1033"/>
                      <a:pt x="6597" y="1049"/>
                      <a:pt x="6585" y="1073"/>
                    </a:cubicBezTo>
                    <a:cubicBezTo>
                      <a:pt x="6509" y="1226"/>
                      <a:pt x="6432" y="1360"/>
                      <a:pt x="6375" y="1532"/>
                    </a:cubicBezTo>
                    <a:cubicBezTo>
                      <a:pt x="6336" y="1590"/>
                      <a:pt x="6375" y="1647"/>
                      <a:pt x="6432" y="1685"/>
                    </a:cubicBezTo>
                    <a:lnTo>
                      <a:pt x="6489" y="1685"/>
                    </a:lnTo>
                    <a:cubicBezTo>
                      <a:pt x="6528" y="1685"/>
                      <a:pt x="6585" y="1647"/>
                      <a:pt x="6585" y="1628"/>
                    </a:cubicBezTo>
                    <a:cubicBezTo>
                      <a:pt x="6623" y="1494"/>
                      <a:pt x="6700" y="1341"/>
                      <a:pt x="6777" y="1226"/>
                    </a:cubicBezTo>
                    <a:cubicBezTo>
                      <a:pt x="6815" y="1168"/>
                      <a:pt x="6796" y="1073"/>
                      <a:pt x="6757" y="1054"/>
                    </a:cubicBezTo>
                    <a:cubicBezTo>
                      <a:pt x="6735" y="1039"/>
                      <a:pt x="6708" y="1033"/>
                      <a:pt x="6681" y="1033"/>
                    </a:cubicBezTo>
                    <a:close/>
                    <a:moveTo>
                      <a:pt x="4843" y="2125"/>
                    </a:moveTo>
                    <a:cubicBezTo>
                      <a:pt x="4767" y="2125"/>
                      <a:pt x="4709" y="2183"/>
                      <a:pt x="4709" y="2240"/>
                    </a:cubicBezTo>
                    <a:cubicBezTo>
                      <a:pt x="4709" y="2317"/>
                      <a:pt x="4767" y="2374"/>
                      <a:pt x="4843" y="2374"/>
                    </a:cubicBezTo>
                    <a:cubicBezTo>
                      <a:pt x="4996" y="2374"/>
                      <a:pt x="5150" y="2374"/>
                      <a:pt x="5322" y="2393"/>
                    </a:cubicBezTo>
                    <a:cubicBezTo>
                      <a:pt x="5379" y="2393"/>
                      <a:pt x="5437" y="2355"/>
                      <a:pt x="5437" y="2279"/>
                    </a:cubicBezTo>
                    <a:cubicBezTo>
                      <a:pt x="5456" y="2221"/>
                      <a:pt x="5418" y="2164"/>
                      <a:pt x="5341" y="2164"/>
                    </a:cubicBezTo>
                    <a:cubicBezTo>
                      <a:pt x="5169" y="2125"/>
                      <a:pt x="4996" y="2125"/>
                      <a:pt x="4843" y="2125"/>
                    </a:cubicBezTo>
                    <a:close/>
                    <a:moveTo>
                      <a:pt x="4394" y="2197"/>
                    </a:moveTo>
                    <a:cubicBezTo>
                      <a:pt x="4384" y="2197"/>
                      <a:pt x="4375" y="2199"/>
                      <a:pt x="4365" y="2202"/>
                    </a:cubicBezTo>
                    <a:cubicBezTo>
                      <a:pt x="4193" y="2259"/>
                      <a:pt x="4020" y="2298"/>
                      <a:pt x="3886" y="2374"/>
                    </a:cubicBezTo>
                    <a:cubicBezTo>
                      <a:pt x="3829" y="2413"/>
                      <a:pt x="3810" y="2489"/>
                      <a:pt x="3829" y="2547"/>
                    </a:cubicBezTo>
                    <a:cubicBezTo>
                      <a:pt x="3829" y="2585"/>
                      <a:pt x="3867" y="2604"/>
                      <a:pt x="3925" y="2604"/>
                    </a:cubicBezTo>
                    <a:cubicBezTo>
                      <a:pt x="3944" y="2604"/>
                      <a:pt x="3944" y="2604"/>
                      <a:pt x="3982" y="2585"/>
                    </a:cubicBezTo>
                    <a:lnTo>
                      <a:pt x="4403" y="2451"/>
                    </a:lnTo>
                    <a:cubicBezTo>
                      <a:pt x="4480" y="2413"/>
                      <a:pt x="4518" y="2374"/>
                      <a:pt x="4499" y="2298"/>
                    </a:cubicBezTo>
                    <a:cubicBezTo>
                      <a:pt x="4483" y="2234"/>
                      <a:pt x="4441" y="2197"/>
                      <a:pt x="4394" y="2197"/>
                    </a:cubicBezTo>
                    <a:close/>
                    <a:moveTo>
                      <a:pt x="6401" y="1891"/>
                    </a:moveTo>
                    <a:cubicBezTo>
                      <a:pt x="6351" y="1891"/>
                      <a:pt x="6298" y="1928"/>
                      <a:pt x="6298" y="1991"/>
                    </a:cubicBezTo>
                    <a:cubicBezTo>
                      <a:pt x="6279" y="2106"/>
                      <a:pt x="6241" y="2221"/>
                      <a:pt x="6241" y="2355"/>
                    </a:cubicBezTo>
                    <a:cubicBezTo>
                      <a:pt x="6107" y="2298"/>
                      <a:pt x="5992" y="2259"/>
                      <a:pt x="5839" y="2221"/>
                    </a:cubicBezTo>
                    <a:cubicBezTo>
                      <a:pt x="5762" y="2221"/>
                      <a:pt x="5705" y="2240"/>
                      <a:pt x="5705" y="2317"/>
                    </a:cubicBezTo>
                    <a:cubicBezTo>
                      <a:pt x="5705" y="2393"/>
                      <a:pt x="5724" y="2451"/>
                      <a:pt x="5800" y="2470"/>
                    </a:cubicBezTo>
                    <a:lnTo>
                      <a:pt x="6221" y="2604"/>
                    </a:lnTo>
                    <a:lnTo>
                      <a:pt x="6336" y="2604"/>
                    </a:lnTo>
                    <a:cubicBezTo>
                      <a:pt x="6394" y="2604"/>
                      <a:pt x="6470" y="2566"/>
                      <a:pt x="6509" y="2489"/>
                    </a:cubicBezTo>
                    <a:lnTo>
                      <a:pt x="6509" y="2470"/>
                    </a:lnTo>
                    <a:cubicBezTo>
                      <a:pt x="6509" y="2317"/>
                      <a:pt x="6509" y="2183"/>
                      <a:pt x="6528" y="2030"/>
                    </a:cubicBezTo>
                    <a:cubicBezTo>
                      <a:pt x="6566" y="1972"/>
                      <a:pt x="6509" y="1896"/>
                      <a:pt x="6432" y="1896"/>
                    </a:cubicBezTo>
                    <a:cubicBezTo>
                      <a:pt x="6422" y="1893"/>
                      <a:pt x="6412" y="1891"/>
                      <a:pt x="6401" y="1891"/>
                    </a:cubicBezTo>
                    <a:close/>
                    <a:moveTo>
                      <a:pt x="6674" y="2597"/>
                    </a:moveTo>
                    <a:cubicBezTo>
                      <a:pt x="6627" y="2597"/>
                      <a:pt x="6580" y="2618"/>
                      <a:pt x="6566" y="2661"/>
                    </a:cubicBezTo>
                    <a:cubicBezTo>
                      <a:pt x="6528" y="2719"/>
                      <a:pt x="6566" y="2795"/>
                      <a:pt x="6604" y="2815"/>
                    </a:cubicBezTo>
                    <a:cubicBezTo>
                      <a:pt x="6757" y="2891"/>
                      <a:pt x="6872" y="2987"/>
                      <a:pt x="6968" y="3083"/>
                    </a:cubicBezTo>
                    <a:cubicBezTo>
                      <a:pt x="6987" y="3121"/>
                      <a:pt x="7044" y="3121"/>
                      <a:pt x="7064" y="3121"/>
                    </a:cubicBezTo>
                    <a:cubicBezTo>
                      <a:pt x="7083" y="3121"/>
                      <a:pt x="7102" y="3121"/>
                      <a:pt x="7140" y="3083"/>
                    </a:cubicBezTo>
                    <a:cubicBezTo>
                      <a:pt x="7178" y="3044"/>
                      <a:pt x="7178" y="2968"/>
                      <a:pt x="7140" y="2929"/>
                    </a:cubicBezTo>
                    <a:cubicBezTo>
                      <a:pt x="7006" y="2795"/>
                      <a:pt x="6891" y="2700"/>
                      <a:pt x="6719" y="2604"/>
                    </a:cubicBezTo>
                    <a:cubicBezTo>
                      <a:pt x="6705" y="2599"/>
                      <a:pt x="6689" y="2597"/>
                      <a:pt x="6674" y="2597"/>
                    </a:cubicBezTo>
                    <a:close/>
                    <a:moveTo>
                      <a:pt x="3509" y="2632"/>
                    </a:moveTo>
                    <a:cubicBezTo>
                      <a:pt x="3488" y="2632"/>
                      <a:pt x="3467" y="2640"/>
                      <a:pt x="3446" y="2661"/>
                    </a:cubicBezTo>
                    <a:cubicBezTo>
                      <a:pt x="3293" y="2757"/>
                      <a:pt x="3178" y="2872"/>
                      <a:pt x="3082" y="3025"/>
                    </a:cubicBezTo>
                    <a:cubicBezTo>
                      <a:pt x="3044" y="3063"/>
                      <a:pt x="3063" y="3140"/>
                      <a:pt x="3121" y="3178"/>
                    </a:cubicBezTo>
                    <a:cubicBezTo>
                      <a:pt x="3140" y="3216"/>
                      <a:pt x="3159" y="3216"/>
                      <a:pt x="3178" y="3216"/>
                    </a:cubicBezTo>
                    <a:cubicBezTo>
                      <a:pt x="3235" y="3216"/>
                      <a:pt x="3255" y="3178"/>
                      <a:pt x="3274" y="3178"/>
                    </a:cubicBezTo>
                    <a:cubicBezTo>
                      <a:pt x="3369" y="3044"/>
                      <a:pt x="3465" y="2949"/>
                      <a:pt x="3599" y="2853"/>
                    </a:cubicBezTo>
                    <a:cubicBezTo>
                      <a:pt x="3637" y="2795"/>
                      <a:pt x="3657" y="2738"/>
                      <a:pt x="3618" y="2681"/>
                    </a:cubicBezTo>
                    <a:cubicBezTo>
                      <a:pt x="3582" y="2656"/>
                      <a:pt x="3546" y="2632"/>
                      <a:pt x="3509" y="2632"/>
                    </a:cubicBezTo>
                    <a:close/>
                    <a:moveTo>
                      <a:pt x="6423" y="2867"/>
                    </a:moveTo>
                    <a:cubicBezTo>
                      <a:pt x="6413" y="2867"/>
                      <a:pt x="6404" y="2869"/>
                      <a:pt x="6394" y="2872"/>
                    </a:cubicBezTo>
                    <a:cubicBezTo>
                      <a:pt x="6317" y="2891"/>
                      <a:pt x="6279" y="2949"/>
                      <a:pt x="6298" y="3025"/>
                    </a:cubicBezTo>
                    <a:cubicBezTo>
                      <a:pt x="6317" y="3216"/>
                      <a:pt x="6394" y="3370"/>
                      <a:pt x="6470" y="3504"/>
                    </a:cubicBezTo>
                    <a:cubicBezTo>
                      <a:pt x="6489" y="3523"/>
                      <a:pt x="6509" y="3542"/>
                      <a:pt x="6566" y="3542"/>
                    </a:cubicBezTo>
                    <a:lnTo>
                      <a:pt x="6623" y="3542"/>
                    </a:lnTo>
                    <a:cubicBezTo>
                      <a:pt x="6700" y="3484"/>
                      <a:pt x="6700" y="3427"/>
                      <a:pt x="6681" y="3370"/>
                    </a:cubicBezTo>
                    <a:cubicBezTo>
                      <a:pt x="6623" y="3274"/>
                      <a:pt x="6566" y="3140"/>
                      <a:pt x="6528" y="2968"/>
                    </a:cubicBezTo>
                    <a:cubicBezTo>
                      <a:pt x="6512" y="2904"/>
                      <a:pt x="6470" y="2867"/>
                      <a:pt x="6423" y="2867"/>
                    </a:cubicBezTo>
                    <a:close/>
                    <a:moveTo>
                      <a:pt x="7269" y="3270"/>
                    </a:moveTo>
                    <a:cubicBezTo>
                      <a:pt x="7217" y="3270"/>
                      <a:pt x="7159" y="3320"/>
                      <a:pt x="7159" y="3370"/>
                    </a:cubicBezTo>
                    <a:cubicBezTo>
                      <a:pt x="7159" y="3427"/>
                      <a:pt x="7140" y="3465"/>
                      <a:pt x="7083" y="3504"/>
                    </a:cubicBezTo>
                    <a:cubicBezTo>
                      <a:pt x="7006" y="3542"/>
                      <a:pt x="6968" y="3561"/>
                      <a:pt x="6910" y="3561"/>
                    </a:cubicBezTo>
                    <a:cubicBezTo>
                      <a:pt x="6853" y="3561"/>
                      <a:pt x="6796" y="3618"/>
                      <a:pt x="6796" y="3695"/>
                    </a:cubicBezTo>
                    <a:cubicBezTo>
                      <a:pt x="6796" y="3752"/>
                      <a:pt x="6853" y="3810"/>
                      <a:pt x="6910" y="3810"/>
                    </a:cubicBezTo>
                    <a:cubicBezTo>
                      <a:pt x="7006" y="3810"/>
                      <a:pt x="7140" y="3791"/>
                      <a:pt x="7236" y="3695"/>
                    </a:cubicBezTo>
                    <a:cubicBezTo>
                      <a:pt x="7332" y="3618"/>
                      <a:pt x="7370" y="3523"/>
                      <a:pt x="7389" y="3427"/>
                    </a:cubicBezTo>
                    <a:cubicBezTo>
                      <a:pt x="7427" y="3350"/>
                      <a:pt x="7370" y="3274"/>
                      <a:pt x="7293" y="3274"/>
                    </a:cubicBezTo>
                    <a:cubicBezTo>
                      <a:pt x="7286" y="3271"/>
                      <a:pt x="7278" y="3270"/>
                      <a:pt x="7269" y="3270"/>
                    </a:cubicBezTo>
                    <a:close/>
                    <a:moveTo>
                      <a:pt x="2902" y="3392"/>
                    </a:moveTo>
                    <a:cubicBezTo>
                      <a:pt x="2851" y="3392"/>
                      <a:pt x="2809" y="3419"/>
                      <a:pt x="2795" y="3446"/>
                    </a:cubicBezTo>
                    <a:cubicBezTo>
                      <a:pt x="2738" y="3599"/>
                      <a:pt x="2661" y="3752"/>
                      <a:pt x="2604" y="3906"/>
                    </a:cubicBezTo>
                    <a:cubicBezTo>
                      <a:pt x="2585" y="3944"/>
                      <a:pt x="2604" y="4020"/>
                      <a:pt x="2680" y="4040"/>
                    </a:cubicBezTo>
                    <a:lnTo>
                      <a:pt x="2738" y="4040"/>
                    </a:lnTo>
                    <a:cubicBezTo>
                      <a:pt x="2776" y="4040"/>
                      <a:pt x="2814" y="4020"/>
                      <a:pt x="2834" y="4001"/>
                    </a:cubicBezTo>
                    <a:cubicBezTo>
                      <a:pt x="2872" y="3848"/>
                      <a:pt x="2948" y="3714"/>
                      <a:pt x="3025" y="3561"/>
                    </a:cubicBezTo>
                    <a:cubicBezTo>
                      <a:pt x="3044" y="3504"/>
                      <a:pt x="3025" y="3427"/>
                      <a:pt x="2968" y="3408"/>
                    </a:cubicBezTo>
                    <a:cubicBezTo>
                      <a:pt x="2945" y="3397"/>
                      <a:pt x="2923" y="3392"/>
                      <a:pt x="2902" y="3392"/>
                    </a:cubicBezTo>
                    <a:close/>
                    <a:moveTo>
                      <a:pt x="2642" y="4269"/>
                    </a:moveTo>
                    <a:cubicBezTo>
                      <a:pt x="2566" y="4269"/>
                      <a:pt x="2508" y="4288"/>
                      <a:pt x="2489" y="4365"/>
                    </a:cubicBezTo>
                    <a:cubicBezTo>
                      <a:pt x="2470" y="4518"/>
                      <a:pt x="2451" y="4690"/>
                      <a:pt x="2451" y="4863"/>
                    </a:cubicBezTo>
                    <a:cubicBezTo>
                      <a:pt x="2451" y="4939"/>
                      <a:pt x="2489" y="4977"/>
                      <a:pt x="2566" y="4977"/>
                    </a:cubicBezTo>
                    <a:cubicBezTo>
                      <a:pt x="2604" y="4977"/>
                      <a:pt x="2680" y="4939"/>
                      <a:pt x="2680" y="4863"/>
                    </a:cubicBezTo>
                    <a:cubicBezTo>
                      <a:pt x="2680" y="4709"/>
                      <a:pt x="2700" y="4556"/>
                      <a:pt x="2738" y="4403"/>
                    </a:cubicBezTo>
                    <a:cubicBezTo>
                      <a:pt x="2738" y="4327"/>
                      <a:pt x="2700" y="4288"/>
                      <a:pt x="2642" y="4269"/>
                    </a:cubicBezTo>
                    <a:close/>
                    <a:moveTo>
                      <a:pt x="2566" y="5245"/>
                    </a:moveTo>
                    <a:cubicBezTo>
                      <a:pt x="2508" y="5245"/>
                      <a:pt x="2470" y="5284"/>
                      <a:pt x="2470" y="5360"/>
                    </a:cubicBezTo>
                    <a:cubicBezTo>
                      <a:pt x="2470" y="5513"/>
                      <a:pt x="2489" y="5666"/>
                      <a:pt x="2546" y="5839"/>
                    </a:cubicBezTo>
                    <a:cubicBezTo>
                      <a:pt x="2566" y="5896"/>
                      <a:pt x="2604" y="5934"/>
                      <a:pt x="2661" y="5934"/>
                    </a:cubicBezTo>
                    <a:cubicBezTo>
                      <a:pt x="2738" y="5915"/>
                      <a:pt x="2776" y="5858"/>
                      <a:pt x="2757" y="5800"/>
                    </a:cubicBezTo>
                    <a:cubicBezTo>
                      <a:pt x="2738" y="5647"/>
                      <a:pt x="2700" y="5475"/>
                      <a:pt x="2680" y="5341"/>
                    </a:cubicBezTo>
                    <a:cubicBezTo>
                      <a:pt x="2680" y="5284"/>
                      <a:pt x="2642" y="5245"/>
                      <a:pt x="2566" y="5245"/>
                    </a:cubicBezTo>
                    <a:close/>
                    <a:moveTo>
                      <a:pt x="2123" y="6102"/>
                    </a:moveTo>
                    <a:cubicBezTo>
                      <a:pt x="2112" y="6102"/>
                      <a:pt x="2100" y="6103"/>
                      <a:pt x="2087" y="6107"/>
                    </a:cubicBezTo>
                    <a:cubicBezTo>
                      <a:pt x="1915" y="6126"/>
                      <a:pt x="1781" y="6202"/>
                      <a:pt x="1609" y="6279"/>
                    </a:cubicBezTo>
                    <a:cubicBezTo>
                      <a:pt x="1551" y="6317"/>
                      <a:pt x="1532" y="6394"/>
                      <a:pt x="1551" y="6432"/>
                    </a:cubicBezTo>
                    <a:cubicBezTo>
                      <a:pt x="1551" y="6490"/>
                      <a:pt x="1609" y="6509"/>
                      <a:pt x="1647" y="6509"/>
                    </a:cubicBezTo>
                    <a:cubicBezTo>
                      <a:pt x="1685" y="6509"/>
                      <a:pt x="1704" y="6509"/>
                      <a:pt x="1704" y="6490"/>
                    </a:cubicBezTo>
                    <a:cubicBezTo>
                      <a:pt x="1838" y="6432"/>
                      <a:pt x="1991" y="6375"/>
                      <a:pt x="2125" y="6336"/>
                    </a:cubicBezTo>
                    <a:cubicBezTo>
                      <a:pt x="2202" y="6317"/>
                      <a:pt x="2259" y="6279"/>
                      <a:pt x="2221" y="6202"/>
                    </a:cubicBezTo>
                    <a:cubicBezTo>
                      <a:pt x="2205" y="6139"/>
                      <a:pt x="2176" y="6102"/>
                      <a:pt x="2123" y="6102"/>
                    </a:cubicBezTo>
                    <a:close/>
                    <a:moveTo>
                      <a:pt x="2585" y="6049"/>
                    </a:moveTo>
                    <a:cubicBezTo>
                      <a:pt x="2546" y="6049"/>
                      <a:pt x="2470" y="6126"/>
                      <a:pt x="2470" y="6164"/>
                    </a:cubicBezTo>
                    <a:cubicBezTo>
                      <a:pt x="2470" y="6222"/>
                      <a:pt x="2508" y="6298"/>
                      <a:pt x="2585" y="6298"/>
                    </a:cubicBezTo>
                    <a:cubicBezTo>
                      <a:pt x="2642" y="6317"/>
                      <a:pt x="2661" y="6317"/>
                      <a:pt x="2700" y="6317"/>
                    </a:cubicBezTo>
                    <a:cubicBezTo>
                      <a:pt x="2757" y="6470"/>
                      <a:pt x="2834" y="6604"/>
                      <a:pt x="2891" y="6758"/>
                    </a:cubicBezTo>
                    <a:cubicBezTo>
                      <a:pt x="2891" y="6796"/>
                      <a:pt x="2948" y="6815"/>
                      <a:pt x="2987" y="6815"/>
                    </a:cubicBezTo>
                    <a:lnTo>
                      <a:pt x="3044" y="6815"/>
                    </a:lnTo>
                    <a:cubicBezTo>
                      <a:pt x="3082" y="6777"/>
                      <a:pt x="3121" y="6700"/>
                      <a:pt x="3082" y="6643"/>
                    </a:cubicBezTo>
                    <a:cubicBezTo>
                      <a:pt x="3044" y="6585"/>
                      <a:pt x="2987" y="6490"/>
                      <a:pt x="2968" y="6413"/>
                    </a:cubicBezTo>
                    <a:lnTo>
                      <a:pt x="2987" y="6413"/>
                    </a:lnTo>
                    <a:cubicBezTo>
                      <a:pt x="3005" y="6417"/>
                      <a:pt x="3023" y="6420"/>
                      <a:pt x="3040" y="6420"/>
                    </a:cubicBezTo>
                    <a:cubicBezTo>
                      <a:pt x="3096" y="6420"/>
                      <a:pt x="3144" y="6395"/>
                      <a:pt x="3159" y="6336"/>
                    </a:cubicBezTo>
                    <a:cubicBezTo>
                      <a:pt x="3178" y="6260"/>
                      <a:pt x="3159" y="6202"/>
                      <a:pt x="3082" y="6164"/>
                    </a:cubicBezTo>
                    <a:cubicBezTo>
                      <a:pt x="2929" y="6107"/>
                      <a:pt x="2757" y="6068"/>
                      <a:pt x="2585" y="6049"/>
                    </a:cubicBezTo>
                    <a:close/>
                    <a:moveTo>
                      <a:pt x="1269" y="6531"/>
                    </a:moveTo>
                    <a:cubicBezTo>
                      <a:pt x="1245" y="6531"/>
                      <a:pt x="1223" y="6542"/>
                      <a:pt x="1207" y="6566"/>
                    </a:cubicBezTo>
                    <a:cubicBezTo>
                      <a:pt x="1073" y="6662"/>
                      <a:pt x="958" y="6777"/>
                      <a:pt x="843" y="6891"/>
                    </a:cubicBezTo>
                    <a:cubicBezTo>
                      <a:pt x="786" y="6949"/>
                      <a:pt x="786" y="7006"/>
                      <a:pt x="843" y="7064"/>
                    </a:cubicBezTo>
                    <a:cubicBezTo>
                      <a:pt x="862" y="7083"/>
                      <a:pt x="881" y="7083"/>
                      <a:pt x="900" y="7083"/>
                    </a:cubicBezTo>
                    <a:cubicBezTo>
                      <a:pt x="939" y="7083"/>
                      <a:pt x="958" y="7083"/>
                      <a:pt x="1015" y="7064"/>
                    </a:cubicBezTo>
                    <a:cubicBezTo>
                      <a:pt x="1111" y="6949"/>
                      <a:pt x="1226" y="6853"/>
                      <a:pt x="1341" y="6758"/>
                    </a:cubicBezTo>
                    <a:cubicBezTo>
                      <a:pt x="1398" y="6700"/>
                      <a:pt x="1417" y="6624"/>
                      <a:pt x="1360" y="6585"/>
                    </a:cubicBezTo>
                    <a:cubicBezTo>
                      <a:pt x="1337" y="6552"/>
                      <a:pt x="1302" y="6531"/>
                      <a:pt x="1269" y="6531"/>
                    </a:cubicBezTo>
                    <a:close/>
                    <a:moveTo>
                      <a:pt x="3436" y="6480"/>
                    </a:moveTo>
                    <a:cubicBezTo>
                      <a:pt x="3408" y="6480"/>
                      <a:pt x="3379" y="6490"/>
                      <a:pt x="3350" y="6509"/>
                    </a:cubicBezTo>
                    <a:cubicBezTo>
                      <a:pt x="3293" y="6566"/>
                      <a:pt x="3293" y="6624"/>
                      <a:pt x="3350" y="6681"/>
                    </a:cubicBezTo>
                    <a:cubicBezTo>
                      <a:pt x="3446" y="6777"/>
                      <a:pt x="3523" y="6911"/>
                      <a:pt x="3561" y="7045"/>
                    </a:cubicBezTo>
                    <a:cubicBezTo>
                      <a:pt x="3599" y="7083"/>
                      <a:pt x="3637" y="7102"/>
                      <a:pt x="3695" y="7102"/>
                    </a:cubicBezTo>
                    <a:lnTo>
                      <a:pt x="3733" y="7102"/>
                    </a:lnTo>
                    <a:cubicBezTo>
                      <a:pt x="3791" y="7083"/>
                      <a:pt x="3829" y="7045"/>
                      <a:pt x="3810" y="6968"/>
                    </a:cubicBezTo>
                    <a:cubicBezTo>
                      <a:pt x="3733" y="6796"/>
                      <a:pt x="3637" y="6624"/>
                      <a:pt x="3523" y="6509"/>
                    </a:cubicBezTo>
                    <a:cubicBezTo>
                      <a:pt x="3494" y="6490"/>
                      <a:pt x="3465" y="6480"/>
                      <a:pt x="3436" y="6480"/>
                    </a:cubicBezTo>
                    <a:close/>
                    <a:moveTo>
                      <a:pt x="3244" y="6986"/>
                    </a:moveTo>
                    <a:cubicBezTo>
                      <a:pt x="3221" y="6986"/>
                      <a:pt x="3198" y="6993"/>
                      <a:pt x="3178" y="7006"/>
                    </a:cubicBezTo>
                    <a:cubicBezTo>
                      <a:pt x="3140" y="7064"/>
                      <a:pt x="3121" y="7140"/>
                      <a:pt x="3159" y="7179"/>
                    </a:cubicBezTo>
                    <a:cubicBezTo>
                      <a:pt x="3274" y="7332"/>
                      <a:pt x="3446" y="7485"/>
                      <a:pt x="3618" y="7523"/>
                    </a:cubicBezTo>
                    <a:cubicBezTo>
                      <a:pt x="3657" y="7523"/>
                      <a:pt x="3733" y="7466"/>
                      <a:pt x="3752" y="7389"/>
                    </a:cubicBezTo>
                    <a:cubicBezTo>
                      <a:pt x="3752" y="7351"/>
                      <a:pt x="3714" y="7274"/>
                      <a:pt x="3637" y="7274"/>
                    </a:cubicBezTo>
                    <a:cubicBezTo>
                      <a:pt x="3618" y="7274"/>
                      <a:pt x="3523" y="7236"/>
                      <a:pt x="3350" y="7045"/>
                    </a:cubicBezTo>
                    <a:cubicBezTo>
                      <a:pt x="3326" y="7008"/>
                      <a:pt x="3285" y="6986"/>
                      <a:pt x="3244" y="6986"/>
                    </a:cubicBezTo>
                    <a:close/>
                    <a:moveTo>
                      <a:pt x="626" y="7201"/>
                    </a:moveTo>
                    <a:cubicBezTo>
                      <a:pt x="591" y="7201"/>
                      <a:pt x="551" y="7222"/>
                      <a:pt x="518" y="7255"/>
                    </a:cubicBezTo>
                    <a:cubicBezTo>
                      <a:pt x="498" y="7293"/>
                      <a:pt x="479" y="7332"/>
                      <a:pt x="460" y="7351"/>
                    </a:cubicBezTo>
                    <a:cubicBezTo>
                      <a:pt x="364" y="7466"/>
                      <a:pt x="288" y="7561"/>
                      <a:pt x="230" y="7676"/>
                    </a:cubicBezTo>
                    <a:cubicBezTo>
                      <a:pt x="211" y="7753"/>
                      <a:pt x="230" y="7829"/>
                      <a:pt x="288" y="7849"/>
                    </a:cubicBezTo>
                    <a:cubicBezTo>
                      <a:pt x="288" y="7868"/>
                      <a:pt x="307" y="7868"/>
                      <a:pt x="345" y="7868"/>
                    </a:cubicBezTo>
                    <a:cubicBezTo>
                      <a:pt x="384" y="7868"/>
                      <a:pt x="403" y="7849"/>
                      <a:pt x="460" y="7772"/>
                    </a:cubicBezTo>
                    <a:cubicBezTo>
                      <a:pt x="498" y="7657"/>
                      <a:pt x="575" y="7561"/>
                      <a:pt x="652" y="7466"/>
                    </a:cubicBezTo>
                    <a:lnTo>
                      <a:pt x="709" y="7389"/>
                    </a:lnTo>
                    <a:cubicBezTo>
                      <a:pt x="766" y="7351"/>
                      <a:pt x="747" y="7274"/>
                      <a:pt x="690" y="7236"/>
                    </a:cubicBezTo>
                    <a:cubicBezTo>
                      <a:pt x="674" y="7212"/>
                      <a:pt x="651" y="7201"/>
                      <a:pt x="626" y="7201"/>
                    </a:cubicBezTo>
                    <a:close/>
                    <a:moveTo>
                      <a:pt x="192" y="8040"/>
                    </a:moveTo>
                    <a:cubicBezTo>
                      <a:pt x="116" y="8040"/>
                      <a:pt x="77" y="8059"/>
                      <a:pt x="58" y="8136"/>
                    </a:cubicBezTo>
                    <a:cubicBezTo>
                      <a:pt x="20" y="8308"/>
                      <a:pt x="1" y="8442"/>
                      <a:pt x="1" y="8595"/>
                    </a:cubicBezTo>
                    <a:lnTo>
                      <a:pt x="1" y="8672"/>
                    </a:lnTo>
                    <a:cubicBezTo>
                      <a:pt x="1" y="8729"/>
                      <a:pt x="58" y="8786"/>
                      <a:pt x="116" y="8786"/>
                    </a:cubicBezTo>
                    <a:cubicBezTo>
                      <a:pt x="192" y="8786"/>
                      <a:pt x="250" y="8729"/>
                      <a:pt x="250" y="8614"/>
                    </a:cubicBezTo>
                    <a:lnTo>
                      <a:pt x="250" y="8576"/>
                    </a:lnTo>
                    <a:cubicBezTo>
                      <a:pt x="250" y="8442"/>
                      <a:pt x="269" y="8308"/>
                      <a:pt x="288" y="8193"/>
                    </a:cubicBezTo>
                    <a:cubicBezTo>
                      <a:pt x="288" y="8116"/>
                      <a:pt x="269" y="8059"/>
                      <a:pt x="192" y="8040"/>
                    </a:cubicBezTo>
                    <a:close/>
                    <a:moveTo>
                      <a:pt x="177" y="9012"/>
                    </a:moveTo>
                    <a:cubicBezTo>
                      <a:pt x="170" y="9012"/>
                      <a:pt x="162" y="9013"/>
                      <a:pt x="154" y="9016"/>
                    </a:cubicBezTo>
                    <a:cubicBezTo>
                      <a:pt x="96" y="9054"/>
                      <a:pt x="58" y="9093"/>
                      <a:pt x="77" y="9169"/>
                    </a:cubicBezTo>
                    <a:cubicBezTo>
                      <a:pt x="116" y="9303"/>
                      <a:pt x="192" y="9475"/>
                      <a:pt x="269" y="9629"/>
                    </a:cubicBezTo>
                    <a:cubicBezTo>
                      <a:pt x="269" y="9667"/>
                      <a:pt x="307" y="9686"/>
                      <a:pt x="364" y="9686"/>
                    </a:cubicBezTo>
                    <a:lnTo>
                      <a:pt x="403" y="9686"/>
                    </a:lnTo>
                    <a:cubicBezTo>
                      <a:pt x="460" y="9648"/>
                      <a:pt x="479" y="9571"/>
                      <a:pt x="460" y="9533"/>
                    </a:cubicBezTo>
                    <a:cubicBezTo>
                      <a:pt x="384" y="9380"/>
                      <a:pt x="345" y="9246"/>
                      <a:pt x="288" y="9093"/>
                    </a:cubicBezTo>
                    <a:cubicBezTo>
                      <a:pt x="271" y="9060"/>
                      <a:pt x="226" y="9012"/>
                      <a:pt x="177" y="9012"/>
                    </a:cubicBezTo>
                    <a:close/>
                    <a:moveTo>
                      <a:pt x="608" y="9858"/>
                    </a:moveTo>
                    <a:cubicBezTo>
                      <a:pt x="588" y="9858"/>
                      <a:pt x="569" y="9864"/>
                      <a:pt x="556" y="9877"/>
                    </a:cubicBezTo>
                    <a:cubicBezTo>
                      <a:pt x="498" y="9935"/>
                      <a:pt x="479" y="10011"/>
                      <a:pt x="537" y="10050"/>
                    </a:cubicBezTo>
                    <a:cubicBezTo>
                      <a:pt x="632" y="10165"/>
                      <a:pt x="728" y="10318"/>
                      <a:pt x="843" y="10432"/>
                    </a:cubicBezTo>
                    <a:cubicBezTo>
                      <a:pt x="862" y="10452"/>
                      <a:pt x="900" y="10490"/>
                      <a:pt x="939" y="10490"/>
                    </a:cubicBezTo>
                    <a:cubicBezTo>
                      <a:pt x="958" y="10490"/>
                      <a:pt x="977" y="10452"/>
                      <a:pt x="1015" y="10432"/>
                    </a:cubicBezTo>
                    <a:cubicBezTo>
                      <a:pt x="1053" y="10394"/>
                      <a:pt x="1053" y="10318"/>
                      <a:pt x="1015" y="10260"/>
                    </a:cubicBezTo>
                    <a:lnTo>
                      <a:pt x="728" y="9916"/>
                    </a:lnTo>
                    <a:cubicBezTo>
                      <a:pt x="691" y="9879"/>
                      <a:pt x="646" y="9858"/>
                      <a:pt x="608" y="9858"/>
                    </a:cubicBezTo>
                    <a:close/>
                    <a:moveTo>
                      <a:pt x="1262" y="10595"/>
                    </a:moveTo>
                    <a:cubicBezTo>
                      <a:pt x="1231" y="10595"/>
                      <a:pt x="1197" y="10605"/>
                      <a:pt x="1168" y="10624"/>
                    </a:cubicBezTo>
                    <a:cubicBezTo>
                      <a:pt x="1130" y="10662"/>
                      <a:pt x="1130" y="10739"/>
                      <a:pt x="1168" y="10796"/>
                    </a:cubicBezTo>
                    <a:cubicBezTo>
                      <a:pt x="1302" y="10911"/>
                      <a:pt x="1436" y="11007"/>
                      <a:pt x="1551" y="11102"/>
                    </a:cubicBezTo>
                    <a:cubicBezTo>
                      <a:pt x="1570" y="11122"/>
                      <a:pt x="1609" y="11122"/>
                      <a:pt x="1628" y="11122"/>
                    </a:cubicBezTo>
                    <a:cubicBezTo>
                      <a:pt x="1685" y="11122"/>
                      <a:pt x="1704" y="11102"/>
                      <a:pt x="1723" y="11083"/>
                    </a:cubicBezTo>
                    <a:cubicBezTo>
                      <a:pt x="1781" y="11026"/>
                      <a:pt x="1743" y="10949"/>
                      <a:pt x="1704" y="10911"/>
                    </a:cubicBezTo>
                    <a:cubicBezTo>
                      <a:pt x="1589" y="10834"/>
                      <a:pt x="1455" y="10720"/>
                      <a:pt x="1341" y="10624"/>
                    </a:cubicBezTo>
                    <a:cubicBezTo>
                      <a:pt x="1321" y="10605"/>
                      <a:pt x="1293" y="10595"/>
                      <a:pt x="1262" y="1059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4" name="Google Shape;714;p27"/>
          <p:cNvGrpSpPr/>
          <p:nvPr/>
        </p:nvGrpSpPr>
        <p:grpSpPr>
          <a:xfrm>
            <a:off x="316645" y="223100"/>
            <a:ext cx="437317" cy="1921984"/>
            <a:chOff x="8466795" y="2815800"/>
            <a:chExt cx="437317" cy="1921984"/>
          </a:xfrm>
        </p:grpSpPr>
        <p:grpSp>
          <p:nvGrpSpPr>
            <p:cNvPr id="715" name="Google Shape;715;p27"/>
            <p:cNvGrpSpPr/>
            <p:nvPr/>
          </p:nvGrpSpPr>
          <p:grpSpPr>
            <a:xfrm>
              <a:off x="8466795" y="4606284"/>
              <a:ext cx="128153" cy="131499"/>
              <a:chOff x="8037720" y="3987834"/>
              <a:chExt cx="128153" cy="131499"/>
            </a:xfrm>
          </p:grpSpPr>
          <p:sp>
            <p:nvSpPr>
              <p:cNvPr id="716" name="Google Shape;716;p27"/>
              <p:cNvSpPr/>
              <p:nvPr/>
            </p:nvSpPr>
            <p:spPr>
              <a:xfrm>
                <a:off x="8037720" y="3987834"/>
                <a:ext cx="128153" cy="131499"/>
              </a:xfrm>
              <a:custGeom>
                <a:rect b="b" l="l" r="r" t="t"/>
                <a:pathLst>
                  <a:path extrusionOk="0" h="2240" w="2183">
                    <a:moveTo>
                      <a:pt x="1168" y="1"/>
                    </a:moveTo>
                    <a:cubicBezTo>
                      <a:pt x="1110" y="1"/>
                      <a:pt x="1053" y="39"/>
                      <a:pt x="1053" y="115"/>
                    </a:cubicBezTo>
                    <a:lnTo>
                      <a:pt x="1053" y="785"/>
                    </a:lnTo>
                    <a:lnTo>
                      <a:pt x="632" y="326"/>
                    </a:lnTo>
                    <a:cubicBezTo>
                      <a:pt x="603" y="297"/>
                      <a:pt x="570" y="283"/>
                      <a:pt x="538" y="283"/>
                    </a:cubicBezTo>
                    <a:cubicBezTo>
                      <a:pt x="507" y="283"/>
                      <a:pt x="479" y="297"/>
                      <a:pt x="460" y="326"/>
                    </a:cubicBezTo>
                    <a:cubicBezTo>
                      <a:pt x="402" y="383"/>
                      <a:pt x="402" y="441"/>
                      <a:pt x="460" y="498"/>
                    </a:cubicBezTo>
                    <a:lnTo>
                      <a:pt x="919" y="977"/>
                    </a:lnTo>
                    <a:lnTo>
                      <a:pt x="115" y="977"/>
                    </a:lnTo>
                    <a:cubicBezTo>
                      <a:pt x="58" y="977"/>
                      <a:pt x="0" y="1015"/>
                      <a:pt x="0" y="1092"/>
                    </a:cubicBezTo>
                    <a:cubicBezTo>
                      <a:pt x="0" y="1168"/>
                      <a:pt x="58" y="1206"/>
                      <a:pt x="115" y="1206"/>
                    </a:cubicBezTo>
                    <a:lnTo>
                      <a:pt x="861" y="1206"/>
                    </a:lnTo>
                    <a:lnTo>
                      <a:pt x="287" y="1589"/>
                    </a:lnTo>
                    <a:cubicBezTo>
                      <a:pt x="249" y="1647"/>
                      <a:pt x="211" y="1723"/>
                      <a:pt x="268" y="1761"/>
                    </a:cubicBezTo>
                    <a:cubicBezTo>
                      <a:pt x="287" y="1781"/>
                      <a:pt x="306" y="1819"/>
                      <a:pt x="364" y="1819"/>
                    </a:cubicBezTo>
                    <a:cubicBezTo>
                      <a:pt x="383" y="1819"/>
                      <a:pt x="402" y="1819"/>
                      <a:pt x="440" y="1781"/>
                    </a:cubicBezTo>
                    <a:lnTo>
                      <a:pt x="1053" y="1360"/>
                    </a:lnTo>
                    <a:lnTo>
                      <a:pt x="1053" y="2125"/>
                    </a:lnTo>
                    <a:cubicBezTo>
                      <a:pt x="1053" y="2202"/>
                      <a:pt x="1110" y="2240"/>
                      <a:pt x="1168" y="2240"/>
                    </a:cubicBezTo>
                    <a:cubicBezTo>
                      <a:pt x="1225" y="2240"/>
                      <a:pt x="1302" y="2202"/>
                      <a:pt x="1302" y="2125"/>
                    </a:cubicBezTo>
                    <a:lnTo>
                      <a:pt x="1302" y="1379"/>
                    </a:lnTo>
                    <a:lnTo>
                      <a:pt x="1723" y="1838"/>
                    </a:lnTo>
                    <a:cubicBezTo>
                      <a:pt x="1742" y="1857"/>
                      <a:pt x="1799" y="1876"/>
                      <a:pt x="1818" y="1876"/>
                    </a:cubicBezTo>
                    <a:cubicBezTo>
                      <a:pt x="1838" y="1876"/>
                      <a:pt x="1876" y="1876"/>
                      <a:pt x="1895" y="1838"/>
                    </a:cubicBezTo>
                    <a:cubicBezTo>
                      <a:pt x="1933" y="1781"/>
                      <a:pt x="1933" y="1723"/>
                      <a:pt x="1895" y="1666"/>
                    </a:cubicBezTo>
                    <a:lnTo>
                      <a:pt x="1436" y="1187"/>
                    </a:lnTo>
                    <a:lnTo>
                      <a:pt x="2067" y="1187"/>
                    </a:lnTo>
                    <a:cubicBezTo>
                      <a:pt x="2125" y="1187"/>
                      <a:pt x="2182" y="1149"/>
                      <a:pt x="2182" y="1072"/>
                    </a:cubicBezTo>
                    <a:cubicBezTo>
                      <a:pt x="2182" y="996"/>
                      <a:pt x="2125" y="958"/>
                      <a:pt x="2067" y="958"/>
                    </a:cubicBezTo>
                    <a:lnTo>
                      <a:pt x="1627" y="958"/>
                    </a:lnTo>
                    <a:lnTo>
                      <a:pt x="2086" y="632"/>
                    </a:lnTo>
                    <a:cubicBezTo>
                      <a:pt x="2125" y="594"/>
                      <a:pt x="2163" y="517"/>
                      <a:pt x="2106" y="479"/>
                    </a:cubicBezTo>
                    <a:cubicBezTo>
                      <a:pt x="2081" y="442"/>
                      <a:pt x="2040" y="421"/>
                      <a:pt x="1999" y="421"/>
                    </a:cubicBezTo>
                    <a:cubicBezTo>
                      <a:pt x="1976" y="421"/>
                      <a:pt x="1954" y="427"/>
                      <a:pt x="1933" y="441"/>
                    </a:cubicBezTo>
                    <a:lnTo>
                      <a:pt x="1302" y="900"/>
                    </a:lnTo>
                    <a:lnTo>
                      <a:pt x="1302" y="115"/>
                    </a:lnTo>
                    <a:cubicBezTo>
                      <a:pt x="1302" y="39"/>
                      <a:pt x="1244" y="1"/>
                      <a:pt x="1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7"/>
              <p:cNvSpPr/>
              <p:nvPr/>
            </p:nvSpPr>
            <p:spPr>
              <a:xfrm>
                <a:off x="8050049" y="4012490"/>
                <a:ext cx="114710" cy="82128"/>
              </a:xfrm>
              <a:custGeom>
                <a:rect b="b" l="l" r="r" t="t"/>
                <a:pathLst>
                  <a:path extrusionOk="0" h="1399" w="1954">
                    <a:moveTo>
                      <a:pt x="1789" y="1"/>
                    </a:moveTo>
                    <a:cubicBezTo>
                      <a:pt x="1766" y="1"/>
                      <a:pt x="1744" y="7"/>
                      <a:pt x="1723" y="21"/>
                    </a:cubicBezTo>
                    <a:lnTo>
                      <a:pt x="77" y="1169"/>
                    </a:lnTo>
                    <a:cubicBezTo>
                      <a:pt x="39" y="1227"/>
                      <a:pt x="1" y="1284"/>
                      <a:pt x="58" y="1341"/>
                    </a:cubicBezTo>
                    <a:cubicBezTo>
                      <a:pt x="77" y="1361"/>
                      <a:pt x="96" y="1399"/>
                      <a:pt x="154" y="1399"/>
                    </a:cubicBezTo>
                    <a:cubicBezTo>
                      <a:pt x="173" y="1399"/>
                      <a:pt x="192" y="1399"/>
                      <a:pt x="230" y="1361"/>
                    </a:cubicBezTo>
                    <a:lnTo>
                      <a:pt x="1876" y="212"/>
                    </a:lnTo>
                    <a:cubicBezTo>
                      <a:pt x="1915" y="174"/>
                      <a:pt x="1953" y="97"/>
                      <a:pt x="1896" y="59"/>
                    </a:cubicBezTo>
                    <a:cubicBezTo>
                      <a:pt x="1871" y="22"/>
                      <a:pt x="1830" y="1"/>
                      <a:pt x="1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7"/>
              <p:cNvSpPr/>
              <p:nvPr/>
            </p:nvSpPr>
            <p:spPr>
              <a:xfrm>
                <a:off x="8061320" y="4004389"/>
                <a:ext cx="89936" cy="93634"/>
              </a:xfrm>
              <a:custGeom>
                <a:rect b="b" l="l" r="r" t="t"/>
                <a:pathLst>
                  <a:path extrusionOk="0" h="1595" w="1532">
                    <a:moveTo>
                      <a:pt x="136" y="1"/>
                    </a:moveTo>
                    <a:cubicBezTo>
                      <a:pt x="105" y="1"/>
                      <a:pt x="77" y="15"/>
                      <a:pt x="58" y="44"/>
                    </a:cubicBezTo>
                    <a:cubicBezTo>
                      <a:pt x="0" y="82"/>
                      <a:pt x="0" y="159"/>
                      <a:pt x="58" y="216"/>
                    </a:cubicBezTo>
                    <a:lnTo>
                      <a:pt x="1321" y="1556"/>
                    </a:lnTo>
                    <a:cubicBezTo>
                      <a:pt x="1340" y="1575"/>
                      <a:pt x="1397" y="1594"/>
                      <a:pt x="1416" y="1594"/>
                    </a:cubicBezTo>
                    <a:cubicBezTo>
                      <a:pt x="1436" y="1594"/>
                      <a:pt x="1474" y="1594"/>
                      <a:pt x="1493" y="1556"/>
                    </a:cubicBezTo>
                    <a:cubicBezTo>
                      <a:pt x="1531" y="1499"/>
                      <a:pt x="1531" y="1422"/>
                      <a:pt x="1493" y="1384"/>
                    </a:cubicBezTo>
                    <a:lnTo>
                      <a:pt x="230" y="44"/>
                    </a:lnTo>
                    <a:cubicBezTo>
                      <a:pt x="201" y="15"/>
                      <a:pt x="168" y="1"/>
                      <a:pt x="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7"/>
              <p:cNvSpPr/>
              <p:nvPr/>
            </p:nvSpPr>
            <p:spPr>
              <a:xfrm>
                <a:off x="8037720" y="4044015"/>
                <a:ext cx="128153" cy="14676"/>
              </a:xfrm>
              <a:custGeom>
                <a:rect b="b" l="l" r="r" t="t"/>
                <a:pathLst>
                  <a:path extrusionOk="0" h="250" w="2183">
                    <a:moveTo>
                      <a:pt x="2067" y="1"/>
                    </a:moveTo>
                    <a:lnTo>
                      <a:pt x="115" y="20"/>
                    </a:lnTo>
                    <a:cubicBezTo>
                      <a:pt x="58" y="20"/>
                      <a:pt x="0" y="58"/>
                      <a:pt x="0" y="135"/>
                    </a:cubicBezTo>
                    <a:cubicBezTo>
                      <a:pt x="0" y="211"/>
                      <a:pt x="58" y="249"/>
                      <a:pt x="115" y="249"/>
                    </a:cubicBezTo>
                    <a:lnTo>
                      <a:pt x="2067" y="230"/>
                    </a:lnTo>
                    <a:cubicBezTo>
                      <a:pt x="2125" y="230"/>
                      <a:pt x="2182" y="173"/>
                      <a:pt x="2182" y="115"/>
                    </a:cubicBezTo>
                    <a:cubicBezTo>
                      <a:pt x="2182" y="39"/>
                      <a:pt x="2125"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0" name="Google Shape;720;p27"/>
            <p:cNvSpPr/>
            <p:nvPr/>
          </p:nvSpPr>
          <p:spPr>
            <a:xfrm>
              <a:off x="8515199" y="3270235"/>
              <a:ext cx="98918" cy="96687"/>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7"/>
            <p:cNvSpPr/>
            <p:nvPr/>
          </p:nvSpPr>
          <p:spPr>
            <a:xfrm>
              <a:off x="8688313" y="2815800"/>
              <a:ext cx="215800" cy="213627"/>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7"/>
            <p:cNvSpPr/>
            <p:nvPr/>
          </p:nvSpPr>
          <p:spPr>
            <a:xfrm>
              <a:off x="8744658" y="4029962"/>
              <a:ext cx="156214" cy="157388"/>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b" bIns="0" lIns="0" spcFirstLastPara="1" rIns="0" wrap="square" tIns="0">
            <a:noAutofit/>
          </a:bodyPr>
          <a:lstStyle>
            <a:lvl1pPr lvl="0">
              <a:spcBef>
                <a:spcPts val="0"/>
              </a:spcBef>
              <a:spcAft>
                <a:spcPts val="0"/>
              </a:spcAft>
              <a:buClr>
                <a:schemeClr val="accent1"/>
              </a:buClr>
              <a:buSzPts val="2800"/>
              <a:buFont typeface="Grandstander Black"/>
              <a:buNone/>
              <a:defRPr sz="2800">
                <a:solidFill>
                  <a:schemeClr val="accent1"/>
                </a:solidFill>
                <a:latin typeface="Grandstander Black"/>
                <a:ea typeface="Grandstander Black"/>
                <a:cs typeface="Grandstander Black"/>
                <a:sym typeface="Grandstander Black"/>
              </a:defRPr>
            </a:lvl1pPr>
            <a:lvl2pPr lvl="1">
              <a:spcBef>
                <a:spcPts val="0"/>
              </a:spcBef>
              <a:spcAft>
                <a:spcPts val="0"/>
              </a:spcAft>
              <a:buClr>
                <a:schemeClr val="accent1"/>
              </a:buClr>
              <a:buSzPts val="2800"/>
              <a:buFont typeface="Grandstander Black"/>
              <a:buNone/>
              <a:defRPr sz="2800">
                <a:solidFill>
                  <a:schemeClr val="accent1"/>
                </a:solidFill>
                <a:latin typeface="Grandstander Black"/>
                <a:ea typeface="Grandstander Black"/>
                <a:cs typeface="Grandstander Black"/>
                <a:sym typeface="Grandstander Black"/>
              </a:defRPr>
            </a:lvl2pPr>
            <a:lvl3pPr lvl="2">
              <a:spcBef>
                <a:spcPts val="0"/>
              </a:spcBef>
              <a:spcAft>
                <a:spcPts val="0"/>
              </a:spcAft>
              <a:buClr>
                <a:schemeClr val="accent1"/>
              </a:buClr>
              <a:buSzPts val="2800"/>
              <a:buFont typeface="Grandstander Black"/>
              <a:buNone/>
              <a:defRPr sz="2800">
                <a:solidFill>
                  <a:schemeClr val="accent1"/>
                </a:solidFill>
                <a:latin typeface="Grandstander Black"/>
                <a:ea typeface="Grandstander Black"/>
                <a:cs typeface="Grandstander Black"/>
                <a:sym typeface="Grandstander Black"/>
              </a:defRPr>
            </a:lvl3pPr>
            <a:lvl4pPr lvl="3">
              <a:spcBef>
                <a:spcPts val="0"/>
              </a:spcBef>
              <a:spcAft>
                <a:spcPts val="0"/>
              </a:spcAft>
              <a:buClr>
                <a:schemeClr val="accent1"/>
              </a:buClr>
              <a:buSzPts val="2800"/>
              <a:buFont typeface="Grandstander Black"/>
              <a:buNone/>
              <a:defRPr sz="2800">
                <a:solidFill>
                  <a:schemeClr val="accent1"/>
                </a:solidFill>
                <a:latin typeface="Grandstander Black"/>
                <a:ea typeface="Grandstander Black"/>
                <a:cs typeface="Grandstander Black"/>
                <a:sym typeface="Grandstander Black"/>
              </a:defRPr>
            </a:lvl4pPr>
            <a:lvl5pPr lvl="4">
              <a:spcBef>
                <a:spcPts val="0"/>
              </a:spcBef>
              <a:spcAft>
                <a:spcPts val="0"/>
              </a:spcAft>
              <a:buClr>
                <a:schemeClr val="accent1"/>
              </a:buClr>
              <a:buSzPts val="2800"/>
              <a:buFont typeface="Grandstander Black"/>
              <a:buNone/>
              <a:defRPr sz="2800">
                <a:solidFill>
                  <a:schemeClr val="accent1"/>
                </a:solidFill>
                <a:latin typeface="Grandstander Black"/>
                <a:ea typeface="Grandstander Black"/>
                <a:cs typeface="Grandstander Black"/>
                <a:sym typeface="Grandstander Black"/>
              </a:defRPr>
            </a:lvl5pPr>
            <a:lvl6pPr lvl="5">
              <a:spcBef>
                <a:spcPts val="0"/>
              </a:spcBef>
              <a:spcAft>
                <a:spcPts val="0"/>
              </a:spcAft>
              <a:buClr>
                <a:schemeClr val="accent1"/>
              </a:buClr>
              <a:buSzPts val="2800"/>
              <a:buFont typeface="Grandstander Black"/>
              <a:buNone/>
              <a:defRPr sz="2800">
                <a:solidFill>
                  <a:schemeClr val="accent1"/>
                </a:solidFill>
                <a:latin typeface="Grandstander Black"/>
                <a:ea typeface="Grandstander Black"/>
                <a:cs typeface="Grandstander Black"/>
                <a:sym typeface="Grandstander Black"/>
              </a:defRPr>
            </a:lvl6pPr>
            <a:lvl7pPr lvl="6">
              <a:spcBef>
                <a:spcPts val="0"/>
              </a:spcBef>
              <a:spcAft>
                <a:spcPts val="0"/>
              </a:spcAft>
              <a:buClr>
                <a:schemeClr val="accent1"/>
              </a:buClr>
              <a:buSzPts val="2800"/>
              <a:buFont typeface="Grandstander Black"/>
              <a:buNone/>
              <a:defRPr sz="2800">
                <a:solidFill>
                  <a:schemeClr val="accent1"/>
                </a:solidFill>
                <a:latin typeface="Grandstander Black"/>
                <a:ea typeface="Grandstander Black"/>
                <a:cs typeface="Grandstander Black"/>
                <a:sym typeface="Grandstander Black"/>
              </a:defRPr>
            </a:lvl7pPr>
            <a:lvl8pPr lvl="7">
              <a:spcBef>
                <a:spcPts val="0"/>
              </a:spcBef>
              <a:spcAft>
                <a:spcPts val="0"/>
              </a:spcAft>
              <a:buClr>
                <a:schemeClr val="accent1"/>
              </a:buClr>
              <a:buSzPts val="2800"/>
              <a:buFont typeface="Grandstander Black"/>
              <a:buNone/>
              <a:defRPr sz="2800">
                <a:solidFill>
                  <a:schemeClr val="accent1"/>
                </a:solidFill>
                <a:latin typeface="Grandstander Black"/>
                <a:ea typeface="Grandstander Black"/>
                <a:cs typeface="Grandstander Black"/>
                <a:sym typeface="Grandstander Black"/>
              </a:defRPr>
            </a:lvl8pPr>
            <a:lvl9pPr lvl="8">
              <a:spcBef>
                <a:spcPts val="0"/>
              </a:spcBef>
              <a:spcAft>
                <a:spcPts val="0"/>
              </a:spcAft>
              <a:buClr>
                <a:schemeClr val="accent1"/>
              </a:buClr>
              <a:buSzPts val="2800"/>
              <a:buFont typeface="Grandstander Black"/>
              <a:buNone/>
              <a:defRPr sz="2800">
                <a:solidFill>
                  <a:schemeClr val="accent1"/>
                </a:solidFill>
                <a:latin typeface="Grandstander Black"/>
                <a:ea typeface="Grandstander Black"/>
                <a:cs typeface="Grandstander Black"/>
                <a:sym typeface="Grandstander Black"/>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0" lIns="0" spcFirstLastPara="1" rIns="0" wrap="square" tIns="0">
            <a:noAutofit/>
          </a:bodyPr>
          <a:lstStyle>
            <a:lvl1pPr indent="-342900" lvl="0" marL="457200">
              <a:lnSpc>
                <a:spcPct val="100000"/>
              </a:lnSpc>
              <a:spcBef>
                <a:spcPts val="0"/>
              </a:spcBef>
              <a:spcAft>
                <a:spcPts val="0"/>
              </a:spcAft>
              <a:buClr>
                <a:schemeClr val="dk1"/>
              </a:buClr>
              <a:buSzPts val="1800"/>
              <a:buFont typeface="Archivo Narrow"/>
              <a:buChar char="●"/>
              <a:defRPr sz="1800">
                <a:solidFill>
                  <a:schemeClr val="dk1"/>
                </a:solidFill>
                <a:latin typeface="Archivo Narrow"/>
                <a:ea typeface="Archivo Narrow"/>
                <a:cs typeface="Archivo Narrow"/>
                <a:sym typeface="Archivo Narrow"/>
              </a:defRPr>
            </a:lvl1pPr>
            <a:lvl2pPr indent="-317500" lvl="1" marL="914400">
              <a:lnSpc>
                <a:spcPct val="115000"/>
              </a:lnSpc>
              <a:spcBef>
                <a:spcPts val="0"/>
              </a:spcBef>
              <a:spcAft>
                <a:spcPts val="0"/>
              </a:spcAft>
              <a:buClr>
                <a:schemeClr val="dk1"/>
              </a:buClr>
              <a:buSzPts val="1400"/>
              <a:buFont typeface="Archivo Narrow"/>
              <a:buChar char="○"/>
              <a:defRPr>
                <a:solidFill>
                  <a:schemeClr val="dk1"/>
                </a:solidFill>
                <a:latin typeface="Archivo Narrow"/>
                <a:ea typeface="Archivo Narrow"/>
                <a:cs typeface="Archivo Narrow"/>
                <a:sym typeface="Archivo Narrow"/>
              </a:defRPr>
            </a:lvl2pPr>
            <a:lvl3pPr indent="-317500" lvl="2" marL="1371600">
              <a:lnSpc>
                <a:spcPct val="115000"/>
              </a:lnSpc>
              <a:spcBef>
                <a:spcPts val="0"/>
              </a:spcBef>
              <a:spcAft>
                <a:spcPts val="0"/>
              </a:spcAft>
              <a:buClr>
                <a:schemeClr val="dk1"/>
              </a:buClr>
              <a:buSzPts val="1400"/>
              <a:buFont typeface="Archivo Narrow"/>
              <a:buChar char="■"/>
              <a:defRPr>
                <a:solidFill>
                  <a:schemeClr val="dk1"/>
                </a:solidFill>
                <a:latin typeface="Archivo Narrow"/>
                <a:ea typeface="Archivo Narrow"/>
                <a:cs typeface="Archivo Narrow"/>
                <a:sym typeface="Archivo Narrow"/>
              </a:defRPr>
            </a:lvl3pPr>
            <a:lvl4pPr indent="-317500" lvl="3" marL="1828800">
              <a:lnSpc>
                <a:spcPct val="115000"/>
              </a:lnSpc>
              <a:spcBef>
                <a:spcPts val="0"/>
              </a:spcBef>
              <a:spcAft>
                <a:spcPts val="0"/>
              </a:spcAft>
              <a:buClr>
                <a:schemeClr val="dk1"/>
              </a:buClr>
              <a:buSzPts val="1400"/>
              <a:buFont typeface="Archivo Narrow"/>
              <a:buChar char="●"/>
              <a:defRPr>
                <a:solidFill>
                  <a:schemeClr val="dk1"/>
                </a:solidFill>
                <a:latin typeface="Archivo Narrow"/>
                <a:ea typeface="Archivo Narrow"/>
                <a:cs typeface="Archivo Narrow"/>
                <a:sym typeface="Archivo Narrow"/>
              </a:defRPr>
            </a:lvl4pPr>
            <a:lvl5pPr indent="-317500" lvl="4" marL="2286000">
              <a:lnSpc>
                <a:spcPct val="115000"/>
              </a:lnSpc>
              <a:spcBef>
                <a:spcPts val="0"/>
              </a:spcBef>
              <a:spcAft>
                <a:spcPts val="0"/>
              </a:spcAft>
              <a:buClr>
                <a:schemeClr val="dk1"/>
              </a:buClr>
              <a:buSzPts val="1400"/>
              <a:buFont typeface="Archivo Narrow"/>
              <a:buChar char="○"/>
              <a:defRPr>
                <a:solidFill>
                  <a:schemeClr val="dk1"/>
                </a:solidFill>
                <a:latin typeface="Archivo Narrow"/>
                <a:ea typeface="Archivo Narrow"/>
                <a:cs typeface="Archivo Narrow"/>
                <a:sym typeface="Archivo Narrow"/>
              </a:defRPr>
            </a:lvl5pPr>
            <a:lvl6pPr indent="-317500" lvl="5" marL="2743200">
              <a:lnSpc>
                <a:spcPct val="115000"/>
              </a:lnSpc>
              <a:spcBef>
                <a:spcPts val="0"/>
              </a:spcBef>
              <a:spcAft>
                <a:spcPts val="0"/>
              </a:spcAft>
              <a:buClr>
                <a:schemeClr val="dk1"/>
              </a:buClr>
              <a:buSzPts val="1400"/>
              <a:buFont typeface="Archivo Narrow"/>
              <a:buChar char="■"/>
              <a:defRPr>
                <a:solidFill>
                  <a:schemeClr val="dk1"/>
                </a:solidFill>
                <a:latin typeface="Archivo Narrow"/>
                <a:ea typeface="Archivo Narrow"/>
                <a:cs typeface="Archivo Narrow"/>
                <a:sym typeface="Archivo Narrow"/>
              </a:defRPr>
            </a:lvl6pPr>
            <a:lvl7pPr indent="-317500" lvl="6" marL="3200400">
              <a:lnSpc>
                <a:spcPct val="115000"/>
              </a:lnSpc>
              <a:spcBef>
                <a:spcPts val="0"/>
              </a:spcBef>
              <a:spcAft>
                <a:spcPts val="0"/>
              </a:spcAft>
              <a:buClr>
                <a:schemeClr val="dk1"/>
              </a:buClr>
              <a:buSzPts val="1400"/>
              <a:buFont typeface="Archivo Narrow"/>
              <a:buChar char="●"/>
              <a:defRPr>
                <a:solidFill>
                  <a:schemeClr val="dk1"/>
                </a:solidFill>
                <a:latin typeface="Archivo Narrow"/>
                <a:ea typeface="Archivo Narrow"/>
                <a:cs typeface="Archivo Narrow"/>
                <a:sym typeface="Archivo Narrow"/>
              </a:defRPr>
            </a:lvl7pPr>
            <a:lvl8pPr indent="-317500" lvl="7" marL="3657600">
              <a:lnSpc>
                <a:spcPct val="115000"/>
              </a:lnSpc>
              <a:spcBef>
                <a:spcPts val="0"/>
              </a:spcBef>
              <a:spcAft>
                <a:spcPts val="0"/>
              </a:spcAft>
              <a:buClr>
                <a:schemeClr val="dk1"/>
              </a:buClr>
              <a:buSzPts val="1400"/>
              <a:buFont typeface="Archivo Narrow"/>
              <a:buChar char="○"/>
              <a:defRPr>
                <a:solidFill>
                  <a:schemeClr val="dk1"/>
                </a:solidFill>
                <a:latin typeface="Archivo Narrow"/>
                <a:ea typeface="Archivo Narrow"/>
                <a:cs typeface="Archivo Narrow"/>
                <a:sym typeface="Archivo Narrow"/>
              </a:defRPr>
            </a:lvl8pPr>
            <a:lvl9pPr indent="-317500" lvl="8" marL="4114800">
              <a:lnSpc>
                <a:spcPct val="115000"/>
              </a:lnSpc>
              <a:spcBef>
                <a:spcPts val="0"/>
              </a:spcBef>
              <a:spcAft>
                <a:spcPts val="0"/>
              </a:spcAft>
              <a:buClr>
                <a:schemeClr val="dk1"/>
              </a:buClr>
              <a:buSzPts val="1400"/>
              <a:buFont typeface="Archivo Narrow"/>
              <a:buChar char="■"/>
              <a:defRPr>
                <a:solidFill>
                  <a:schemeClr val="dk1"/>
                </a:solidFill>
                <a:latin typeface="Archivo Narrow"/>
                <a:ea typeface="Archivo Narrow"/>
                <a:cs typeface="Archivo Narrow"/>
                <a:sym typeface="Archivo Narrow"/>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28"/>
          <p:cNvSpPr txBox="1"/>
          <p:nvPr>
            <p:ph type="ctrTitle"/>
          </p:nvPr>
        </p:nvSpPr>
        <p:spPr>
          <a:xfrm>
            <a:off x="958300" y="934675"/>
            <a:ext cx="6528600" cy="232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5600">
                <a:latin typeface="Grandstander Black"/>
                <a:ea typeface="Grandstander Black"/>
                <a:cs typeface="Grandstander Black"/>
                <a:sym typeface="Grandstander Black"/>
              </a:rPr>
              <a:t>Bill Splitter</a:t>
            </a:r>
            <a:endParaRPr sz="5600">
              <a:latin typeface="Grandstander Black"/>
              <a:ea typeface="Grandstander Black"/>
              <a:cs typeface="Grandstander Black"/>
              <a:sym typeface="Grandstander Black"/>
            </a:endParaRPr>
          </a:p>
          <a:p>
            <a:pPr indent="0" lvl="0" marL="0" rtl="0" algn="l">
              <a:spcBef>
                <a:spcPts val="0"/>
              </a:spcBef>
              <a:spcAft>
                <a:spcPts val="0"/>
              </a:spcAft>
              <a:buNone/>
            </a:pPr>
            <a:r>
              <a:rPr lang="en" sz="4200">
                <a:solidFill>
                  <a:schemeClr val="accent6"/>
                </a:solidFill>
                <a:latin typeface="Grandstander"/>
                <a:ea typeface="Grandstander"/>
                <a:cs typeface="Grandstander"/>
                <a:sym typeface="Grandstander"/>
              </a:rPr>
              <a:t>for Roommates!</a:t>
            </a:r>
            <a:endParaRPr sz="4200">
              <a:solidFill>
                <a:schemeClr val="accent6"/>
              </a:solidFill>
              <a:latin typeface="Grandstander"/>
              <a:ea typeface="Grandstander"/>
              <a:cs typeface="Grandstander"/>
              <a:sym typeface="Grandstander"/>
            </a:endParaRPr>
          </a:p>
        </p:txBody>
      </p:sp>
      <p:sp>
        <p:nvSpPr>
          <p:cNvPr id="728" name="Google Shape;728;p28"/>
          <p:cNvSpPr txBox="1"/>
          <p:nvPr>
            <p:ph idx="1" type="subTitle"/>
          </p:nvPr>
        </p:nvSpPr>
        <p:spPr>
          <a:xfrm>
            <a:off x="958300" y="2212825"/>
            <a:ext cx="4962000" cy="1076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latin typeface="Grandstander"/>
                <a:ea typeface="Grandstander"/>
                <a:cs typeface="Grandstander"/>
                <a:sym typeface="Grandstander"/>
              </a:rPr>
              <a:t>Zoe Moccia, Alexander Sirotkin, Lucy Gavrich, Naysa Arora, Niharika Elangovan,</a:t>
            </a:r>
            <a:endParaRPr>
              <a:latin typeface="Grandstander"/>
              <a:ea typeface="Grandstander"/>
              <a:cs typeface="Grandstander"/>
              <a:sym typeface="Grandstander"/>
            </a:endParaRPr>
          </a:p>
          <a:p>
            <a:pPr indent="0" lvl="0" marL="0" rtl="0" algn="l">
              <a:spcBef>
                <a:spcPts val="0"/>
              </a:spcBef>
              <a:spcAft>
                <a:spcPts val="0"/>
              </a:spcAft>
              <a:buClr>
                <a:schemeClr val="dk1"/>
              </a:buClr>
              <a:buSzPts val="1100"/>
              <a:buFont typeface="Arial"/>
              <a:buNone/>
            </a:pPr>
            <a:r>
              <a:rPr lang="en">
                <a:latin typeface="Grandstander"/>
                <a:ea typeface="Grandstander"/>
                <a:cs typeface="Grandstander"/>
                <a:sym typeface="Grandstander"/>
              </a:rPr>
              <a:t>Zainub Waqas (Project Manager)</a:t>
            </a:r>
            <a:endParaRPr>
              <a:latin typeface="Grandstander"/>
              <a:ea typeface="Grandstander"/>
              <a:cs typeface="Grandstander"/>
              <a:sym typeface="Grandstande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729" name="Google Shape;729;p28"/>
          <p:cNvSpPr/>
          <p:nvPr/>
        </p:nvSpPr>
        <p:spPr>
          <a:xfrm>
            <a:off x="7240306" y="690818"/>
            <a:ext cx="766143" cy="504124"/>
          </a:xfrm>
          <a:custGeom>
            <a:rect b="b" l="l" r="r" t="t"/>
            <a:pathLst>
              <a:path extrusionOk="0" h="5341" w="8117">
                <a:moveTo>
                  <a:pt x="5073" y="1"/>
                </a:moveTo>
                <a:cubicBezTo>
                  <a:pt x="4690" y="1"/>
                  <a:pt x="4307" y="173"/>
                  <a:pt x="4020" y="479"/>
                </a:cubicBezTo>
                <a:cubicBezTo>
                  <a:pt x="3867" y="364"/>
                  <a:pt x="3637" y="249"/>
                  <a:pt x="3408" y="173"/>
                </a:cubicBezTo>
                <a:cubicBezTo>
                  <a:pt x="3159" y="90"/>
                  <a:pt x="2941" y="49"/>
                  <a:pt x="2749" y="49"/>
                </a:cubicBezTo>
                <a:cubicBezTo>
                  <a:pt x="2454" y="49"/>
                  <a:pt x="2223" y="147"/>
                  <a:pt x="2049" y="345"/>
                </a:cubicBezTo>
                <a:cubicBezTo>
                  <a:pt x="1800" y="632"/>
                  <a:pt x="1742" y="1053"/>
                  <a:pt x="1742" y="1302"/>
                </a:cubicBezTo>
                <a:cubicBezTo>
                  <a:pt x="1685" y="1264"/>
                  <a:pt x="1608" y="1264"/>
                  <a:pt x="1532" y="1264"/>
                </a:cubicBezTo>
                <a:cubicBezTo>
                  <a:pt x="1015" y="1264"/>
                  <a:pt x="441" y="1800"/>
                  <a:pt x="230" y="2451"/>
                </a:cubicBezTo>
                <a:cubicBezTo>
                  <a:pt x="1" y="3063"/>
                  <a:pt x="173" y="3656"/>
                  <a:pt x="709" y="4039"/>
                </a:cubicBezTo>
                <a:cubicBezTo>
                  <a:pt x="1015" y="4288"/>
                  <a:pt x="1360" y="4422"/>
                  <a:pt x="1685" y="4479"/>
                </a:cubicBezTo>
                <a:cubicBezTo>
                  <a:pt x="1819" y="4996"/>
                  <a:pt x="2259" y="5341"/>
                  <a:pt x="2872" y="5341"/>
                </a:cubicBezTo>
                <a:lnTo>
                  <a:pt x="3006" y="5341"/>
                </a:lnTo>
                <a:cubicBezTo>
                  <a:pt x="3810" y="5341"/>
                  <a:pt x="4460" y="5168"/>
                  <a:pt x="4862" y="4881"/>
                </a:cubicBezTo>
                <a:cubicBezTo>
                  <a:pt x="4920" y="4958"/>
                  <a:pt x="5015" y="5034"/>
                  <a:pt x="5073" y="5092"/>
                </a:cubicBezTo>
                <a:cubicBezTo>
                  <a:pt x="5245" y="5245"/>
                  <a:pt x="5456" y="5322"/>
                  <a:pt x="5704" y="5322"/>
                </a:cubicBezTo>
                <a:cubicBezTo>
                  <a:pt x="6489" y="5322"/>
                  <a:pt x="7485" y="4575"/>
                  <a:pt x="7887" y="3714"/>
                </a:cubicBezTo>
                <a:cubicBezTo>
                  <a:pt x="8116" y="3140"/>
                  <a:pt x="8040" y="2604"/>
                  <a:pt x="7695" y="2221"/>
                </a:cubicBezTo>
                <a:cubicBezTo>
                  <a:pt x="7427" y="1934"/>
                  <a:pt x="7121" y="1781"/>
                  <a:pt x="6776" y="1781"/>
                </a:cubicBezTo>
                <a:cubicBezTo>
                  <a:pt x="6738" y="1168"/>
                  <a:pt x="6394" y="594"/>
                  <a:pt x="5819" y="249"/>
                </a:cubicBezTo>
                <a:cubicBezTo>
                  <a:pt x="5590" y="77"/>
                  <a:pt x="5341" y="1"/>
                  <a:pt x="50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0" name="Google Shape;730;p28"/>
          <p:cNvGrpSpPr/>
          <p:nvPr/>
        </p:nvGrpSpPr>
        <p:grpSpPr>
          <a:xfrm>
            <a:off x="7775874" y="1308052"/>
            <a:ext cx="912442" cy="904767"/>
            <a:chOff x="7775874" y="1308052"/>
            <a:chExt cx="912442" cy="904767"/>
          </a:xfrm>
        </p:grpSpPr>
        <p:sp>
          <p:nvSpPr>
            <p:cNvPr id="731" name="Google Shape;731;p28"/>
            <p:cNvSpPr/>
            <p:nvPr/>
          </p:nvSpPr>
          <p:spPr>
            <a:xfrm>
              <a:off x="7775874" y="1308052"/>
              <a:ext cx="912442" cy="904767"/>
            </a:xfrm>
            <a:custGeom>
              <a:rect b="b" l="l" r="r" t="t"/>
              <a:pathLst>
                <a:path extrusionOk="0" h="11199" w="11294">
                  <a:moveTo>
                    <a:pt x="4135" y="2642"/>
                  </a:moveTo>
                  <a:cubicBezTo>
                    <a:pt x="4288" y="2738"/>
                    <a:pt x="4441" y="2834"/>
                    <a:pt x="4594" y="2949"/>
                  </a:cubicBezTo>
                  <a:cubicBezTo>
                    <a:pt x="4728" y="3063"/>
                    <a:pt x="4919" y="3121"/>
                    <a:pt x="5092" y="3121"/>
                  </a:cubicBezTo>
                  <a:cubicBezTo>
                    <a:pt x="5187" y="3121"/>
                    <a:pt x="5264" y="3083"/>
                    <a:pt x="5360" y="3063"/>
                  </a:cubicBezTo>
                  <a:cubicBezTo>
                    <a:pt x="5532" y="3025"/>
                    <a:pt x="5647" y="2929"/>
                    <a:pt x="5761" y="2776"/>
                  </a:cubicBezTo>
                  <a:cubicBezTo>
                    <a:pt x="5838" y="2872"/>
                    <a:pt x="5934" y="2929"/>
                    <a:pt x="6029" y="2968"/>
                  </a:cubicBezTo>
                  <a:cubicBezTo>
                    <a:pt x="6144" y="3025"/>
                    <a:pt x="6278" y="3063"/>
                    <a:pt x="6393" y="3063"/>
                  </a:cubicBezTo>
                  <a:cubicBezTo>
                    <a:pt x="6565" y="3063"/>
                    <a:pt x="6699" y="3025"/>
                    <a:pt x="6814" y="2949"/>
                  </a:cubicBezTo>
                  <a:cubicBezTo>
                    <a:pt x="6872" y="2929"/>
                    <a:pt x="6891" y="2910"/>
                    <a:pt x="6948" y="2910"/>
                  </a:cubicBezTo>
                  <a:cubicBezTo>
                    <a:pt x="6948" y="3044"/>
                    <a:pt x="6967" y="3178"/>
                    <a:pt x="7063" y="3389"/>
                  </a:cubicBezTo>
                  <a:cubicBezTo>
                    <a:pt x="7120" y="3542"/>
                    <a:pt x="7350" y="3829"/>
                    <a:pt x="7810" y="3829"/>
                  </a:cubicBezTo>
                  <a:lnTo>
                    <a:pt x="7905" y="3829"/>
                  </a:lnTo>
                  <a:cubicBezTo>
                    <a:pt x="7982" y="3810"/>
                    <a:pt x="8116" y="3810"/>
                    <a:pt x="8288" y="3791"/>
                  </a:cubicBezTo>
                  <a:lnTo>
                    <a:pt x="8288" y="3791"/>
                  </a:lnTo>
                  <a:cubicBezTo>
                    <a:pt x="8250" y="3810"/>
                    <a:pt x="8250" y="3867"/>
                    <a:pt x="8231" y="3886"/>
                  </a:cubicBezTo>
                  <a:cubicBezTo>
                    <a:pt x="8154" y="4001"/>
                    <a:pt x="8077" y="4193"/>
                    <a:pt x="8135" y="4403"/>
                  </a:cubicBezTo>
                  <a:cubicBezTo>
                    <a:pt x="8154" y="4767"/>
                    <a:pt x="8441" y="5054"/>
                    <a:pt x="8786" y="5092"/>
                  </a:cubicBezTo>
                  <a:cubicBezTo>
                    <a:pt x="8824" y="5092"/>
                    <a:pt x="8862" y="5131"/>
                    <a:pt x="8901" y="5131"/>
                  </a:cubicBezTo>
                  <a:cubicBezTo>
                    <a:pt x="8824" y="5188"/>
                    <a:pt x="8728" y="5245"/>
                    <a:pt x="8633" y="5322"/>
                  </a:cubicBezTo>
                  <a:cubicBezTo>
                    <a:pt x="8613" y="5341"/>
                    <a:pt x="8594" y="5360"/>
                    <a:pt x="8537" y="5379"/>
                  </a:cubicBezTo>
                  <a:cubicBezTo>
                    <a:pt x="8384" y="5552"/>
                    <a:pt x="8288" y="5781"/>
                    <a:pt x="8288" y="5992"/>
                  </a:cubicBezTo>
                  <a:cubicBezTo>
                    <a:pt x="8288" y="6202"/>
                    <a:pt x="8326" y="6394"/>
                    <a:pt x="8499" y="6566"/>
                  </a:cubicBezTo>
                  <a:cubicBezTo>
                    <a:pt x="8518" y="6585"/>
                    <a:pt x="8575" y="6643"/>
                    <a:pt x="8613" y="6662"/>
                  </a:cubicBezTo>
                  <a:cubicBezTo>
                    <a:pt x="8671" y="6681"/>
                    <a:pt x="8709" y="6738"/>
                    <a:pt x="8767" y="6758"/>
                  </a:cubicBezTo>
                  <a:cubicBezTo>
                    <a:pt x="8633" y="6777"/>
                    <a:pt x="8518" y="6796"/>
                    <a:pt x="8384" y="6815"/>
                  </a:cubicBezTo>
                  <a:cubicBezTo>
                    <a:pt x="8307" y="6815"/>
                    <a:pt x="8231" y="6853"/>
                    <a:pt x="8192" y="6892"/>
                  </a:cubicBezTo>
                  <a:cubicBezTo>
                    <a:pt x="8039" y="6968"/>
                    <a:pt x="7944" y="7064"/>
                    <a:pt x="7905" y="7102"/>
                  </a:cubicBezTo>
                  <a:cubicBezTo>
                    <a:pt x="7848" y="7160"/>
                    <a:pt x="7810" y="7236"/>
                    <a:pt x="7752" y="7293"/>
                  </a:cubicBezTo>
                  <a:cubicBezTo>
                    <a:pt x="7618" y="7561"/>
                    <a:pt x="7637" y="7868"/>
                    <a:pt x="7771" y="8117"/>
                  </a:cubicBezTo>
                  <a:cubicBezTo>
                    <a:pt x="7771" y="8136"/>
                    <a:pt x="7810" y="8136"/>
                    <a:pt x="7810" y="8155"/>
                  </a:cubicBezTo>
                  <a:cubicBezTo>
                    <a:pt x="7733" y="8136"/>
                    <a:pt x="7656" y="8136"/>
                    <a:pt x="7618" y="8117"/>
                  </a:cubicBezTo>
                  <a:cubicBezTo>
                    <a:pt x="7542" y="8097"/>
                    <a:pt x="7465" y="8097"/>
                    <a:pt x="7388" y="8097"/>
                  </a:cubicBezTo>
                  <a:cubicBezTo>
                    <a:pt x="7082" y="8097"/>
                    <a:pt x="6795" y="8289"/>
                    <a:pt x="6661" y="8576"/>
                  </a:cubicBezTo>
                  <a:cubicBezTo>
                    <a:pt x="6623" y="8595"/>
                    <a:pt x="6623" y="8633"/>
                    <a:pt x="6604" y="8672"/>
                  </a:cubicBezTo>
                  <a:cubicBezTo>
                    <a:pt x="6585" y="8710"/>
                    <a:pt x="6585" y="8767"/>
                    <a:pt x="6565" y="8786"/>
                  </a:cubicBezTo>
                  <a:lnTo>
                    <a:pt x="6412" y="8576"/>
                  </a:lnTo>
                  <a:cubicBezTo>
                    <a:pt x="6393" y="8538"/>
                    <a:pt x="6374" y="8499"/>
                    <a:pt x="6336" y="8480"/>
                  </a:cubicBezTo>
                  <a:cubicBezTo>
                    <a:pt x="6278" y="8404"/>
                    <a:pt x="6202" y="8346"/>
                    <a:pt x="6125" y="8308"/>
                  </a:cubicBezTo>
                  <a:cubicBezTo>
                    <a:pt x="6087" y="8251"/>
                    <a:pt x="6010" y="8212"/>
                    <a:pt x="5934" y="8193"/>
                  </a:cubicBezTo>
                  <a:cubicBezTo>
                    <a:pt x="5838" y="8136"/>
                    <a:pt x="5742" y="8136"/>
                    <a:pt x="5666" y="8136"/>
                  </a:cubicBezTo>
                  <a:cubicBezTo>
                    <a:pt x="5474" y="8136"/>
                    <a:pt x="5321" y="8212"/>
                    <a:pt x="5168" y="8346"/>
                  </a:cubicBezTo>
                  <a:lnTo>
                    <a:pt x="4958" y="8576"/>
                  </a:lnTo>
                  <a:cubicBezTo>
                    <a:pt x="4900" y="8423"/>
                    <a:pt x="4843" y="8289"/>
                    <a:pt x="4709" y="8155"/>
                  </a:cubicBezTo>
                  <a:cubicBezTo>
                    <a:pt x="4613" y="8059"/>
                    <a:pt x="4479" y="8002"/>
                    <a:pt x="4326" y="7963"/>
                  </a:cubicBezTo>
                  <a:cubicBezTo>
                    <a:pt x="4288" y="7963"/>
                    <a:pt x="4230" y="7944"/>
                    <a:pt x="4173" y="7944"/>
                  </a:cubicBezTo>
                  <a:cubicBezTo>
                    <a:pt x="4039" y="7944"/>
                    <a:pt x="3924" y="7963"/>
                    <a:pt x="3809" y="8021"/>
                  </a:cubicBezTo>
                  <a:cubicBezTo>
                    <a:pt x="3694" y="8059"/>
                    <a:pt x="3560" y="8117"/>
                    <a:pt x="3426" y="8155"/>
                  </a:cubicBezTo>
                  <a:cubicBezTo>
                    <a:pt x="3426" y="8117"/>
                    <a:pt x="3465" y="8002"/>
                    <a:pt x="3465" y="8002"/>
                  </a:cubicBezTo>
                  <a:cubicBezTo>
                    <a:pt x="3522" y="7906"/>
                    <a:pt x="3541" y="7772"/>
                    <a:pt x="3541" y="7676"/>
                  </a:cubicBezTo>
                  <a:cubicBezTo>
                    <a:pt x="3541" y="7466"/>
                    <a:pt x="3465" y="7274"/>
                    <a:pt x="3311" y="7140"/>
                  </a:cubicBezTo>
                  <a:cubicBezTo>
                    <a:pt x="3254" y="7083"/>
                    <a:pt x="3082" y="6911"/>
                    <a:pt x="2852" y="6892"/>
                  </a:cubicBezTo>
                  <a:cubicBezTo>
                    <a:pt x="2776" y="6872"/>
                    <a:pt x="2680" y="6853"/>
                    <a:pt x="2603" y="6853"/>
                  </a:cubicBezTo>
                  <a:cubicBezTo>
                    <a:pt x="2661" y="6815"/>
                    <a:pt x="2699" y="6777"/>
                    <a:pt x="2737" y="6758"/>
                  </a:cubicBezTo>
                  <a:lnTo>
                    <a:pt x="2795" y="6681"/>
                  </a:lnTo>
                  <a:cubicBezTo>
                    <a:pt x="2967" y="6509"/>
                    <a:pt x="3063" y="6298"/>
                    <a:pt x="3063" y="6088"/>
                  </a:cubicBezTo>
                  <a:cubicBezTo>
                    <a:pt x="3063" y="5839"/>
                    <a:pt x="2967" y="5647"/>
                    <a:pt x="2795" y="5475"/>
                  </a:cubicBezTo>
                  <a:cubicBezTo>
                    <a:pt x="2756" y="5437"/>
                    <a:pt x="2699" y="5379"/>
                    <a:pt x="2642" y="5360"/>
                  </a:cubicBezTo>
                  <a:cubicBezTo>
                    <a:pt x="2546" y="5322"/>
                    <a:pt x="2412" y="5245"/>
                    <a:pt x="2335" y="5188"/>
                  </a:cubicBezTo>
                  <a:cubicBezTo>
                    <a:pt x="2412" y="5169"/>
                    <a:pt x="2488" y="5169"/>
                    <a:pt x="2565" y="5150"/>
                  </a:cubicBezTo>
                  <a:cubicBezTo>
                    <a:pt x="2680" y="5131"/>
                    <a:pt x="2814" y="5054"/>
                    <a:pt x="2910" y="4958"/>
                  </a:cubicBezTo>
                  <a:lnTo>
                    <a:pt x="2986" y="4882"/>
                  </a:lnTo>
                  <a:cubicBezTo>
                    <a:pt x="3139" y="4748"/>
                    <a:pt x="3235" y="4518"/>
                    <a:pt x="3235" y="4327"/>
                  </a:cubicBezTo>
                  <a:cubicBezTo>
                    <a:pt x="3235" y="4193"/>
                    <a:pt x="3178" y="4040"/>
                    <a:pt x="3101" y="3906"/>
                  </a:cubicBezTo>
                  <a:cubicBezTo>
                    <a:pt x="3082" y="3886"/>
                    <a:pt x="3063" y="3829"/>
                    <a:pt x="3063" y="3810"/>
                  </a:cubicBezTo>
                  <a:lnTo>
                    <a:pt x="3082" y="3810"/>
                  </a:lnTo>
                  <a:cubicBezTo>
                    <a:pt x="3139" y="3829"/>
                    <a:pt x="3178" y="3829"/>
                    <a:pt x="3254" y="3829"/>
                  </a:cubicBezTo>
                  <a:cubicBezTo>
                    <a:pt x="3484" y="3829"/>
                    <a:pt x="3713" y="3752"/>
                    <a:pt x="3847" y="3599"/>
                  </a:cubicBezTo>
                  <a:cubicBezTo>
                    <a:pt x="4020" y="3427"/>
                    <a:pt x="4115" y="3236"/>
                    <a:pt x="4115" y="2987"/>
                  </a:cubicBezTo>
                  <a:cubicBezTo>
                    <a:pt x="4115" y="2872"/>
                    <a:pt x="4115" y="2738"/>
                    <a:pt x="4135" y="2642"/>
                  </a:cubicBezTo>
                  <a:close/>
                  <a:moveTo>
                    <a:pt x="5647" y="1"/>
                  </a:moveTo>
                  <a:cubicBezTo>
                    <a:pt x="5149" y="1"/>
                    <a:pt x="4881" y="345"/>
                    <a:pt x="4613" y="1054"/>
                  </a:cubicBezTo>
                  <a:cubicBezTo>
                    <a:pt x="3809" y="556"/>
                    <a:pt x="3637" y="518"/>
                    <a:pt x="3407" y="518"/>
                  </a:cubicBezTo>
                  <a:cubicBezTo>
                    <a:pt x="3350" y="518"/>
                    <a:pt x="3273" y="518"/>
                    <a:pt x="3235" y="537"/>
                  </a:cubicBezTo>
                  <a:cubicBezTo>
                    <a:pt x="2680" y="671"/>
                    <a:pt x="2546" y="1130"/>
                    <a:pt x="2488" y="2049"/>
                  </a:cubicBezTo>
                  <a:cubicBezTo>
                    <a:pt x="2201" y="1992"/>
                    <a:pt x="1914" y="1953"/>
                    <a:pt x="1742" y="1953"/>
                  </a:cubicBezTo>
                  <a:cubicBezTo>
                    <a:pt x="1646" y="1953"/>
                    <a:pt x="1493" y="1953"/>
                    <a:pt x="1302" y="2049"/>
                  </a:cubicBezTo>
                  <a:cubicBezTo>
                    <a:pt x="1263" y="2068"/>
                    <a:pt x="1244" y="2068"/>
                    <a:pt x="1225" y="2087"/>
                  </a:cubicBezTo>
                  <a:cubicBezTo>
                    <a:pt x="651" y="2470"/>
                    <a:pt x="785" y="3063"/>
                    <a:pt x="1206" y="3906"/>
                  </a:cubicBezTo>
                  <a:cubicBezTo>
                    <a:pt x="498" y="4174"/>
                    <a:pt x="172" y="4499"/>
                    <a:pt x="96" y="4939"/>
                  </a:cubicBezTo>
                  <a:cubicBezTo>
                    <a:pt x="0" y="5399"/>
                    <a:pt x="249" y="5801"/>
                    <a:pt x="842" y="6279"/>
                  </a:cubicBezTo>
                  <a:cubicBezTo>
                    <a:pt x="364" y="6700"/>
                    <a:pt x="192" y="6968"/>
                    <a:pt x="211" y="7313"/>
                  </a:cubicBezTo>
                  <a:cubicBezTo>
                    <a:pt x="211" y="7370"/>
                    <a:pt x="249" y="7447"/>
                    <a:pt x="268" y="7542"/>
                  </a:cubicBezTo>
                  <a:cubicBezTo>
                    <a:pt x="402" y="7944"/>
                    <a:pt x="689" y="8136"/>
                    <a:pt x="1704" y="8461"/>
                  </a:cubicBezTo>
                  <a:cubicBezTo>
                    <a:pt x="1512" y="9169"/>
                    <a:pt x="1455" y="9418"/>
                    <a:pt x="1493" y="9610"/>
                  </a:cubicBezTo>
                  <a:cubicBezTo>
                    <a:pt x="1512" y="9992"/>
                    <a:pt x="1838" y="10375"/>
                    <a:pt x="2374" y="10375"/>
                  </a:cubicBezTo>
                  <a:cubicBezTo>
                    <a:pt x="2603" y="10375"/>
                    <a:pt x="2929" y="10299"/>
                    <a:pt x="3541" y="10050"/>
                  </a:cubicBezTo>
                  <a:cubicBezTo>
                    <a:pt x="3618" y="10394"/>
                    <a:pt x="3713" y="10624"/>
                    <a:pt x="3809" y="10758"/>
                  </a:cubicBezTo>
                  <a:lnTo>
                    <a:pt x="3886" y="10815"/>
                  </a:lnTo>
                  <a:cubicBezTo>
                    <a:pt x="4039" y="10988"/>
                    <a:pt x="4288" y="11083"/>
                    <a:pt x="4498" y="11083"/>
                  </a:cubicBezTo>
                  <a:cubicBezTo>
                    <a:pt x="4785" y="11083"/>
                    <a:pt x="5053" y="10968"/>
                    <a:pt x="5723" y="10375"/>
                  </a:cubicBezTo>
                  <a:cubicBezTo>
                    <a:pt x="6221" y="10988"/>
                    <a:pt x="6565" y="11198"/>
                    <a:pt x="6910" y="11198"/>
                  </a:cubicBezTo>
                  <a:lnTo>
                    <a:pt x="7044" y="11198"/>
                  </a:lnTo>
                  <a:cubicBezTo>
                    <a:pt x="7235" y="11198"/>
                    <a:pt x="7427" y="11141"/>
                    <a:pt x="7542" y="10988"/>
                  </a:cubicBezTo>
                  <a:cubicBezTo>
                    <a:pt x="7676" y="10854"/>
                    <a:pt x="7848" y="10509"/>
                    <a:pt x="8039" y="9992"/>
                  </a:cubicBezTo>
                  <a:cubicBezTo>
                    <a:pt x="8345" y="10031"/>
                    <a:pt x="8613" y="10050"/>
                    <a:pt x="8805" y="10050"/>
                  </a:cubicBezTo>
                  <a:cubicBezTo>
                    <a:pt x="9283" y="10050"/>
                    <a:pt x="9647" y="9897"/>
                    <a:pt x="9838" y="9552"/>
                  </a:cubicBezTo>
                  <a:cubicBezTo>
                    <a:pt x="10030" y="9227"/>
                    <a:pt x="9972" y="8863"/>
                    <a:pt x="9781" y="8365"/>
                  </a:cubicBezTo>
                  <a:cubicBezTo>
                    <a:pt x="10623" y="8117"/>
                    <a:pt x="10987" y="7829"/>
                    <a:pt x="11102" y="7408"/>
                  </a:cubicBezTo>
                  <a:cubicBezTo>
                    <a:pt x="11159" y="6853"/>
                    <a:pt x="10872" y="6413"/>
                    <a:pt x="10432" y="6011"/>
                  </a:cubicBezTo>
                  <a:cubicBezTo>
                    <a:pt x="11025" y="5494"/>
                    <a:pt x="11293" y="5073"/>
                    <a:pt x="11121" y="4576"/>
                  </a:cubicBezTo>
                  <a:lnTo>
                    <a:pt x="11121" y="4556"/>
                  </a:lnTo>
                  <a:cubicBezTo>
                    <a:pt x="11025" y="4269"/>
                    <a:pt x="10795" y="4020"/>
                    <a:pt x="10106" y="3772"/>
                  </a:cubicBezTo>
                  <a:cubicBezTo>
                    <a:pt x="10355" y="3197"/>
                    <a:pt x="10355" y="3025"/>
                    <a:pt x="10355" y="2910"/>
                  </a:cubicBezTo>
                  <a:cubicBezTo>
                    <a:pt x="10355" y="2681"/>
                    <a:pt x="10298" y="1992"/>
                    <a:pt x="9207" y="1992"/>
                  </a:cubicBezTo>
                  <a:cubicBezTo>
                    <a:pt x="9073" y="1992"/>
                    <a:pt x="8920" y="1992"/>
                    <a:pt x="8767" y="2011"/>
                  </a:cubicBezTo>
                  <a:cubicBezTo>
                    <a:pt x="8786" y="1513"/>
                    <a:pt x="8709" y="1054"/>
                    <a:pt x="8250" y="862"/>
                  </a:cubicBezTo>
                  <a:cubicBezTo>
                    <a:pt x="8135" y="786"/>
                    <a:pt x="8001" y="767"/>
                    <a:pt x="7829" y="767"/>
                  </a:cubicBezTo>
                  <a:cubicBezTo>
                    <a:pt x="7714" y="767"/>
                    <a:pt x="7484" y="767"/>
                    <a:pt x="6757" y="1130"/>
                  </a:cubicBezTo>
                  <a:cubicBezTo>
                    <a:pt x="6412" y="365"/>
                    <a:pt x="6240" y="192"/>
                    <a:pt x="6010" y="77"/>
                  </a:cubicBezTo>
                  <a:cubicBezTo>
                    <a:pt x="5915" y="39"/>
                    <a:pt x="5800" y="1"/>
                    <a:pt x="5704" y="1"/>
                  </a:cubicBezTo>
                  <a:close/>
                </a:path>
              </a:pathLst>
            </a:custGeom>
            <a:solidFill>
              <a:schemeClr val="lt1"/>
            </a:solidFill>
            <a:ln>
              <a:noFill/>
            </a:ln>
            <a:effectLst>
              <a:outerShdw blurRad="85725" rotWithShape="0" algn="bl" dir="4680000" dist="6667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8"/>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116"/>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64"/>
                    <a:pt x="6144" y="9437"/>
                  </a:cubicBezTo>
                  <a:cubicBezTo>
                    <a:pt x="5991" y="9322"/>
                    <a:pt x="5532" y="8767"/>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67" y="8480"/>
                    <a:pt x="1742" y="8537"/>
                  </a:cubicBezTo>
                  <a:cubicBezTo>
                    <a:pt x="1780" y="8288"/>
                    <a:pt x="1972" y="7618"/>
                    <a:pt x="2125" y="7025"/>
                  </a:cubicBezTo>
                  <a:cubicBezTo>
                    <a:pt x="2163" y="7006"/>
                    <a:pt x="2163" y="6948"/>
                    <a:pt x="2125" y="6929"/>
                  </a:cubicBezTo>
                  <a:cubicBezTo>
                    <a:pt x="2106" y="6910"/>
                    <a:pt x="2086" y="6891"/>
                    <a:pt x="2067" y="6891"/>
                  </a:cubicBezTo>
                  <a:cubicBezTo>
                    <a:pt x="1436" y="6738"/>
                    <a:pt x="689" y="6527"/>
                    <a:pt x="498" y="6412"/>
                  </a:cubicBezTo>
                  <a:cubicBezTo>
                    <a:pt x="651" y="6240"/>
                    <a:pt x="1168" y="5800"/>
                    <a:pt x="1646" y="5455"/>
                  </a:cubicBezTo>
                  <a:cubicBezTo>
                    <a:pt x="1684" y="5417"/>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40"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47" y="0"/>
                    <a:pt x="4307" y="1436"/>
                  </a:cubicBezTo>
                  <a:cubicBezTo>
                    <a:pt x="3369" y="804"/>
                    <a:pt x="2852" y="498"/>
                    <a:pt x="2737" y="498"/>
                  </a:cubicBezTo>
                  <a:lnTo>
                    <a:pt x="2699" y="498"/>
                  </a:lnTo>
                  <a:cubicBezTo>
                    <a:pt x="2603" y="517"/>
                    <a:pt x="2508" y="536"/>
                    <a:pt x="2469" y="2201"/>
                  </a:cubicBezTo>
                  <a:cubicBezTo>
                    <a:pt x="2125" y="2106"/>
                    <a:pt x="1302" y="1914"/>
                    <a:pt x="1034" y="1914"/>
                  </a:cubicBezTo>
                  <a:cubicBezTo>
                    <a:pt x="976" y="1914"/>
                    <a:pt x="938" y="1914"/>
                    <a:pt x="881" y="1933"/>
                  </a:cubicBezTo>
                  <a:cubicBezTo>
                    <a:pt x="823" y="1991"/>
                    <a:pt x="689" y="2048"/>
                    <a:pt x="1512" y="3580"/>
                  </a:cubicBezTo>
                  <a:cubicBezTo>
                    <a:pt x="1015" y="3714"/>
                    <a:pt x="115" y="3962"/>
                    <a:pt x="77" y="4307"/>
                  </a:cubicBezTo>
                  <a:cubicBezTo>
                    <a:pt x="0" y="4632"/>
                    <a:pt x="842" y="5187"/>
                    <a:pt x="1321" y="5474"/>
                  </a:cubicBezTo>
                  <a:cubicBezTo>
                    <a:pt x="153" y="6336"/>
                    <a:pt x="191" y="6489"/>
                    <a:pt x="191" y="6546"/>
                  </a:cubicBezTo>
                  <a:cubicBezTo>
                    <a:pt x="211" y="6623"/>
                    <a:pt x="249" y="6757"/>
                    <a:pt x="1838" y="7178"/>
                  </a:cubicBezTo>
                  <a:cubicBezTo>
                    <a:pt x="1704" y="7676"/>
                    <a:pt x="1436" y="8594"/>
                    <a:pt x="1455" y="8748"/>
                  </a:cubicBezTo>
                  <a:cubicBezTo>
                    <a:pt x="1455" y="8786"/>
                    <a:pt x="1493"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79" y="8422"/>
                  </a:cubicBezTo>
                  <a:cubicBezTo>
                    <a:pt x="8594" y="8212"/>
                    <a:pt x="8250" y="7542"/>
                    <a:pt x="8020" y="7082"/>
                  </a:cubicBezTo>
                  <a:cubicBezTo>
                    <a:pt x="8671" y="6967"/>
                    <a:pt x="9590" y="6738"/>
                    <a:pt x="9666" y="6451"/>
                  </a:cubicBezTo>
                  <a:cubicBezTo>
                    <a:pt x="9743" y="6144"/>
                    <a:pt x="9073" y="5608"/>
                    <a:pt x="8594" y="5283"/>
                  </a:cubicBezTo>
                  <a:cubicBezTo>
                    <a:pt x="9877" y="4345"/>
                    <a:pt x="9781" y="4154"/>
                    <a:pt x="9762" y="4096"/>
                  </a:cubicBezTo>
                  <a:cubicBezTo>
                    <a:pt x="9685" y="3886"/>
                    <a:pt x="8996" y="3656"/>
                    <a:pt x="8384" y="3484"/>
                  </a:cubicBezTo>
                  <a:cubicBezTo>
                    <a:pt x="8594" y="3082"/>
                    <a:pt x="8958" y="2374"/>
                    <a:pt x="8958" y="2201"/>
                  </a:cubicBezTo>
                  <a:cubicBezTo>
                    <a:pt x="8958"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8"/>
            <p:cNvSpPr/>
            <p:nvPr/>
          </p:nvSpPr>
          <p:spPr>
            <a:xfrm>
              <a:off x="7919683" y="1468908"/>
              <a:ext cx="610853" cy="610934"/>
            </a:xfrm>
            <a:custGeom>
              <a:rect b="b" l="l" r="r" t="t"/>
              <a:pathLst>
                <a:path extrusionOk="0" h="7562" w="7561">
                  <a:moveTo>
                    <a:pt x="3771" y="1"/>
                  </a:moveTo>
                  <a:cubicBezTo>
                    <a:pt x="1685" y="1"/>
                    <a:pt x="0" y="1704"/>
                    <a:pt x="0" y="3790"/>
                  </a:cubicBezTo>
                  <a:cubicBezTo>
                    <a:pt x="0" y="5858"/>
                    <a:pt x="1685" y="7561"/>
                    <a:pt x="3771" y="7561"/>
                  </a:cubicBezTo>
                  <a:cubicBezTo>
                    <a:pt x="5857" y="7561"/>
                    <a:pt x="7561" y="5858"/>
                    <a:pt x="7561" y="3790"/>
                  </a:cubicBezTo>
                  <a:cubicBezTo>
                    <a:pt x="7561" y="1704"/>
                    <a:pt x="5857" y="1"/>
                    <a:pt x="37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8"/>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8"/>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097"/>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45"/>
                    <a:pt x="6144" y="9437"/>
                  </a:cubicBezTo>
                  <a:cubicBezTo>
                    <a:pt x="5991" y="9322"/>
                    <a:pt x="5532" y="8786"/>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48" y="8480"/>
                    <a:pt x="1742" y="8537"/>
                  </a:cubicBezTo>
                  <a:cubicBezTo>
                    <a:pt x="1780" y="8288"/>
                    <a:pt x="1972" y="7618"/>
                    <a:pt x="2125" y="7025"/>
                  </a:cubicBezTo>
                  <a:cubicBezTo>
                    <a:pt x="2163" y="7006"/>
                    <a:pt x="2144" y="6948"/>
                    <a:pt x="2125" y="6929"/>
                  </a:cubicBezTo>
                  <a:cubicBezTo>
                    <a:pt x="2106" y="6910"/>
                    <a:pt x="2086" y="6891"/>
                    <a:pt x="2067" y="6891"/>
                  </a:cubicBezTo>
                  <a:cubicBezTo>
                    <a:pt x="1436" y="6738"/>
                    <a:pt x="689" y="6527"/>
                    <a:pt x="498" y="6412"/>
                  </a:cubicBezTo>
                  <a:cubicBezTo>
                    <a:pt x="651" y="6240"/>
                    <a:pt x="1168" y="5800"/>
                    <a:pt x="1646" y="5455"/>
                  </a:cubicBezTo>
                  <a:cubicBezTo>
                    <a:pt x="1684" y="5436"/>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59"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28" y="0"/>
                    <a:pt x="4307" y="1436"/>
                  </a:cubicBezTo>
                  <a:cubicBezTo>
                    <a:pt x="3369" y="804"/>
                    <a:pt x="2852" y="498"/>
                    <a:pt x="2718" y="498"/>
                  </a:cubicBezTo>
                  <a:lnTo>
                    <a:pt x="2699" y="498"/>
                  </a:lnTo>
                  <a:cubicBezTo>
                    <a:pt x="2603" y="517"/>
                    <a:pt x="2508" y="555"/>
                    <a:pt x="2469" y="2201"/>
                  </a:cubicBezTo>
                  <a:cubicBezTo>
                    <a:pt x="2125" y="2106"/>
                    <a:pt x="1283" y="1914"/>
                    <a:pt x="1034" y="1914"/>
                  </a:cubicBezTo>
                  <a:cubicBezTo>
                    <a:pt x="976" y="1914"/>
                    <a:pt x="938" y="1914"/>
                    <a:pt x="881" y="1933"/>
                  </a:cubicBezTo>
                  <a:cubicBezTo>
                    <a:pt x="804" y="1991"/>
                    <a:pt x="689" y="2048"/>
                    <a:pt x="1512" y="3580"/>
                  </a:cubicBezTo>
                  <a:cubicBezTo>
                    <a:pt x="995" y="3714"/>
                    <a:pt x="115" y="3962"/>
                    <a:pt x="77" y="4307"/>
                  </a:cubicBezTo>
                  <a:cubicBezTo>
                    <a:pt x="0" y="4632"/>
                    <a:pt x="842" y="5187"/>
                    <a:pt x="1321" y="5474"/>
                  </a:cubicBezTo>
                  <a:cubicBezTo>
                    <a:pt x="134" y="6336"/>
                    <a:pt x="191" y="6489"/>
                    <a:pt x="191" y="6546"/>
                  </a:cubicBezTo>
                  <a:cubicBezTo>
                    <a:pt x="211" y="6623"/>
                    <a:pt x="230" y="6776"/>
                    <a:pt x="1838" y="7178"/>
                  </a:cubicBezTo>
                  <a:cubicBezTo>
                    <a:pt x="1704" y="7676"/>
                    <a:pt x="1436" y="8594"/>
                    <a:pt x="1455" y="8748"/>
                  </a:cubicBezTo>
                  <a:cubicBezTo>
                    <a:pt x="1455" y="8786"/>
                    <a:pt x="1474"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60" y="8422"/>
                  </a:cubicBezTo>
                  <a:cubicBezTo>
                    <a:pt x="8594" y="8192"/>
                    <a:pt x="8250" y="7523"/>
                    <a:pt x="8020" y="7082"/>
                  </a:cubicBezTo>
                  <a:cubicBezTo>
                    <a:pt x="8652" y="6967"/>
                    <a:pt x="9590" y="6738"/>
                    <a:pt x="9666" y="6451"/>
                  </a:cubicBezTo>
                  <a:cubicBezTo>
                    <a:pt x="9743" y="6144"/>
                    <a:pt x="9073" y="5608"/>
                    <a:pt x="8594" y="5283"/>
                  </a:cubicBezTo>
                  <a:cubicBezTo>
                    <a:pt x="9877" y="4345"/>
                    <a:pt x="9781" y="4154"/>
                    <a:pt x="9762" y="4096"/>
                  </a:cubicBezTo>
                  <a:cubicBezTo>
                    <a:pt x="9685" y="3886"/>
                    <a:pt x="8996" y="3656"/>
                    <a:pt x="8365" y="3484"/>
                  </a:cubicBezTo>
                  <a:cubicBezTo>
                    <a:pt x="8594" y="3082"/>
                    <a:pt x="8939" y="2374"/>
                    <a:pt x="8939" y="2201"/>
                  </a:cubicBezTo>
                  <a:cubicBezTo>
                    <a:pt x="8939"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8"/>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8"/>
            <p:cNvSpPr/>
            <p:nvPr/>
          </p:nvSpPr>
          <p:spPr>
            <a:xfrm>
              <a:off x="8244384" y="1604962"/>
              <a:ext cx="40314" cy="24883"/>
            </a:xfrm>
            <a:custGeom>
              <a:rect b="b" l="l" r="r" t="t"/>
              <a:pathLst>
                <a:path extrusionOk="0" h="308" w="499">
                  <a:moveTo>
                    <a:pt x="1" y="1"/>
                  </a:moveTo>
                  <a:lnTo>
                    <a:pt x="498" y="307"/>
                  </a:lnTo>
                  <a:cubicBezTo>
                    <a:pt x="441"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8"/>
            <p:cNvSpPr/>
            <p:nvPr/>
          </p:nvSpPr>
          <p:spPr>
            <a:xfrm>
              <a:off x="8233558" y="1594136"/>
              <a:ext cx="61966" cy="45000"/>
            </a:xfrm>
            <a:custGeom>
              <a:rect b="b" l="l" r="r" t="t"/>
              <a:pathLst>
                <a:path extrusionOk="0" h="557" w="767">
                  <a:moveTo>
                    <a:pt x="154" y="1"/>
                  </a:moveTo>
                  <a:cubicBezTo>
                    <a:pt x="77" y="1"/>
                    <a:pt x="1" y="39"/>
                    <a:pt x="1" y="97"/>
                  </a:cubicBezTo>
                  <a:cubicBezTo>
                    <a:pt x="1" y="173"/>
                    <a:pt x="39" y="231"/>
                    <a:pt x="96" y="250"/>
                  </a:cubicBezTo>
                  <a:cubicBezTo>
                    <a:pt x="269" y="269"/>
                    <a:pt x="518" y="365"/>
                    <a:pt x="537" y="460"/>
                  </a:cubicBezTo>
                  <a:cubicBezTo>
                    <a:pt x="556" y="537"/>
                    <a:pt x="613" y="556"/>
                    <a:pt x="652" y="556"/>
                  </a:cubicBezTo>
                  <a:cubicBezTo>
                    <a:pt x="728" y="518"/>
                    <a:pt x="766" y="460"/>
                    <a:pt x="747" y="384"/>
                  </a:cubicBezTo>
                  <a:cubicBezTo>
                    <a:pt x="671" y="135"/>
                    <a:pt x="250" y="39"/>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8"/>
            <p:cNvSpPr/>
            <p:nvPr/>
          </p:nvSpPr>
          <p:spPr>
            <a:xfrm>
              <a:off x="8272257" y="1679210"/>
              <a:ext cx="41849" cy="26418"/>
            </a:xfrm>
            <a:custGeom>
              <a:rect b="b" l="l" r="r" t="t"/>
              <a:pathLst>
                <a:path extrusionOk="0" h="327" w="518">
                  <a:moveTo>
                    <a:pt x="0" y="1"/>
                  </a:moveTo>
                  <a:lnTo>
                    <a:pt x="517" y="326"/>
                  </a:lnTo>
                  <a:cubicBezTo>
                    <a:pt x="460" y="96"/>
                    <a:pt x="0" y="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8"/>
            <p:cNvSpPr/>
            <p:nvPr/>
          </p:nvSpPr>
          <p:spPr>
            <a:xfrm>
              <a:off x="8262966" y="1669918"/>
              <a:ext cx="61966" cy="44919"/>
            </a:xfrm>
            <a:custGeom>
              <a:rect b="b" l="l" r="r" t="t"/>
              <a:pathLst>
                <a:path extrusionOk="0" h="556" w="767">
                  <a:moveTo>
                    <a:pt x="154" y="1"/>
                  </a:moveTo>
                  <a:cubicBezTo>
                    <a:pt x="77" y="1"/>
                    <a:pt x="20" y="20"/>
                    <a:pt x="0" y="97"/>
                  </a:cubicBezTo>
                  <a:cubicBezTo>
                    <a:pt x="0" y="173"/>
                    <a:pt x="20" y="211"/>
                    <a:pt x="96" y="250"/>
                  </a:cubicBezTo>
                  <a:cubicBezTo>
                    <a:pt x="268" y="269"/>
                    <a:pt x="498" y="364"/>
                    <a:pt x="536" y="460"/>
                  </a:cubicBezTo>
                  <a:cubicBezTo>
                    <a:pt x="556" y="537"/>
                    <a:pt x="594" y="556"/>
                    <a:pt x="651" y="556"/>
                  </a:cubicBezTo>
                  <a:cubicBezTo>
                    <a:pt x="728" y="498"/>
                    <a:pt x="766" y="460"/>
                    <a:pt x="747" y="384"/>
                  </a:cubicBezTo>
                  <a:cubicBezTo>
                    <a:pt x="670" y="116"/>
                    <a:pt x="249" y="20"/>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8"/>
            <p:cNvSpPr/>
            <p:nvPr/>
          </p:nvSpPr>
          <p:spPr>
            <a:xfrm>
              <a:off x="8355715" y="1679210"/>
              <a:ext cx="37244" cy="31023"/>
            </a:xfrm>
            <a:custGeom>
              <a:rect b="b" l="l" r="r" t="t"/>
              <a:pathLst>
                <a:path extrusionOk="0" h="384" w="461">
                  <a:moveTo>
                    <a:pt x="1" y="1"/>
                  </a:moveTo>
                  <a:lnTo>
                    <a:pt x="460" y="383"/>
                  </a:lnTo>
                  <a:cubicBezTo>
                    <a:pt x="441" y="173"/>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8"/>
            <p:cNvSpPr/>
            <p:nvPr/>
          </p:nvSpPr>
          <p:spPr>
            <a:xfrm>
              <a:off x="8341819" y="1670969"/>
              <a:ext cx="60431" cy="50090"/>
            </a:xfrm>
            <a:custGeom>
              <a:rect b="b" l="l" r="r" t="t"/>
              <a:pathLst>
                <a:path extrusionOk="0" h="620" w="748">
                  <a:moveTo>
                    <a:pt x="141" y="0"/>
                  </a:moveTo>
                  <a:cubicBezTo>
                    <a:pt x="102" y="0"/>
                    <a:pt x="54" y="25"/>
                    <a:pt x="39" y="84"/>
                  </a:cubicBezTo>
                  <a:cubicBezTo>
                    <a:pt x="1" y="141"/>
                    <a:pt x="39" y="198"/>
                    <a:pt x="96" y="237"/>
                  </a:cubicBezTo>
                  <a:cubicBezTo>
                    <a:pt x="269" y="275"/>
                    <a:pt x="479" y="428"/>
                    <a:pt x="479" y="524"/>
                  </a:cubicBezTo>
                  <a:cubicBezTo>
                    <a:pt x="479" y="562"/>
                    <a:pt x="537" y="619"/>
                    <a:pt x="613" y="619"/>
                  </a:cubicBezTo>
                  <a:cubicBezTo>
                    <a:pt x="709" y="619"/>
                    <a:pt x="747" y="543"/>
                    <a:pt x="709" y="485"/>
                  </a:cubicBezTo>
                  <a:cubicBezTo>
                    <a:pt x="671" y="237"/>
                    <a:pt x="249" y="45"/>
                    <a:pt x="173" y="7"/>
                  </a:cubicBezTo>
                  <a:cubicBezTo>
                    <a:pt x="164" y="2"/>
                    <a:pt x="153" y="0"/>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8"/>
            <p:cNvSpPr/>
            <p:nvPr/>
          </p:nvSpPr>
          <p:spPr>
            <a:xfrm>
              <a:off x="8179428" y="1660627"/>
              <a:ext cx="41849" cy="24883"/>
            </a:xfrm>
            <a:custGeom>
              <a:rect b="b" l="l" r="r" t="t"/>
              <a:pathLst>
                <a:path extrusionOk="0" h="308" w="518">
                  <a:moveTo>
                    <a:pt x="1" y="1"/>
                  </a:moveTo>
                  <a:lnTo>
                    <a:pt x="518" y="307"/>
                  </a:lnTo>
                  <a:cubicBezTo>
                    <a:pt x="460"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8"/>
            <p:cNvSpPr/>
            <p:nvPr/>
          </p:nvSpPr>
          <p:spPr>
            <a:xfrm>
              <a:off x="8168601" y="1651417"/>
              <a:ext cx="61966" cy="43384"/>
            </a:xfrm>
            <a:custGeom>
              <a:rect b="b" l="l" r="r" t="t"/>
              <a:pathLst>
                <a:path extrusionOk="0" h="537" w="767">
                  <a:moveTo>
                    <a:pt x="135" y="0"/>
                  </a:moveTo>
                  <a:cubicBezTo>
                    <a:pt x="77" y="0"/>
                    <a:pt x="20" y="19"/>
                    <a:pt x="1" y="96"/>
                  </a:cubicBezTo>
                  <a:cubicBezTo>
                    <a:pt x="1" y="153"/>
                    <a:pt x="20" y="211"/>
                    <a:pt x="97" y="230"/>
                  </a:cubicBezTo>
                  <a:cubicBezTo>
                    <a:pt x="269" y="249"/>
                    <a:pt x="499" y="345"/>
                    <a:pt x="518" y="440"/>
                  </a:cubicBezTo>
                  <a:cubicBezTo>
                    <a:pt x="556" y="517"/>
                    <a:pt x="594" y="536"/>
                    <a:pt x="652" y="536"/>
                  </a:cubicBezTo>
                  <a:cubicBezTo>
                    <a:pt x="709" y="498"/>
                    <a:pt x="767" y="440"/>
                    <a:pt x="747" y="383"/>
                  </a:cubicBezTo>
                  <a:cubicBezTo>
                    <a:pt x="671" y="115"/>
                    <a:pt x="231" y="19"/>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8"/>
            <p:cNvSpPr/>
            <p:nvPr/>
          </p:nvSpPr>
          <p:spPr>
            <a:xfrm>
              <a:off x="8137739" y="1598741"/>
              <a:ext cx="46454" cy="15592"/>
            </a:xfrm>
            <a:custGeom>
              <a:rect b="b" l="l" r="r" t="t"/>
              <a:pathLst>
                <a:path extrusionOk="0" h="193" w="575">
                  <a:moveTo>
                    <a:pt x="30" y="1"/>
                  </a:moveTo>
                  <a:cubicBezTo>
                    <a:pt x="11" y="1"/>
                    <a:pt x="0" y="1"/>
                    <a:pt x="0" y="1"/>
                  </a:cubicBezTo>
                  <a:lnTo>
                    <a:pt x="574" y="193"/>
                  </a:lnTo>
                  <a:cubicBezTo>
                    <a:pt x="477" y="15"/>
                    <a:pt x="133" y="1"/>
                    <a:pt x="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8"/>
            <p:cNvSpPr/>
            <p:nvPr/>
          </p:nvSpPr>
          <p:spPr>
            <a:xfrm>
              <a:off x="8129983" y="1589531"/>
              <a:ext cx="65036" cy="34093"/>
            </a:xfrm>
            <a:custGeom>
              <a:rect b="b" l="l" r="r" t="t"/>
              <a:pathLst>
                <a:path extrusionOk="0" h="422" w="805">
                  <a:moveTo>
                    <a:pt x="115" y="1"/>
                  </a:moveTo>
                  <a:cubicBezTo>
                    <a:pt x="39" y="1"/>
                    <a:pt x="0" y="39"/>
                    <a:pt x="0" y="115"/>
                  </a:cubicBezTo>
                  <a:cubicBezTo>
                    <a:pt x="0" y="192"/>
                    <a:pt x="39" y="230"/>
                    <a:pt x="115" y="230"/>
                  </a:cubicBezTo>
                  <a:cubicBezTo>
                    <a:pt x="268" y="230"/>
                    <a:pt x="517" y="249"/>
                    <a:pt x="575" y="345"/>
                  </a:cubicBezTo>
                  <a:cubicBezTo>
                    <a:pt x="594" y="402"/>
                    <a:pt x="613" y="422"/>
                    <a:pt x="670" y="422"/>
                  </a:cubicBezTo>
                  <a:cubicBezTo>
                    <a:pt x="670" y="422"/>
                    <a:pt x="689" y="422"/>
                    <a:pt x="728" y="402"/>
                  </a:cubicBezTo>
                  <a:cubicBezTo>
                    <a:pt x="804" y="345"/>
                    <a:pt x="804" y="288"/>
                    <a:pt x="785" y="230"/>
                  </a:cubicBezTo>
                  <a:cubicBezTo>
                    <a:pt x="651" y="1"/>
                    <a:pt x="21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 name="Google Shape;747;p28"/>
          <p:cNvGrpSpPr/>
          <p:nvPr/>
        </p:nvGrpSpPr>
        <p:grpSpPr>
          <a:xfrm>
            <a:off x="1610235" y="248616"/>
            <a:ext cx="128153" cy="132673"/>
            <a:chOff x="6706160" y="2422566"/>
            <a:chExt cx="128153" cy="132673"/>
          </a:xfrm>
        </p:grpSpPr>
        <p:sp>
          <p:nvSpPr>
            <p:cNvPr id="748" name="Google Shape;748;p28"/>
            <p:cNvSpPr/>
            <p:nvPr/>
          </p:nvSpPr>
          <p:spPr>
            <a:xfrm>
              <a:off x="6766861" y="2422566"/>
              <a:ext cx="13502" cy="132673"/>
            </a:xfrm>
            <a:custGeom>
              <a:rect b="b" l="l" r="r" t="t"/>
              <a:pathLst>
                <a:path extrusionOk="0" h="2260" w="230">
                  <a:moveTo>
                    <a:pt x="115" y="1"/>
                  </a:moveTo>
                  <a:cubicBezTo>
                    <a:pt x="38" y="1"/>
                    <a:pt x="0" y="58"/>
                    <a:pt x="0" y="116"/>
                  </a:cubicBezTo>
                  <a:lnTo>
                    <a:pt x="0" y="2125"/>
                  </a:lnTo>
                  <a:cubicBezTo>
                    <a:pt x="0" y="2202"/>
                    <a:pt x="38" y="2259"/>
                    <a:pt x="115" y="2259"/>
                  </a:cubicBezTo>
                  <a:cubicBezTo>
                    <a:pt x="192" y="2259"/>
                    <a:pt x="230" y="2202"/>
                    <a:pt x="230" y="2125"/>
                  </a:cubicBezTo>
                  <a:lnTo>
                    <a:pt x="230" y="116"/>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8"/>
            <p:cNvSpPr/>
            <p:nvPr/>
          </p:nvSpPr>
          <p:spPr>
            <a:xfrm>
              <a:off x="6717372" y="2447809"/>
              <a:ext cx="113594" cy="81600"/>
            </a:xfrm>
            <a:custGeom>
              <a:rect b="b" l="l" r="r" t="t"/>
              <a:pathLst>
                <a:path extrusionOk="0" h="1390" w="1935">
                  <a:moveTo>
                    <a:pt x="1787" y="1"/>
                  </a:moveTo>
                  <a:cubicBezTo>
                    <a:pt x="1766" y="1"/>
                    <a:pt x="1745" y="9"/>
                    <a:pt x="1724" y="30"/>
                  </a:cubicBezTo>
                  <a:lnTo>
                    <a:pt x="77" y="1179"/>
                  </a:lnTo>
                  <a:cubicBezTo>
                    <a:pt x="20" y="1217"/>
                    <a:pt x="1" y="1293"/>
                    <a:pt x="58" y="1351"/>
                  </a:cubicBezTo>
                  <a:cubicBezTo>
                    <a:pt x="77" y="1370"/>
                    <a:pt x="97" y="1389"/>
                    <a:pt x="154" y="1389"/>
                  </a:cubicBezTo>
                  <a:cubicBezTo>
                    <a:pt x="173" y="1389"/>
                    <a:pt x="192" y="1389"/>
                    <a:pt x="211" y="1370"/>
                  </a:cubicBezTo>
                  <a:lnTo>
                    <a:pt x="1877" y="221"/>
                  </a:lnTo>
                  <a:cubicBezTo>
                    <a:pt x="1915" y="164"/>
                    <a:pt x="1934" y="107"/>
                    <a:pt x="1896" y="49"/>
                  </a:cubicBezTo>
                  <a:cubicBezTo>
                    <a:pt x="1860" y="25"/>
                    <a:pt x="1823" y="1"/>
                    <a:pt x="17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8"/>
            <p:cNvSpPr/>
            <p:nvPr/>
          </p:nvSpPr>
          <p:spPr>
            <a:xfrm>
              <a:off x="6728644" y="2440295"/>
              <a:ext cx="89936" cy="93576"/>
            </a:xfrm>
            <a:custGeom>
              <a:rect b="b" l="l" r="r" t="t"/>
              <a:pathLst>
                <a:path extrusionOk="0" h="1594" w="1532">
                  <a:moveTo>
                    <a:pt x="134" y="0"/>
                  </a:moveTo>
                  <a:cubicBezTo>
                    <a:pt x="106" y="0"/>
                    <a:pt x="77" y="15"/>
                    <a:pt x="58" y="43"/>
                  </a:cubicBezTo>
                  <a:cubicBezTo>
                    <a:pt x="0" y="82"/>
                    <a:pt x="0" y="158"/>
                    <a:pt x="58" y="196"/>
                  </a:cubicBezTo>
                  <a:lnTo>
                    <a:pt x="1321" y="1536"/>
                  </a:lnTo>
                  <a:cubicBezTo>
                    <a:pt x="1340" y="1574"/>
                    <a:pt x="1398" y="1594"/>
                    <a:pt x="1417" y="1594"/>
                  </a:cubicBezTo>
                  <a:cubicBezTo>
                    <a:pt x="1455" y="1594"/>
                    <a:pt x="1493" y="1594"/>
                    <a:pt x="1493" y="1536"/>
                  </a:cubicBezTo>
                  <a:cubicBezTo>
                    <a:pt x="1532" y="1498"/>
                    <a:pt x="1532" y="1421"/>
                    <a:pt x="1493" y="1383"/>
                  </a:cubicBezTo>
                  <a:lnTo>
                    <a:pt x="211" y="43"/>
                  </a:lnTo>
                  <a:cubicBezTo>
                    <a:pt x="192" y="15"/>
                    <a:pt x="163"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8"/>
            <p:cNvSpPr/>
            <p:nvPr/>
          </p:nvSpPr>
          <p:spPr>
            <a:xfrm>
              <a:off x="6706160" y="2478747"/>
              <a:ext cx="128153" cy="15792"/>
            </a:xfrm>
            <a:custGeom>
              <a:rect b="b" l="l" r="r" t="t"/>
              <a:pathLst>
                <a:path extrusionOk="0" h="269" w="2183">
                  <a:moveTo>
                    <a:pt x="2068" y="1"/>
                  </a:moveTo>
                  <a:lnTo>
                    <a:pt x="115" y="20"/>
                  </a:lnTo>
                  <a:cubicBezTo>
                    <a:pt x="58" y="20"/>
                    <a:pt x="1" y="77"/>
                    <a:pt x="1" y="154"/>
                  </a:cubicBezTo>
                  <a:cubicBezTo>
                    <a:pt x="1" y="211"/>
                    <a:pt x="58" y="269"/>
                    <a:pt x="115" y="269"/>
                  </a:cubicBezTo>
                  <a:lnTo>
                    <a:pt x="2068" y="250"/>
                  </a:lnTo>
                  <a:cubicBezTo>
                    <a:pt x="2125" y="250"/>
                    <a:pt x="2183" y="192"/>
                    <a:pt x="2183" y="116"/>
                  </a:cubicBezTo>
                  <a:cubicBezTo>
                    <a:pt x="2183" y="39"/>
                    <a:pt x="2125" y="1"/>
                    <a:pt x="20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 name="Google Shape;752;p28"/>
          <p:cNvGrpSpPr/>
          <p:nvPr/>
        </p:nvGrpSpPr>
        <p:grpSpPr>
          <a:xfrm>
            <a:off x="7168004" y="618516"/>
            <a:ext cx="912444" cy="643251"/>
            <a:chOff x="7168004" y="618516"/>
            <a:chExt cx="912444" cy="643251"/>
          </a:xfrm>
        </p:grpSpPr>
        <p:grpSp>
          <p:nvGrpSpPr>
            <p:cNvPr id="753" name="Google Shape;753;p28"/>
            <p:cNvGrpSpPr/>
            <p:nvPr/>
          </p:nvGrpSpPr>
          <p:grpSpPr>
            <a:xfrm>
              <a:off x="7168004" y="618516"/>
              <a:ext cx="912444" cy="643251"/>
              <a:chOff x="7168004" y="618516"/>
              <a:chExt cx="912444" cy="643251"/>
            </a:xfrm>
          </p:grpSpPr>
          <p:sp>
            <p:nvSpPr>
              <p:cNvPr id="754" name="Google Shape;754;p28"/>
              <p:cNvSpPr/>
              <p:nvPr/>
            </p:nvSpPr>
            <p:spPr>
              <a:xfrm>
                <a:off x="7168004" y="618516"/>
                <a:ext cx="912444" cy="643251"/>
              </a:xfrm>
              <a:custGeom>
                <a:rect b="b" l="l" r="r" t="t"/>
                <a:pathLst>
                  <a:path extrusionOk="0" h="6815" w="9667">
                    <a:moveTo>
                      <a:pt x="5839" y="1"/>
                    </a:moveTo>
                    <a:cubicBezTo>
                      <a:pt x="5437" y="1"/>
                      <a:pt x="5054" y="116"/>
                      <a:pt x="4729" y="326"/>
                    </a:cubicBezTo>
                    <a:cubicBezTo>
                      <a:pt x="4633" y="288"/>
                      <a:pt x="4499" y="269"/>
                      <a:pt x="4384" y="211"/>
                    </a:cubicBezTo>
                    <a:cubicBezTo>
                      <a:pt x="4078" y="97"/>
                      <a:pt x="3791" y="39"/>
                      <a:pt x="3523" y="39"/>
                    </a:cubicBezTo>
                    <a:cubicBezTo>
                      <a:pt x="3025" y="39"/>
                      <a:pt x="2585" y="231"/>
                      <a:pt x="2279" y="575"/>
                    </a:cubicBezTo>
                    <a:lnTo>
                      <a:pt x="2260" y="594"/>
                    </a:lnTo>
                    <a:cubicBezTo>
                      <a:pt x="2068" y="843"/>
                      <a:pt x="1972" y="1092"/>
                      <a:pt x="1896" y="1341"/>
                    </a:cubicBezTo>
                    <a:cubicBezTo>
                      <a:pt x="1207" y="1532"/>
                      <a:pt x="575" y="2145"/>
                      <a:pt x="307" y="2949"/>
                    </a:cubicBezTo>
                    <a:cubicBezTo>
                      <a:pt x="1" y="3867"/>
                      <a:pt x="269" y="4805"/>
                      <a:pt x="1035" y="5360"/>
                    </a:cubicBezTo>
                    <a:cubicBezTo>
                      <a:pt x="1303" y="5571"/>
                      <a:pt x="1609" y="5743"/>
                      <a:pt x="1915" y="5839"/>
                    </a:cubicBezTo>
                    <a:cubicBezTo>
                      <a:pt x="2260" y="6451"/>
                      <a:pt x="2872" y="6815"/>
                      <a:pt x="3638" y="6815"/>
                    </a:cubicBezTo>
                    <a:lnTo>
                      <a:pt x="3638" y="6777"/>
                    </a:lnTo>
                    <a:lnTo>
                      <a:pt x="3791" y="6777"/>
                    </a:lnTo>
                    <a:cubicBezTo>
                      <a:pt x="4461" y="6777"/>
                      <a:pt x="5054" y="6643"/>
                      <a:pt x="5533" y="6451"/>
                    </a:cubicBezTo>
                    <a:cubicBezTo>
                      <a:pt x="5820" y="6643"/>
                      <a:pt x="6126" y="6738"/>
                      <a:pt x="6490" y="6738"/>
                    </a:cubicBezTo>
                    <a:cubicBezTo>
                      <a:pt x="7561" y="6738"/>
                      <a:pt x="8825" y="5839"/>
                      <a:pt x="9342" y="4709"/>
                    </a:cubicBezTo>
                    <a:cubicBezTo>
                      <a:pt x="9667" y="3867"/>
                      <a:pt x="9552" y="3063"/>
                      <a:pt x="8997" y="2470"/>
                    </a:cubicBezTo>
                    <a:cubicBezTo>
                      <a:pt x="8729" y="2202"/>
                      <a:pt x="8461" y="2011"/>
                      <a:pt x="8174" y="1896"/>
                    </a:cubicBezTo>
                    <a:cubicBezTo>
                      <a:pt x="7983" y="1264"/>
                      <a:pt x="7561" y="709"/>
                      <a:pt x="6987" y="365"/>
                    </a:cubicBezTo>
                    <a:cubicBezTo>
                      <a:pt x="6643" y="116"/>
                      <a:pt x="6260" y="1"/>
                      <a:pt x="5839" y="1"/>
                    </a:cubicBezTo>
                    <a:close/>
                  </a:path>
                </a:pathLst>
              </a:custGeom>
              <a:solidFill>
                <a:schemeClr val="lt1"/>
              </a:solidFill>
              <a:ln>
                <a:noFill/>
              </a:ln>
              <a:effectLst>
                <a:outerShdw blurRad="71438" rotWithShape="0" algn="bl" dir="5100000" dist="952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8"/>
              <p:cNvSpPr/>
              <p:nvPr/>
            </p:nvSpPr>
            <p:spPr>
              <a:xfrm>
                <a:off x="7206137" y="697992"/>
                <a:ext cx="847222" cy="482792"/>
              </a:xfrm>
              <a:custGeom>
                <a:rect b="b" l="l" r="r" t="t"/>
                <a:pathLst>
                  <a:path extrusionOk="0" h="5115" w="8976">
                    <a:moveTo>
                      <a:pt x="5465" y="1"/>
                    </a:moveTo>
                    <a:cubicBezTo>
                      <a:pt x="5046" y="1"/>
                      <a:pt x="4674" y="236"/>
                      <a:pt x="4420" y="544"/>
                    </a:cubicBezTo>
                    <a:lnTo>
                      <a:pt x="4420" y="544"/>
                    </a:lnTo>
                    <a:cubicBezTo>
                      <a:pt x="4251" y="408"/>
                      <a:pt x="4031" y="286"/>
                      <a:pt x="3750" y="192"/>
                    </a:cubicBezTo>
                    <a:cubicBezTo>
                      <a:pt x="3513" y="113"/>
                      <a:pt x="3313" y="79"/>
                      <a:pt x="3145" y="79"/>
                    </a:cubicBezTo>
                    <a:cubicBezTo>
                      <a:pt x="2087" y="79"/>
                      <a:pt x="2257" y="1417"/>
                      <a:pt x="2257" y="1417"/>
                    </a:cubicBezTo>
                    <a:cubicBezTo>
                      <a:pt x="2148" y="1352"/>
                      <a:pt x="2030" y="1323"/>
                      <a:pt x="1911" y="1323"/>
                    </a:cubicBezTo>
                    <a:cubicBezTo>
                      <a:pt x="1013" y="1323"/>
                      <a:pt x="0" y="3003"/>
                      <a:pt x="1166" y="3848"/>
                    </a:cubicBezTo>
                    <a:cubicBezTo>
                      <a:pt x="1526" y="4118"/>
                      <a:pt x="1869" y="4241"/>
                      <a:pt x="2164" y="4262"/>
                    </a:cubicBezTo>
                    <a:lnTo>
                      <a:pt x="2164" y="4262"/>
                    </a:lnTo>
                    <a:cubicBezTo>
                      <a:pt x="2265" y="4709"/>
                      <a:pt x="2587" y="5098"/>
                      <a:pt x="3272" y="5112"/>
                    </a:cubicBezTo>
                    <a:cubicBezTo>
                      <a:pt x="3333" y="5114"/>
                      <a:pt x="3394" y="5114"/>
                      <a:pt x="3453" y="5114"/>
                    </a:cubicBezTo>
                    <a:cubicBezTo>
                      <a:pt x="4324" y="5114"/>
                      <a:pt x="4917" y="4910"/>
                      <a:pt x="5259" y="4603"/>
                    </a:cubicBezTo>
                    <a:lnTo>
                      <a:pt x="5259" y="4603"/>
                    </a:lnTo>
                    <a:cubicBezTo>
                      <a:pt x="5331" y="4700"/>
                      <a:pt x="5420" y="4794"/>
                      <a:pt x="5531" y="4882"/>
                    </a:cubicBezTo>
                    <a:cubicBezTo>
                      <a:pt x="5686" y="5004"/>
                      <a:pt x="5875" y="5058"/>
                      <a:pt x="6080" y="5058"/>
                    </a:cubicBezTo>
                    <a:cubicBezTo>
                      <a:pt x="7261" y="5058"/>
                      <a:pt x="8975" y="3259"/>
                      <a:pt x="7981" y="2183"/>
                    </a:cubicBezTo>
                    <a:cubicBezTo>
                      <a:pt x="7700" y="1875"/>
                      <a:pt x="7399" y="1759"/>
                      <a:pt x="7118" y="1759"/>
                    </a:cubicBezTo>
                    <a:cubicBezTo>
                      <a:pt x="7086" y="1759"/>
                      <a:pt x="7055" y="1761"/>
                      <a:pt x="7024" y="1763"/>
                    </a:cubicBezTo>
                    <a:lnTo>
                      <a:pt x="7024" y="1763"/>
                    </a:lnTo>
                    <a:cubicBezTo>
                      <a:pt x="7040" y="1237"/>
                      <a:pt x="6785" y="627"/>
                      <a:pt x="6143" y="212"/>
                    </a:cubicBezTo>
                    <a:cubicBezTo>
                      <a:pt x="5911" y="64"/>
                      <a:pt x="5681" y="1"/>
                      <a:pt x="5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6" name="Google Shape;756;p28"/>
            <p:cNvSpPr/>
            <p:nvPr/>
          </p:nvSpPr>
          <p:spPr>
            <a:xfrm>
              <a:off x="7240306" y="690818"/>
              <a:ext cx="766143" cy="504124"/>
            </a:xfrm>
            <a:custGeom>
              <a:rect b="b" l="l" r="r" t="t"/>
              <a:pathLst>
                <a:path extrusionOk="0" h="5341" w="8117">
                  <a:moveTo>
                    <a:pt x="4078" y="824"/>
                  </a:moveTo>
                  <a:cubicBezTo>
                    <a:pt x="4403" y="1130"/>
                    <a:pt x="4460" y="1493"/>
                    <a:pt x="4365" y="1723"/>
                  </a:cubicBezTo>
                  <a:cubicBezTo>
                    <a:pt x="4317" y="1853"/>
                    <a:pt x="4234" y="1925"/>
                    <a:pt x="4141" y="1925"/>
                  </a:cubicBezTo>
                  <a:cubicBezTo>
                    <a:pt x="4083" y="1925"/>
                    <a:pt x="4021" y="1897"/>
                    <a:pt x="3963" y="1838"/>
                  </a:cubicBezTo>
                  <a:cubicBezTo>
                    <a:pt x="3733" y="1647"/>
                    <a:pt x="3790" y="1206"/>
                    <a:pt x="4078" y="824"/>
                  </a:cubicBezTo>
                  <a:close/>
                  <a:moveTo>
                    <a:pt x="6547" y="2010"/>
                  </a:moveTo>
                  <a:lnTo>
                    <a:pt x="6547" y="2010"/>
                  </a:lnTo>
                  <a:cubicBezTo>
                    <a:pt x="6489" y="2451"/>
                    <a:pt x="6221" y="2776"/>
                    <a:pt x="5877" y="2833"/>
                  </a:cubicBezTo>
                  <a:lnTo>
                    <a:pt x="5800" y="2833"/>
                  </a:lnTo>
                  <a:cubicBezTo>
                    <a:pt x="5704" y="2833"/>
                    <a:pt x="5704" y="2795"/>
                    <a:pt x="5704" y="2776"/>
                  </a:cubicBezTo>
                  <a:cubicBezTo>
                    <a:pt x="5685" y="2585"/>
                    <a:pt x="6030" y="2125"/>
                    <a:pt x="6547" y="2010"/>
                  </a:cubicBezTo>
                  <a:close/>
                  <a:moveTo>
                    <a:pt x="2278" y="3120"/>
                  </a:moveTo>
                  <a:cubicBezTo>
                    <a:pt x="2355" y="3120"/>
                    <a:pt x="2393" y="3178"/>
                    <a:pt x="2451" y="3235"/>
                  </a:cubicBezTo>
                  <a:cubicBezTo>
                    <a:pt x="2623" y="3446"/>
                    <a:pt x="2661" y="3714"/>
                    <a:pt x="2565" y="3905"/>
                  </a:cubicBezTo>
                  <a:cubicBezTo>
                    <a:pt x="2451" y="4116"/>
                    <a:pt x="2202" y="4250"/>
                    <a:pt x="1895" y="4250"/>
                  </a:cubicBezTo>
                  <a:cubicBezTo>
                    <a:pt x="1819" y="3848"/>
                    <a:pt x="1934" y="3427"/>
                    <a:pt x="2106" y="3235"/>
                  </a:cubicBezTo>
                  <a:cubicBezTo>
                    <a:pt x="2163" y="3159"/>
                    <a:pt x="2221" y="3120"/>
                    <a:pt x="2278" y="3120"/>
                  </a:cubicBezTo>
                  <a:close/>
                  <a:moveTo>
                    <a:pt x="4977" y="3465"/>
                  </a:moveTo>
                  <a:cubicBezTo>
                    <a:pt x="5015" y="3465"/>
                    <a:pt x="5054" y="3522"/>
                    <a:pt x="5111" y="3637"/>
                  </a:cubicBezTo>
                  <a:cubicBezTo>
                    <a:pt x="5207" y="3943"/>
                    <a:pt x="5149" y="4250"/>
                    <a:pt x="4939" y="4499"/>
                  </a:cubicBezTo>
                  <a:cubicBezTo>
                    <a:pt x="4747" y="4173"/>
                    <a:pt x="4767" y="3809"/>
                    <a:pt x="4862" y="3599"/>
                  </a:cubicBezTo>
                  <a:cubicBezTo>
                    <a:pt x="4920" y="3503"/>
                    <a:pt x="4958" y="3465"/>
                    <a:pt x="4977" y="3465"/>
                  </a:cubicBezTo>
                  <a:close/>
                  <a:moveTo>
                    <a:pt x="5084" y="267"/>
                  </a:moveTo>
                  <a:cubicBezTo>
                    <a:pt x="5293" y="267"/>
                    <a:pt x="5505" y="329"/>
                    <a:pt x="5704" y="460"/>
                  </a:cubicBezTo>
                  <a:cubicBezTo>
                    <a:pt x="6202" y="766"/>
                    <a:pt x="6508" y="1264"/>
                    <a:pt x="6547" y="1800"/>
                  </a:cubicBezTo>
                  <a:cubicBezTo>
                    <a:pt x="5915" y="1895"/>
                    <a:pt x="5417" y="2470"/>
                    <a:pt x="5437" y="2795"/>
                  </a:cubicBezTo>
                  <a:cubicBezTo>
                    <a:pt x="5437" y="2948"/>
                    <a:pt x="5532" y="3082"/>
                    <a:pt x="5781" y="3082"/>
                  </a:cubicBezTo>
                  <a:lnTo>
                    <a:pt x="5877" y="3082"/>
                  </a:lnTo>
                  <a:cubicBezTo>
                    <a:pt x="6374" y="3025"/>
                    <a:pt x="6719" y="2585"/>
                    <a:pt x="6776" y="2010"/>
                  </a:cubicBezTo>
                  <a:cubicBezTo>
                    <a:pt x="7044" y="2029"/>
                    <a:pt x="7312" y="2163"/>
                    <a:pt x="7523" y="2393"/>
                  </a:cubicBezTo>
                  <a:cubicBezTo>
                    <a:pt x="7906" y="2795"/>
                    <a:pt x="7810" y="3274"/>
                    <a:pt x="7657" y="3618"/>
                  </a:cubicBezTo>
                  <a:cubicBezTo>
                    <a:pt x="7331" y="4384"/>
                    <a:pt x="6394" y="5073"/>
                    <a:pt x="5704" y="5073"/>
                  </a:cubicBezTo>
                  <a:cubicBezTo>
                    <a:pt x="5513" y="5073"/>
                    <a:pt x="5341" y="4996"/>
                    <a:pt x="5226" y="4901"/>
                  </a:cubicBezTo>
                  <a:cubicBezTo>
                    <a:pt x="5149" y="4843"/>
                    <a:pt x="5073" y="4786"/>
                    <a:pt x="5035" y="4709"/>
                  </a:cubicBezTo>
                  <a:cubicBezTo>
                    <a:pt x="5322" y="4403"/>
                    <a:pt x="5417" y="4001"/>
                    <a:pt x="5303" y="3599"/>
                  </a:cubicBezTo>
                  <a:cubicBezTo>
                    <a:pt x="5207" y="3312"/>
                    <a:pt x="5054" y="3254"/>
                    <a:pt x="4958" y="3254"/>
                  </a:cubicBezTo>
                  <a:cubicBezTo>
                    <a:pt x="4843" y="3254"/>
                    <a:pt x="4728" y="3350"/>
                    <a:pt x="4633" y="3522"/>
                  </a:cubicBezTo>
                  <a:cubicBezTo>
                    <a:pt x="4479" y="3809"/>
                    <a:pt x="4460" y="4269"/>
                    <a:pt x="4728" y="4690"/>
                  </a:cubicBezTo>
                  <a:cubicBezTo>
                    <a:pt x="4460" y="4901"/>
                    <a:pt x="3924" y="5130"/>
                    <a:pt x="3006" y="5130"/>
                  </a:cubicBezTo>
                  <a:lnTo>
                    <a:pt x="2910" y="5130"/>
                  </a:lnTo>
                  <a:cubicBezTo>
                    <a:pt x="2297" y="5092"/>
                    <a:pt x="2049" y="4805"/>
                    <a:pt x="1953" y="4499"/>
                  </a:cubicBezTo>
                  <a:cubicBezTo>
                    <a:pt x="2336" y="4479"/>
                    <a:pt x="2642" y="4288"/>
                    <a:pt x="2757" y="4039"/>
                  </a:cubicBezTo>
                  <a:cubicBezTo>
                    <a:pt x="2910" y="3752"/>
                    <a:pt x="2853" y="3427"/>
                    <a:pt x="2623" y="3140"/>
                  </a:cubicBezTo>
                  <a:cubicBezTo>
                    <a:pt x="2489" y="2967"/>
                    <a:pt x="2374" y="2948"/>
                    <a:pt x="2278" y="2948"/>
                  </a:cubicBezTo>
                  <a:cubicBezTo>
                    <a:pt x="2144" y="2948"/>
                    <a:pt x="2010" y="3006"/>
                    <a:pt x="1915" y="3140"/>
                  </a:cubicBezTo>
                  <a:cubicBezTo>
                    <a:pt x="1723" y="3369"/>
                    <a:pt x="1589" y="3829"/>
                    <a:pt x="1628" y="4288"/>
                  </a:cubicBezTo>
                  <a:cubicBezTo>
                    <a:pt x="1379" y="4231"/>
                    <a:pt x="1111" y="4097"/>
                    <a:pt x="843" y="3905"/>
                  </a:cubicBezTo>
                  <a:cubicBezTo>
                    <a:pt x="230" y="3446"/>
                    <a:pt x="364" y="2814"/>
                    <a:pt x="441" y="2565"/>
                  </a:cubicBezTo>
                  <a:cubicBezTo>
                    <a:pt x="613" y="2010"/>
                    <a:pt x="1111" y="1551"/>
                    <a:pt x="1513" y="1551"/>
                  </a:cubicBezTo>
                  <a:cubicBezTo>
                    <a:pt x="1608" y="1551"/>
                    <a:pt x="1704" y="1570"/>
                    <a:pt x="1800" y="1627"/>
                  </a:cubicBezTo>
                  <a:cubicBezTo>
                    <a:pt x="1809" y="1637"/>
                    <a:pt x="1829" y="1642"/>
                    <a:pt x="1850" y="1642"/>
                  </a:cubicBezTo>
                  <a:cubicBezTo>
                    <a:pt x="1872" y="1642"/>
                    <a:pt x="1895" y="1637"/>
                    <a:pt x="1915" y="1627"/>
                  </a:cubicBezTo>
                  <a:cubicBezTo>
                    <a:pt x="1953" y="1608"/>
                    <a:pt x="1972" y="1551"/>
                    <a:pt x="1972" y="1513"/>
                  </a:cubicBezTo>
                  <a:cubicBezTo>
                    <a:pt x="1972" y="1513"/>
                    <a:pt x="1876" y="862"/>
                    <a:pt x="2183" y="517"/>
                  </a:cubicBezTo>
                  <a:cubicBezTo>
                    <a:pt x="2326" y="385"/>
                    <a:pt x="2501" y="323"/>
                    <a:pt x="2726" y="323"/>
                  </a:cubicBezTo>
                  <a:cubicBezTo>
                    <a:pt x="2891" y="323"/>
                    <a:pt x="3084" y="357"/>
                    <a:pt x="3312" y="422"/>
                  </a:cubicBezTo>
                  <a:cubicBezTo>
                    <a:pt x="3522" y="498"/>
                    <a:pt x="3714" y="575"/>
                    <a:pt x="3867" y="690"/>
                  </a:cubicBezTo>
                  <a:cubicBezTo>
                    <a:pt x="3542" y="1149"/>
                    <a:pt x="3427" y="1742"/>
                    <a:pt x="3790" y="2049"/>
                  </a:cubicBezTo>
                  <a:cubicBezTo>
                    <a:pt x="3886" y="2144"/>
                    <a:pt x="4001" y="2202"/>
                    <a:pt x="4116" y="2202"/>
                  </a:cubicBezTo>
                  <a:cubicBezTo>
                    <a:pt x="4345" y="2202"/>
                    <a:pt x="4499" y="2049"/>
                    <a:pt x="4575" y="1838"/>
                  </a:cubicBezTo>
                  <a:cubicBezTo>
                    <a:pt x="4690" y="1532"/>
                    <a:pt x="4633" y="1053"/>
                    <a:pt x="4212" y="670"/>
                  </a:cubicBezTo>
                  <a:cubicBezTo>
                    <a:pt x="4464" y="407"/>
                    <a:pt x="4771" y="267"/>
                    <a:pt x="5084" y="267"/>
                  </a:cubicBezTo>
                  <a:close/>
                  <a:moveTo>
                    <a:pt x="5073" y="1"/>
                  </a:moveTo>
                  <a:cubicBezTo>
                    <a:pt x="4690" y="1"/>
                    <a:pt x="4307" y="173"/>
                    <a:pt x="4020" y="479"/>
                  </a:cubicBezTo>
                  <a:cubicBezTo>
                    <a:pt x="3867" y="364"/>
                    <a:pt x="3637" y="230"/>
                    <a:pt x="3408" y="173"/>
                  </a:cubicBezTo>
                  <a:cubicBezTo>
                    <a:pt x="3162" y="83"/>
                    <a:pt x="2945" y="40"/>
                    <a:pt x="2755" y="40"/>
                  </a:cubicBezTo>
                  <a:cubicBezTo>
                    <a:pt x="2456" y="40"/>
                    <a:pt x="2224" y="146"/>
                    <a:pt x="2049" y="345"/>
                  </a:cubicBezTo>
                  <a:cubicBezTo>
                    <a:pt x="1800" y="632"/>
                    <a:pt x="1742" y="1053"/>
                    <a:pt x="1742" y="1302"/>
                  </a:cubicBezTo>
                  <a:cubicBezTo>
                    <a:pt x="1685" y="1264"/>
                    <a:pt x="1608" y="1264"/>
                    <a:pt x="1532" y="1264"/>
                  </a:cubicBezTo>
                  <a:cubicBezTo>
                    <a:pt x="1015" y="1264"/>
                    <a:pt x="441" y="1800"/>
                    <a:pt x="230" y="2431"/>
                  </a:cubicBezTo>
                  <a:cubicBezTo>
                    <a:pt x="1" y="3063"/>
                    <a:pt x="173" y="3656"/>
                    <a:pt x="709" y="4039"/>
                  </a:cubicBezTo>
                  <a:cubicBezTo>
                    <a:pt x="1015" y="4288"/>
                    <a:pt x="1379" y="4422"/>
                    <a:pt x="1685" y="4479"/>
                  </a:cubicBezTo>
                  <a:cubicBezTo>
                    <a:pt x="1819" y="4996"/>
                    <a:pt x="2259" y="5341"/>
                    <a:pt x="2872" y="5341"/>
                  </a:cubicBezTo>
                  <a:lnTo>
                    <a:pt x="3006" y="5341"/>
                  </a:lnTo>
                  <a:cubicBezTo>
                    <a:pt x="3810" y="5341"/>
                    <a:pt x="4460" y="5168"/>
                    <a:pt x="4862" y="4881"/>
                  </a:cubicBezTo>
                  <a:cubicBezTo>
                    <a:pt x="4901" y="4958"/>
                    <a:pt x="5015" y="5034"/>
                    <a:pt x="5073" y="5092"/>
                  </a:cubicBezTo>
                  <a:cubicBezTo>
                    <a:pt x="5245" y="5245"/>
                    <a:pt x="5456" y="5302"/>
                    <a:pt x="5704" y="5302"/>
                  </a:cubicBezTo>
                  <a:cubicBezTo>
                    <a:pt x="6489" y="5302"/>
                    <a:pt x="7485" y="4575"/>
                    <a:pt x="7887" y="3714"/>
                  </a:cubicBezTo>
                  <a:cubicBezTo>
                    <a:pt x="8116" y="3140"/>
                    <a:pt x="8040" y="2604"/>
                    <a:pt x="7695" y="2221"/>
                  </a:cubicBezTo>
                  <a:cubicBezTo>
                    <a:pt x="7427" y="1934"/>
                    <a:pt x="7121" y="1761"/>
                    <a:pt x="6776" y="1761"/>
                  </a:cubicBezTo>
                  <a:cubicBezTo>
                    <a:pt x="6738" y="1168"/>
                    <a:pt x="6394" y="594"/>
                    <a:pt x="5819" y="230"/>
                  </a:cubicBezTo>
                  <a:cubicBezTo>
                    <a:pt x="5590" y="77"/>
                    <a:pt x="5341" y="1"/>
                    <a:pt x="50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 name="Google Shape;757;p28"/>
          <p:cNvGrpSpPr/>
          <p:nvPr/>
        </p:nvGrpSpPr>
        <p:grpSpPr>
          <a:xfrm>
            <a:off x="4036318" y="3820178"/>
            <a:ext cx="657409" cy="788792"/>
            <a:chOff x="4036318" y="3820178"/>
            <a:chExt cx="657409" cy="788792"/>
          </a:xfrm>
        </p:grpSpPr>
        <p:sp>
          <p:nvSpPr>
            <p:cNvPr id="758" name="Google Shape;758;p28"/>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8"/>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8"/>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8"/>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8"/>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8"/>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8"/>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 name="Google Shape;765;p28"/>
          <p:cNvGrpSpPr/>
          <p:nvPr/>
        </p:nvGrpSpPr>
        <p:grpSpPr>
          <a:xfrm>
            <a:off x="4474900" y="3241761"/>
            <a:ext cx="415808" cy="498934"/>
            <a:chOff x="4908300" y="2675411"/>
            <a:chExt cx="415808" cy="498934"/>
          </a:xfrm>
        </p:grpSpPr>
        <p:sp>
          <p:nvSpPr>
            <p:cNvPr id="766" name="Google Shape;766;p28"/>
            <p:cNvSpPr/>
            <p:nvPr/>
          </p:nvSpPr>
          <p:spPr>
            <a:xfrm>
              <a:off x="4908300" y="2675411"/>
              <a:ext cx="415808" cy="498934"/>
            </a:xfrm>
            <a:custGeom>
              <a:rect b="b" l="l" r="r" t="t"/>
              <a:pathLst>
                <a:path extrusionOk="0" h="8499" w="7083">
                  <a:moveTo>
                    <a:pt x="3542" y="0"/>
                  </a:moveTo>
                  <a:cubicBezTo>
                    <a:pt x="1589" y="0"/>
                    <a:pt x="1" y="1589"/>
                    <a:pt x="1" y="3541"/>
                  </a:cubicBezTo>
                  <a:cubicBezTo>
                    <a:pt x="1" y="5034"/>
                    <a:pt x="938" y="6317"/>
                    <a:pt x="2259" y="6853"/>
                  </a:cubicBezTo>
                  <a:cubicBezTo>
                    <a:pt x="1972" y="6968"/>
                    <a:pt x="1742" y="7255"/>
                    <a:pt x="1742" y="7618"/>
                  </a:cubicBezTo>
                  <a:cubicBezTo>
                    <a:pt x="1742" y="8097"/>
                    <a:pt x="2106" y="8441"/>
                    <a:pt x="2565" y="8441"/>
                  </a:cubicBezTo>
                  <a:lnTo>
                    <a:pt x="4403" y="8499"/>
                  </a:lnTo>
                  <a:cubicBezTo>
                    <a:pt x="4747" y="8499"/>
                    <a:pt x="4996" y="8307"/>
                    <a:pt x="5169" y="7963"/>
                  </a:cubicBezTo>
                  <a:cubicBezTo>
                    <a:pt x="5226" y="7867"/>
                    <a:pt x="5245" y="7771"/>
                    <a:pt x="5245" y="7657"/>
                  </a:cubicBezTo>
                  <a:cubicBezTo>
                    <a:pt x="5245" y="7293"/>
                    <a:pt x="5015" y="6987"/>
                    <a:pt x="4709" y="6872"/>
                  </a:cubicBezTo>
                  <a:cubicBezTo>
                    <a:pt x="6106" y="6393"/>
                    <a:pt x="7083" y="5073"/>
                    <a:pt x="7083" y="3541"/>
                  </a:cubicBezTo>
                  <a:cubicBezTo>
                    <a:pt x="7083" y="1589"/>
                    <a:pt x="5513" y="0"/>
                    <a:pt x="3542" y="0"/>
                  </a:cubicBezTo>
                  <a:close/>
                </a:path>
              </a:pathLst>
            </a:custGeom>
            <a:solidFill>
              <a:schemeClr val="lt1"/>
            </a:solidFill>
            <a:ln>
              <a:noFill/>
            </a:ln>
            <a:effectLst>
              <a:outerShdw blurRad="85725" rotWithShape="0" algn="bl" dir="5040000" dist="57150">
                <a:srgbClr val="000000">
                  <a:alpha val="2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8"/>
            <p:cNvSpPr/>
            <p:nvPr/>
          </p:nvSpPr>
          <p:spPr>
            <a:xfrm>
              <a:off x="4950979" y="2718090"/>
              <a:ext cx="331566" cy="413577"/>
            </a:xfrm>
            <a:custGeom>
              <a:rect b="b" l="l" r="r" t="t"/>
              <a:pathLst>
                <a:path extrusionOk="0" h="7045" w="5648">
                  <a:moveTo>
                    <a:pt x="2815" y="1"/>
                  </a:moveTo>
                  <a:cubicBezTo>
                    <a:pt x="1264" y="1"/>
                    <a:pt x="1" y="1264"/>
                    <a:pt x="1" y="2814"/>
                  </a:cubicBezTo>
                  <a:cubicBezTo>
                    <a:pt x="1" y="4326"/>
                    <a:pt x="1168" y="5532"/>
                    <a:pt x="2623" y="5647"/>
                  </a:cubicBezTo>
                  <a:lnTo>
                    <a:pt x="2623" y="6796"/>
                  </a:lnTo>
                  <a:lnTo>
                    <a:pt x="1858" y="6757"/>
                  </a:lnTo>
                  <a:cubicBezTo>
                    <a:pt x="1781" y="6757"/>
                    <a:pt x="1743" y="6815"/>
                    <a:pt x="1743" y="6891"/>
                  </a:cubicBezTo>
                  <a:cubicBezTo>
                    <a:pt x="1743" y="6949"/>
                    <a:pt x="1781" y="7006"/>
                    <a:pt x="1858" y="7006"/>
                  </a:cubicBezTo>
                  <a:lnTo>
                    <a:pt x="3676" y="7044"/>
                  </a:lnTo>
                  <a:cubicBezTo>
                    <a:pt x="3733" y="7044"/>
                    <a:pt x="3772" y="6987"/>
                    <a:pt x="3791" y="6930"/>
                  </a:cubicBezTo>
                  <a:cubicBezTo>
                    <a:pt x="3791" y="6853"/>
                    <a:pt x="3752" y="6815"/>
                    <a:pt x="3676" y="6815"/>
                  </a:cubicBezTo>
                  <a:lnTo>
                    <a:pt x="2872" y="6796"/>
                  </a:lnTo>
                  <a:lnTo>
                    <a:pt x="2872" y="5647"/>
                  </a:lnTo>
                  <a:cubicBezTo>
                    <a:pt x="4403" y="5609"/>
                    <a:pt x="5647" y="4346"/>
                    <a:pt x="5647" y="2814"/>
                  </a:cubicBezTo>
                  <a:cubicBezTo>
                    <a:pt x="5647" y="1264"/>
                    <a:pt x="4365" y="1"/>
                    <a:pt x="28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8"/>
            <p:cNvSpPr/>
            <p:nvPr/>
          </p:nvSpPr>
          <p:spPr>
            <a:xfrm>
              <a:off x="4949864" y="2716975"/>
              <a:ext cx="331566" cy="331566"/>
            </a:xfrm>
            <a:custGeom>
              <a:rect b="b" l="l" r="r" t="t"/>
              <a:pathLst>
                <a:path extrusionOk="0" h="5648" w="5648">
                  <a:moveTo>
                    <a:pt x="2834" y="1"/>
                  </a:moveTo>
                  <a:cubicBezTo>
                    <a:pt x="1283" y="1"/>
                    <a:pt x="1" y="1283"/>
                    <a:pt x="1" y="2833"/>
                  </a:cubicBezTo>
                  <a:cubicBezTo>
                    <a:pt x="1" y="4384"/>
                    <a:pt x="1283" y="5647"/>
                    <a:pt x="2834" y="5647"/>
                  </a:cubicBezTo>
                  <a:cubicBezTo>
                    <a:pt x="4384" y="5647"/>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9" name="Google Shape;769;p28"/>
            <p:cNvGrpSpPr/>
            <p:nvPr/>
          </p:nvGrpSpPr>
          <p:grpSpPr>
            <a:xfrm>
              <a:off x="5053244" y="2798987"/>
              <a:ext cx="125922" cy="332685"/>
              <a:chOff x="5053244" y="2798987"/>
              <a:chExt cx="125922" cy="332685"/>
            </a:xfrm>
          </p:grpSpPr>
          <p:sp>
            <p:nvSpPr>
              <p:cNvPr id="770" name="Google Shape;770;p28"/>
              <p:cNvSpPr/>
              <p:nvPr/>
            </p:nvSpPr>
            <p:spPr>
              <a:xfrm>
                <a:off x="5053244" y="3114764"/>
                <a:ext cx="120287" cy="16907"/>
              </a:xfrm>
              <a:custGeom>
                <a:rect b="b" l="l" r="r" t="t"/>
                <a:pathLst>
                  <a:path extrusionOk="0" h="288" w="2049">
                    <a:moveTo>
                      <a:pt x="116" y="0"/>
                    </a:moveTo>
                    <a:cubicBezTo>
                      <a:pt x="39" y="0"/>
                      <a:pt x="1" y="58"/>
                      <a:pt x="1" y="134"/>
                    </a:cubicBezTo>
                    <a:cubicBezTo>
                      <a:pt x="1" y="192"/>
                      <a:pt x="39" y="249"/>
                      <a:pt x="116" y="249"/>
                    </a:cubicBezTo>
                    <a:lnTo>
                      <a:pt x="1934" y="287"/>
                    </a:lnTo>
                    <a:cubicBezTo>
                      <a:pt x="1991" y="287"/>
                      <a:pt x="2030" y="230"/>
                      <a:pt x="2049" y="173"/>
                    </a:cubicBezTo>
                    <a:cubicBezTo>
                      <a:pt x="2049" y="96"/>
                      <a:pt x="2010"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1" name="Google Shape;771;p28"/>
              <p:cNvGrpSpPr/>
              <p:nvPr/>
            </p:nvGrpSpPr>
            <p:grpSpPr>
              <a:xfrm>
                <a:off x="5061111" y="2798987"/>
                <a:ext cx="118056" cy="330450"/>
                <a:chOff x="5061111" y="2798987"/>
                <a:chExt cx="118056" cy="330450"/>
              </a:xfrm>
            </p:grpSpPr>
            <p:sp>
              <p:nvSpPr>
                <p:cNvPr id="772" name="Google Shape;772;p28"/>
                <p:cNvSpPr/>
                <p:nvPr/>
              </p:nvSpPr>
              <p:spPr>
                <a:xfrm>
                  <a:off x="5104964" y="2798987"/>
                  <a:ext cx="16907" cy="330450"/>
                </a:xfrm>
                <a:custGeom>
                  <a:rect b="b" l="l" r="r" t="t"/>
                  <a:pathLst>
                    <a:path extrusionOk="0" h="5629" w="288">
                      <a:moveTo>
                        <a:pt x="172" y="1"/>
                      </a:moveTo>
                      <a:cubicBezTo>
                        <a:pt x="96" y="1"/>
                        <a:pt x="58" y="58"/>
                        <a:pt x="58" y="116"/>
                      </a:cubicBezTo>
                      <a:lnTo>
                        <a:pt x="0" y="5513"/>
                      </a:lnTo>
                      <a:cubicBezTo>
                        <a:pt x="0" y="5571"/>
                        <a:pt x="58" y="5628"/>
                        <a:pt x="115" y="5628"/>
                      </a:cubicBezTo>
                      <a:cubicBezTo>
                        <a:pt x="172" y="5628"/>
                        <a:pt x="230" y="5571"/>
                        <a:pt x="230" y="5513"/>
                      </a:cubicBezTo>
                      <a:lnTo>
                        <a:pt x="287" y="116"/>
                      </a:lnTo>
                      <a:cubicBezTo>
                        <a:pt x="287" y="58"/>
                        <a:pt x="230" y="1"/>
                        <a:pt x="1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8"/>
                <p:cNvSpPr/>
                <p:nvPr/>
              </p:nvSpPr>
              <p:spPr>
                <a:xfrm>
                  <a:off x="5061111" y="2829513"/>
                  <a:ext cx="109074" cy="96511"/>
                </a:xfrm>
                <a:custGeom>
                  <a:rect b="b" l="l" r="r" t="t"/>
                  <a:pathLst>
                    <a:path extrusionOk="0" h="1644" w="1858">
                      <a:moveTo>
                        <a:pt x="1723" y="1"/>
                      </a:moveTo>
                      <a:cubicBezTo>
                        <a:pt x="1674" y="1"/>
                        <a:pt x="1622" y="28"/>
                        <a:pt x="1609" y="55"/>
                      </a:cubicBezTo>
                      <a:lnTo>
                        <a:pt x="862" y="1280"/>
                      </a:lnTo>
                      <a:lnTo>
                        <a:pt x="250" y="151"/>
                      </a:lnTo>
                      <a:cubicBezTo>
                        <a:pt x="209" y="124"/>
                        <a:pt x="168" y="97"/>
                        <a:pt x="128" y="97"/>
                      </a:cubicBezTo>
                      <a:cubicBezTo>
                        <a:pt x="111" y="97"/>
                        <a:pt x="94" y="101"/>
                        <a:pt x="77" y="112"/>
                      </a:cubicBezTo>
                      <a:cubicBezTo>
                        <a:pt x="20" y="151"/>
                        <a:pt x="1" y="227"/>
                        <a:pt x="20" y="266"/>
                      </a:cubicBezTo>
                      <a:lnTo>
                        <a:pt x="766" y="1567"/>
                      </a:lnTo>
                      <a:cubicBezTo>
                        <a:pt x="805" y="1605"/>
                        <a:pt x="824" y="1644"/>
                        <a:pt x="862" y="1644"/>
                      </a:cubicBezTo>
                      <a:cubicBezTo>
                        <a:pt x="900" y="1644"/>
                        <a:pt x="939" y="1605"/>
                        <a:pt x="958" y="1567"/>
                      </a:cubicBezTo>
                      <a:lnTo>
                        <a:pt x="1819" y="170"/>
                      </a:lnTo>
                      <a:cubicBezTo>
                        <a:pt x="1857" y="132"/>
                        <a:pt x="1819" y="36"/>
                        <a:pt x="1781" y="17"/>
                      </a:cubicBezTo>
                      <a:cubicBezTo>
                        <a:pt x="1764" y="6"/>
                        <a:pt x="1744" y="1"/>
                        <a:pt x="17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8"/>
                <p:cNvSpPr/>
                <p:nvPr/>
              </p:nvSpPr>
              <p:spPr>
                <a:xfrm>
                  <a:off x="5061111" y="2913815"/>
                  <a:ext cx="118056" cy="90875"/>
                </a:xfrm>
                <a:custGeom>
                  <a:rect b="b" l="l" r="r" t="t"/>
                  <a:pathLst>
                    <a:path extrusionOk="0" h="1548" w="2011">
                      <a:moveTo>
                        <a:pt x="128" y="0"/>
                      </a:moveTo>
                      <a:cubicBezTo>
                        <a:pt x="111" y="0"/>
                        <a:pt x="94" y="5"/>
                        <a:pt x="77" y="16"/>
                      </a:cubicBezTo>
                      <a:cubicBezTo>
                        <a:pt x="20" y="55"/>
                        <a:pt x="1" y="131"/>
                        <a:pt x="20" y="169"/>
                      </a:cubicBezTo>
                      <a:lnTo>
                        <a:pt x="766" y="1471"/>
                      </a:lnTo>
                      <a:cubicBezTo>
                        <a:pt x="766" y="1509"/>
                        <a:pt x="824" y="1548"/>
                        <a:pt x="862" y="1548"/>
                      </a:cubicBezTo>
                      <a:cubicBezTo>
                        <a:pt x="900" y="1548"/>
                        <a:pt x="919" y="1548"/>
                        <a:pt x="996" y="1490"/>
                      </a:cubicBezTo>
                      <a:lnTo>
                        <a:pt x="1991" y="227"/>
                      </a:lnTo>
                      <a:cubicBezTo>
                        <a:pt x="2010" y="169"/>
                        <a:pt x="2010" y="112"/>
                        <a:pt x="1972" y="55"/>
                      </a:cubicBezTo>
                      <a:cubicBezTo>
                        <a:pt x="1948" y="47"/>
                        <a:pt x="1925" y="42"/>
                        <a:pt x="1901" y="42"/>
                      </a:cubicBezTo>
                      <a:cubicBezTo>
                        <a:pt x="1867" y="42"/>
                        <a:pt x="1834" y="51"/>
                        <a:pt x="1800" y="74"/>
                      </a:cubicBezTo>
                      <a:lnTo>
                        <a:pt x="900" y="1203"/>
                      </a:lnTo>
                      <a:lnTo>
                        <a:pt x="250" y="55"/>
                      </a:lnTo>
                      <a:cubicBezTo>
                        <a:pt x="209" y="28"/>
                        <a:pt x="168" y="0"/>
                        <a:pt x="1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775" name="Google Shape;775;p28"/>
          <p:cNvGrpSpPr/>
          <p:nvPr/>
        </p:nvGrpSpPr>
        <p:grpSpPr>
          <a:xfrm>
            <a:off x="1250184" y="3740693"/>
            <a:ext cx="1354380" cy="1076376"/>
            <a:chOff x="1250184" y="3740693"/>
            <a:chExt cx="1354380" cy="1076376"/>
          </a:xfrm>
        </p:grpSpPr>
        <p:sp>
          <p:nvSpPr>
            <p:cNvPr id="776" name="Google Shape;776;p28"/>
            <p:cNvSpPr/>
            <p:nvPr/>
          </p:nvSpPr>
          <p:spPr>
            <a:xfrm rot="-1548641">
              <a:off x="1322884" y="3973412"/>
              <a:ext cx="1208981" cy="610940"/>
            </a:xfrm>
            <a:custGeom>
              <a:rect b="b" l="l" r="r" t="t"/>
              <a:pathLst>
                <a:path extrusionOk="0" h="7274" w="14395">
                  <a:moveTo>
                    <a:pt x="4039" y="0"/>
                  </a:moveTo>
                  <a:cubicBezTo>
                    <a:pt x="3657" y="0"/>
                    <a:pt x="3350" y="287"/>
                    <a:pt x="3331" y="670"/>
                  </a:cubicBezTo>
                  <a:lnTo>
                    <a:pt x="3197" y="2565"/>
                  </a:lnTo>
                  <a:lnTo>
                    <a:pt x="900" y="2374"/>
                  </a:lnTo>
                  <a:lnTo>
                    <a:pt x="862" y="2374"/>
                  </a:lnTo>
                  <a:cubicBezTo>
                    <a:pt x="671" y="2374"/>
                    <a:pt x="498" y="2412"/>
                    <a:pt x="384" y="2527"/>
                  </a:cubicBezTo>
                  <a:cubicBezTo>
                    <a:pt x="230" y="2680"/>
                    <a:pt x="173" y="2852"/>
                    <a:pt x="135" y="3043"/>
                  </a:cubicBezTo>
                  <a:lnTo>
                    <a:pt x="20" y="4881"/>
                  </a:lnTo>
                  <a:cubicBezTo>
                    <a:pt x="1" y="5072"/>
                    <a:pt x="77" y="5264"/>
                    <a:pt x="192" y="5398"/>
                  </a:cubicBezTo>
                  <a:cubicBezTo>
                    <a:pt x="326" y="5551"/>
                    <a:pt x="498" y="5647"/>
                    <a:pt x="690" y="5647"/>
                  </a:cubicBezTo>
                  <a:lnTo>
                    <a:pt x="2623" y="5761"/>
                  </a:lnTo>
                  <a:cubicBezTo>
                    <a:pt x="2661" y="5761"/>
                    <a:pt x="2661" y="5781"/>
                    <a:pt x="2680" y="5781"/>
                  </a:cubicBezTo>
                  <a:cubicBezTo>
                    <a:pt x="2700" y="5781"/>
                    <a:pt x="2700" y="5819"/>
                    <a:pt x="2738" y="5819"/>
                  </a:cubicBezTo>
                  <a:cubicBezTo>
                    <a:pt x="2872" y="6546"/>
                    <a:pt x="3542" y="7101"/>
                    <a:pt x="4327" y="7101"/>
                  </a:cubicBezTo>
                  <a:cubicBezTo>
                    <a:pt x="5073" y="7101"/>
                    <a:pt x="5705" y="6623"/>
                    <a:pt x="5915" y="5953"/>
                  </a:cubicBezTo>
                  <a:lnTo>
                    <a:pt x="6509" y="6010"/>
                  </a:lnTo>
                  <a:cubicBezTo>
                    <a:pt x="6662" y="6163"/>
                    <a:pt x="6891" y="6297"/>
                    <a:pt x="7140" y="6297"/>
                  </a:cubicBezTo>
                  <a:cubicBezTo>
                    <a:pt x="7370" y="6297"/>
                    <a:pt x="7561" y="6221"/>
                    <a:pt x="7714" y="6068"/>
                  </a:cubicBezTo>
                  <a:lnTo>
                    <a:pt x="8671" y="6125"/>
                  </a:lnTo>
                  <a:cubicBezTo>
                    <a:pt x="8729" y="6163"/>
                    <a:pt x="8805" y="6221"/>
                    <a:pt x="8901" y="6240"/>
                  </a:cubicBezTo>
                  <a:cubicBezTo>
                    <a:pt x="9150" y="6833"/>
                    <a:pt x="9743" y="7274"/>
                    <a:pt x="10432" y="7274"/>
                  </a:cubicBezTo>
                  <a:cubicBezTo>
                    <a:pt x="11102" y="7274"/>
                    <a:pt x="11677" y="6891"/>
                    <a:pt x="11887" y="6336"/>
                  </a:cubicBezTo>
                  <a:lnTo>
                    <a:pt x="13437" y="6431"/>
                  </a:lnTo>
                  <a:lnTo>
                    <a:pt x="13495" y="6431"/>
                  </a:lnTo>
                  <a:cubicBezTo>
                    <a:pt x="13878" y="6431"/>
                    <a:pt x="14184" y="6144"/>
                    <a:pt x="14222" y="5761"/>
                  </a:cubicBezTo>
                  <a:lnTo>
                    <a:pt x="14375" y="3752"/>
                  </a:lnTo>
                  <a:cubicBezTo>
                    <a:pt x="14395" y="3560"/>
                    <a:pt x="14337" y="3369"/>
                    <a:pt x="14222" y="3235"/>
                  </a:cubicBezTo>
                  <a:cubicBezTo>
                    <a:pt x="14088" y="3082"/>
                    <a:pt x="13897" y="2986"/>
                    <a:pt x="13705" y="2986"/>
                  </a:cubicBezTo>
                  <a:lnTo>
                    <a:pt x="11619" y="2871"/>
                  </a:lnTo>
                  <a:lnTo>
                    <a:pt x="11715" y="957"/>
                  </a:lnTo>
                  <a:cubicBezTo>
                    <a:pt x="11715" y="766"/>
                    <a:pt x="11657" y="574"/>
                    <a:pt x="11523" y="421"/>
                  </a:cubicBezTo>
                  <a:cubicBezTo>
                    <a:pt x="11409" y="287"/>
                    <a:pt x="11217" y="191"/>
                    <a:pt x="11026" y="191"/>
                  </a:cubicBezTo>
                  <a:lnTo>
                    <a:pt x="4039" y="0"/>
                  </a:lnTo>
                  <a:close/>
                </a:path>
              </a:pathLst>
            </a:custGeom>
            <a:solidFill>
              <a:srgbClr val="FFFFFF"/>
            </a:solidFill>
            <a:ln>
              <a:noFill/>
            </a:ln>
            <a:effectLst>
              <a:outerShdw blurRad="85725" rotWithShape="0" algn="bl" dir="5400000" dist="76200">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8"/>
            <p:cNvSpPr/>
            <p:nvPr/>
          </p:nvSpPr>
          <p:spPr>
            <a:xfrm rot="-1548641">
              <a:off x="1388366" y="4034689"/>
              <a:ext cx="1085185" cy="492011"/>
            </a:xfrm>
            <a:custGeom>
              <a:rect b="b" l="l" r="r" t="t"/>
              <a:pathLst>
                <a:path extrusionOk="0" h="5858" w="12921">
                  <a:moveTo>
                    <a:pt x="3312" y="1"/>
                  </a:moveTo>
                  <a:lnTo>
                    <a:pt x="3139" y="2604"/>
                  </a:lnTo>
                  <a:lnTo>
                    <a:pt x="115" y="2355"/>
                  </a:lnTo>
                  <a:lnTo>
                    <a:pt x="0" y="4211"/>
                  </a:lnTo>
                  <a:lnTo>
                    <a:pt x="2202" y="4345"/>
                  </a:lnTo>
                  <a:cubicBezTo>
                    <a:pt x="2202" y="4340"/>
                    <a:pt x="2203" y="4338"/>
                    <a:pt x="2206" y="4338"/>
                  </a:cubicBezTo>
                  <a:cubicBezTo>
                    <a:pt x="2214" y="4338"/>
                    <a:pt x="2232" y="4351"/>
                    <a:pt x="2259" y="4365"/>
                  </a:cubicBezTo>
                  <a:cubicBezTo>
                    <a:pt x="2276" y="4376"/>
                    <a:pt x="2294" y="4380"/>
                    <a:pt x="2312" y="4380"/>
                  </a:cubicBezTo>
                  <a:cubicBezTo>
                    <a:pt x="2356" y="4380"/>
                    <a:pt x="2399" y="4353"/>
                    <a:pt x="2412" y="4326"/>
                  </a:cubicBezTo>
                  <a:lnTo>
                    <a:pt x="2412" y="4307"/>
                  </a:lnTo>
                  <a:lnTo>
                    <a:pt x="2738" y="4326"/>
                  </a:lnTo>
                  <a:cubicBezTo>
                    <a:pt x="2680" y="4441"/>
                    <a:pt x="2661" y="4556"/>
                    <a:pt x="2661" y="4690"/>
                  </a:cubicBezTo>
                  <a:cubicBezTo>
                    <a:pt x="2661" y="5207"/>
                    <a:pt x="3063" y="5609"/>
                    <a:pt x="3599" y="5609"/>
                  </a:cubicBezTo>
                  <a:cubicBezTo>
                    <a:pt x="4116" y="5609"/>
                    <a:pt x="4518" y="5207"/>
                    <a:pt x="4518" y="4690"/>
                  </a:cubicBezTo>
                  <a:cubicBezTo>
                    <a:pt x="4518" y="4594"/>
                    <a:pt x="4498" y="4518"/>
                    <a:pt x="4479" y="4441"/>
                  </a:cubicBezTo>
                  <a:lnTo>
                    <a:pt x="4479" y="4441"/>
                  </a:lnTo>
                  <a:lnTo>
                    <a:pt x="4747" y="4460"/>
                  </a:lnTo>
                  <a:cubicBezTo>
                    <a:pt x="4766" y="4518"/>
                    <a:pt x="4805" y="4537"/>
                    <a:pt x="4862" y="4537"/>
                  </a:cubicBezTo>
                  <a:lnTo>
                    <a:pt x="4881" y="4537"/>
                  </a:lnTo>
                  <a:cubicBezTo>
                    <a:pt x="4900" y="4537"/>
                    <a:pt x="4939" y="4518"/>
                    <a:pt x="4958" y="4499"/>
                  </a:cubicBezTo>
                  <a:lnTo>
                    <a:pt x="6298" y="4556"/>
                  </a:lnTo>
                  <a:lnTo>
                    <a:pt x="6298" y="4709"/>
                  </a:lnTo>
                  <a:cubicBezTo>
                    <a:pt x="6298" y="4747"/>
                    <a:pt x="6336" y="4824"/>
                    <a:pt x="6412" y="4824"/>
                  </a:cubicBezTo>
                  <a:cubicBezTo>
                    <a:pt x="6489" y="4824"/>
                    <a:pt x="6527" y="4786"/>
                    <a:pt x="6527" y="4709"/>
                  </a:cubicBezTo>
                  <a:lnTo>
                    <a:pt x="6527" y="4594"/>
                  </a:lnTo>
                  <a:lnTo>
                    <a:pt x="8269" y="4709"/>
                  </a:lnTo>
                  <a:cubicBezTo>
                    <a:pt x="8269" y="4747"/>
                    <a:pt x="8307" y="4805"/>
                    <a:pt x="8327" y="4824"/>
                  </a:cubicBezTo>
                  <a:cubicBezTo>
                    <a:pt x="8327" y="4843"/>
                    <a:pt x="8346" y="4843"/>
                    <a:pt x="8384" y="4843"/>
                  </a:cubicBezTo>
                  <a:cubicBezTo>
                    <a:pt x="8422" y="4843"/>
                    <a:pt x="8480" y="4824"/>
                    <a:pt x="8499" y="4747"/>
                  </a:cubicBezTo>
                  <a:lnTo>
                    <a:pt x="8518" y="4728"/>
                  </a:lnTo>
                  <a:lnTo>
                    <a:pt x="8767" y="4747"/>
                  </a:lnTo>
                  <a:cubicBezTo>
                    <a:pt x="8767" y="4805"/>
                    <a:pt x="8729" y="4881"/>
                    <a:pt x="8729" y="4920"/>
                  </a:cubicBezTo>
                  <a:cubicBezTo>
                    <a:pt x="8729" y="5456"/>
                    <a:pt x="9150" y="5858"/>
                    <a:pt x="9666" y="5858"/>
                  </a:cubicBezTo>
                  <a:cubicBezTo>
                    <a:pt x="10183" y="5858"/>
                    <a:pt x="10604" y="5456"/>
                    <a:pt x="10604" y="4920"/>
                  </a:cubicBezTo>
                  <a:lnTo>
                    <a:pt x="10604" y="4843"/>
                  </a:lnTo>
                  <a:lnTo>
                    <a:pt x="12748" y="4996"/>
                  </a:lnTo>
                  <a:lnTo>
                    <a:pt x="12920" y="2986"/>
                  </a:lnTo>
                  <a:lnTo>
                    <a:pt x="10126" y="2814"/>
                  </a:lnTo>
                  <a:lnTo>
                    <a:pt x="10260" y="192"/>
                  </a:lnTo>
                  <a:lnTo>
                    <a:pt x="33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8"/>
            <p:cNvSpPr/>
            <p:nvPr/>
          </p:nvSpPr>
          <p:spPr>
            <a:xfrm rot="-1548641">
              <a:off x="1367795" y="4032866"/>
              <a:ext cx="1085185" cy="419612"/>
            </a:xfrm>
            <a:custGeom>
              <a:rect b="b" l="l" r="r" t="t"/>
              <a:pathLst>
                <a:path extrusionOk="0" h="4996" w="12921">
                  <a:moveTo>
                    <a:pt x="3312" y="0"/>
                  </a:moveTo>
                  <a:lnTo>
                    <a:pt x="3139" y="2603"/>
                  </a:lnTo>
                  <a:lnTo>
                    <a:pt x="115" y="2374"/>
                  </a:lnTo>
                  <a:lnTo>
                    <a:pt x="0" y="4211"/>
                  </a:lnTo>
                  <a:lnTo>
                    <a:pt x="12748" y="4996"/>
                  </a:lnTo>
                  <a:lnTo>
                    <a:pt x="12920" y="2986"/>
                  </a:lnTo>
                  <a:lnTo>
                    <a:pt x="10126" y="2833"/>
                  </a:lnTo>
                  <a:lnTo>
                    <a:pt x="10260" y="192"/>
                  </a:lnTo>
                  <a:lnTo>
                    <a:pt x="331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8"/>
            <p:cNvSpPr/>
            <p:nvPr/>
          </p:nvSpPr>
          <p:spPr>
            <a:xfrm rot="-1548641">
              <a:off x="1699889" y="4440148"/>
              <a:ext cx="156046" cy="155969"/>
            </a:xfrm>
            <a:custGeom>
              <a:rect b="b" l="l" r="r" t="t"/>
              <a:pathLst>
                <a:path extrusionOk="0" h="1857" w="1858">
                  <a:moveTo>
                    <a:pt x="939" y="0"/>
                  </a:moveTo>
                  <a:cubicBezTo>
                    <a:pt x="422" y="0"/>
                    <a:pt x="1" y="421"/>
                    <a:pt x="1" y="919"/>
                  </a:cubicBezTo>
                  <a:cubicBezTo>
                    <a:pt x="1" y="1436"/>
                    <a:pt x="422" y="1857"/>
                    <a:pt x="939" y="1857"/>
                  </a:cubicBezTo>
                  <a:cubicBezTo>
                    <a:pt x="1436" y="1857"/>
                    <a:pt x="1858" y="1436"/>
                    <a:pt x="1858" y="919"/>
                  </a:cubicBezTo>
                  <a:cubicBezTo>
                    <a:pt x="1858" y="421"/>
                    <a:pt x="1436" y="0"/>
                    <a:pt x="9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8"/>
            <p:cNvSpPr/>
            <p:nvPr/>
          </p:nvSpPr>
          <p:spPr>
            <a:xfrm rot="-1548641">
              <a:off x="2165613" y="4232335"/>
              <a:ext cx="157642" cy="156053"/>
            </a:xfrm>
            <a:custGeom>
              <a:rect b="b" l="l" r="r" t="t"/>
              <a:pathLst>
                <a:path extrusionOk="0" h="1858" w="1877">
                  <a:moveTo>
                    <a:pt x="938" y="1"/>
                  </a:moveTo>
                  <a:cubicBezTo>
                    <a:pt x="422" y="1"/>
                    <a:pt x="1" y="422"/>
                    <a:pt x="1" y="938"/>
                  </a:cubicBezTo>
                  <a:cubicBezTo>
                    <a:pt x="1" y="1436"/>
                    <a:pt x="422" y="1857"/>
                    <a:pt x="938" y="1857"/>
                  </a:cubicBezTo>
                  <a:cubicBezTo>
                    <a:pt x="1455" y="1857"/>
                    <a:pt x="1876" y="1436"/>
                    <a:pt x="1876" y="938"/>
                  </a:cubicBezTo>
                  <a:cubicBezTo>
                    <a:pt x="1876" y="422"/>
                    <a:pt x="1455" y="1"/>
                    <a:pt x="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8"/>
            <p:cNvSpPr/>
            <p:nvPr/>
          </p:nvSpPr>
          <p:spPr>
            <a:xfrm rot="-1548641">
              <a:off x="1651387" y="4063470"/>
              <a:ext cx="490395" cy="196199"/>
            </a:xfrm>
            <a:custGeom>
              <a:rect b="b" l="l" r="r" t="t"/>
              <a:pathLst>
                <a:path extrusionOk="0" h="2336" w="5839">
                  <a:moveTo>
                    <a:pt x="0" y="1"/>
                  </a:moveTo>
                  <a:lnTo>
                    <a:pt x="58" y="2240"/>
                  </a:lnTo>
                  <a:lnTo>
                    <a:pt x="5666" y="2336"/>
                  </a:lnTo>
                  <a:lnTo>
                    <a:pt x="5838" y="269"/>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8"/>
            <p:cNvSpPr/>
            <p:nvPr/>
          </p:nvSpPr>
          <p:spPr>
            <a:xfrm rot="-1548641">
              <a:off x="2094669" y="4181948"/>
              <a:ext cx="241292" cy="129092"/>
            </a:xfrm>
            <a:custGeom>
              <a:rect b="b" l="l" r="r" t="t"/>
              <a:pathLst>
                <a:path extrusionOk="0" h="1537" w="2873">
                  <a:moveTo>
                    <a:pt x="1522" y="1"/>
                  </a:moveTo>
                  <a:cubicBezTo>
                    <a:pt x="1494" y="1"/>
                    <a:pt x="1465" y="2"/>
                    <a:pt x="1437" y="6"/>
                  </a:cubicBezTo>
                  <a:cubicBezTo>
                    <a:pt x="671" y="101"/>
                    <a:pt x="58" y="1288"/>
                    <a:pt x="20" y="1345"/>
                  </a:cubicBezTo>
                  <a:cubicBezTo>
                    <a:pt x="1" y="1422"/>
                    <a:pt x="20" y="1479"/>
                    <a:pt x="78" y="1518"/>
                  </a:cubicBezTo>
                  <a:cubicBezTo>
                    <a:pt x="78" y="1537"/>
                    <a:pt x="97" y="1537"/>
                    <a:pt x="135" y="1537"/>
                  </a:cubicBezTo>
                  <a:cubicBezTo>
                    <a:pt x="173" y="1537"/>
                    <a:pt x="231" y="1518"/>
                    <a:pt x="250" y="1441"/>
                  </a:cubicBezTo>
                  <a:cubicBezTo>
                    <a:pt x="250" y="1441"/>
                    <a:pt x="824" y="312"/>
                    <a:pt x="1456" y="235"/>
                  </a:cubicBezTo>
                  <a:cubicBezTo>
                    <a:pt x="1472" y="233"/>
                    <a:pt x="1489" y="233"/>
                    <a:pt x="1505" y="233"/>
                  </a:cubicBezTo>
                  <a:cubicBezTo>
                    <a:pt x="2004" y="233"/>
                    <a:pt x="2474" y="1050"/>
                    <a:pt x="2604" y="1365"/>
                  </a:cubicBezTo>
                  <a:cubicBezTo>
                    <a:pt x="2648" y="1423"/>
                    <a:pt x="2692" y="1448"/>
                    <a:pt x="2736" y="1448"/>
                  </a:cubicBezTo>
                  <a:cubicBezTo>
                    <a:pt x="2749" y="1448"/>
                    <a:pt x="2763" y="1446"/>
                    <a:pt x="2776" y="1441"/>
                  </a:cubicBezTo>
                  <a:cubicBezTo>
                    <a:pt x="2853" y="1384"/>
                    <a:pt x="2872" y="1345"/>
                    <a:pt x="2853" y="1269"/>
                  </a:cubicBezTo>
                  <a:cubicBezTo>
                    <a:pt x="2834" y="1232"/>
                    <a:pt x="2299" y="1"/>
                    <a:pt x="15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8"/>
            <p:cNvSpPr/>
            <p:nvPr/>
          </p:nvSpPr>
          <p:spPr>
            <a:xfrm rot="-1548641">
              <a:off x="1626196" y="4385375"/>
              <a:ext cx="234741" cy="127160"/>
            </a:xfrm>
            <a:custGeom>
              <a:rect b="b" l="l" r="r" t="t"/>
              <a:pathLst>
                <a:path extrusionOk="0" h="1514" w="2795">
                  <a:moveTo>
                    <a:pt x="1509" y="1"/>
                  </a:moveTo>
                  <a:cubicBezTo>
                    <a:pt x="1497" y="1"/>
                    <a:pt x="1486" y="1"/>
                    <a:pt x="1474" y="2"/>
                  </a:cubicBezTo>
                  <a:cubicBezTo>
                    <a:pt x="689" y="59"/>
                    <a:pt x="39" y="1150"/>
                    <a:pt x="20" y="1207"/>
                  </a:cubicBezTo>
                  <a:cubicBezTo>
                    <a:pt x="0" y="1265"/>
                    <a:pt x="20" y="1341"/>
                    <a:pt x="77" y="1361"/>
                  </a:cubicBezTo>
                  <a:cubicBezTo>
                    <a:pt x="94" y="1372"/>
                    <a:pt x="112" y="1376"/>
                    <a:pt x="130" y="1376"/>
                  </a:cubicBezTo>
                  <a:cubicBezTo>
                    <a:pt x="174" y="1376"/>
                    <a:pt x="217" y="1349"/>
                    <a:pt x="230" y="1322"/>
                  </a:cubicBezTo>
                  <a:cubicBezTo>
                    <a:pt x="230" y="1322"/>
                    <a:pt x="843" y="270"/>
                    <a:pt x="1513" y="250"/>
                  </a:cubicBezTo>
                  <a:cubicBezTo>
                    <a:pt x="1523" y="250"/>
                    <a:pt x="1534" y="249"/>
                    <a:pt x="1545" y="249"/>
                  </a:cubicBezTo>
                  <a:cubicBezTo>
                    <a:pt x="2046" y="249"/>
                    <a:pt x="2434" y="1119"/>
                    <a:pt x="2565" y="1437"/>
                  </a:cubicBezTo>
                  <a:cubicBezTo>
                    <a:pt x="2584" y="1495"/>
                    <a:pt x="2623" y="1514"/>
                    <a:pt x="2680" y="1514"/>
                  </a:cubicBezTo>
                  <a:cubicBezTo>
                    <a:pt x="2757" y="1495"/>
                    <a:pt x="2795" y="1437"/>
                    <a:pt x="2776" y="1361"/>
                  </a:cubicBezTo>
                  <a:cubicBezTo>
                    <a:pt x="2738" y="1304"/>
                    <a:pt x="2310" y="1"/>
                    <a:pt x="15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8"/>
            <p:cNvSpPr/>
            <p:nvPr/>
          </p:nvSpPr>
          <p:spPr>
            <a:xfrm rot="-1548641">
              <a:off x="1942520" y="4240401"/>
              <a:ext cx="32251" cy="191328"/>
            </a:xfrm>
            <a:custGeom>
              <a:rect b="b" l="l" r="r" t="t"/>
              <a:pathLst>
                <a:path extrusionOk="0" h="2278" w="384">
                  <a:moveTo>
                    <a:pt x="249" y="0"/>
                  </a:moveTo>
                  <a:cubicBezTo>
                    <a:pt x="211" y="0"/>
                    <a:pt x="134" y="58"/>
                    <a:pt x="134" y="115"/>
                  </a:cubicBezTo>
                  <a:lnTo>
                    <a:pt x="1" y="2163"/>
                  </a:lnTo>
                  <a:cubicBezTo>
                    <a:pt x="1" y="2201"/>
                    <a:pt x="39" y="2278"/>
                    <a:pt x="115" y="2278"/>
                  </a:cubicBezTo>
                  <a:cubicBezTo>
                    <a:pt x="192" y="2278"/>
                    <a:pt x="230" y="2220"/>
                    <a:pt x="230" y="2163"/>
                  </a:cubicBezTo>
                  <a:lnTo>
                    <a:pt x="383" y="115"/>
                  </a:lnTo>
                  <a:cubicBezTo>
                    <a:pt x="383" y="77"/>
                    <a:pt x="326" y="0"/>
                    <a:pt x="249"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8"/>
            <p:cNvSpPr/>
            <p:nvPr/>
          </p:nvSpPr>
          <p:spPr>
            <a:xfrm rot="-1548641">
              <a:off x="1470119" y="4475437"/>
              <a:ext cx="64417" cy="64420"/>
            </a:xfrm>
            <a:custGeom>
              <a:rect b="b" l="l" r="r" t="t"/>
              <a:pathLst>
                <a:path extrusionOk="0" h="767" w="767">
                  <a:moveTo>
                    <a:pt x="383" y="1"/>
                  </a:moveTo>
                  <a:cubicBezTo>
                    <a:pt x="173" y="1"/>
                    <a:pt x="1" y="173"/>
                    <a:pt x="1" y="384"/>
                  </a:cubicBezTo>
                  <a:cubicBezTo>
                    <a:pt x="1" y="613"/>
                    <a:pt x="173" y="766"/>
                    <a:pt x="383" y="766"/>
                  </a:cubicBezTo>
                  <a:cubicBezTo>
                    <a:pt x="594" y="766"/>
                    <a:pt x="766" y="613"/>
                    <a:pt x="766" y="384"/>
                  </a:cubicBezTo>
                  <a:cubicBezTo>
                    <a:pt x="766" y="173"/>
                    <a:pt x="594" y="1"/>
                    <a:pt x="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8"/>
            <p:cNvSpPr/>
            <p:nvPr/>
          </p:nvSpPr>
          <p:spPr>
            <a:xfrm rot="-1548641">
              <a:off x="1724461" y="4137485"/>
              <a:ext cx="112541" cy="126740"/>
            </a:xfrm>
            <a:custGeom>
              <a:rect b="b" l="l" r="r" t="t"/>
              <a:pathLst>
                <a:path extrusionOk="0" h="1509" w="1340">
                  <a:moveTo>
                    <a:pt x="141" y="0"/>
                  </a:moveTo>
                  <a:cubicBezTo>
                    <a:pt x="115" y="0"/>
                    <a:pt x="93" y="11"/>
                    <a:pt x="77" y="35"/>
                  </a:cubicBezTo>
                  <a:cubicBezTo>
                    <a:pt x="19" y="73"/>
                    <a:pt x="0" y="150"/>
                    <a:pt x="58" y="188"/>
                  </a:cubicBezTo>
                  <a:lnTo>
                    <a:pt x="1110" y="1470"/>
                  </a:lnTo>
                  <a:cubicBezTo>
                    <a:pt x="1129" y="1489"/>
                    <a:pt x="1168" y="1509"/>
                    <a:pt x="1206" y="1509"/>
                  </a:cubicBezTo>
                  <a:cubicBezTo>
                    <a:pt x="1225" y="1509"/>
                    <a:pt x="1244" y="1509"/>
                    <a:pt x="1263" y="1489"/>
                  </a:cubicBezTo>
                  <a:cubicBezTo>
                    <a:pt x="1321" y="1432"/>
                    <a:pt x="1340" y="1375"/>
                    <a:pt x="1302" y="1317"/>
                  </a:cubicBezTo>
                  <a:lnTo>
                    <a:pt x="249" y="54"/>
                  </a:lnTo>
                  <a:cubicBezTo>
                    <a:pt x="216" y="21"/>
                    <a:pt x="176" y="0"/>
                    <a:pt x="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8"/>
            <p:cNvSpPr/>
            <p:nvPr/>
          </p:nvSpPr>
          <p:spPr>
            <a:xfrm rot="-1548641">
              <a:off x="1715326" y="4206009"/>
              <a:ext cx="65929" cy="73323"/>
            </a:xfrm>
            <a:custGeom>
              <a:rect b="b" l="l" r="r" t="t"/>
              <a:pathLst>
                <a:path extrusionOk="0" h="873" w="785">
                  <a:moveTo>
                    <a:pt x="131" y="1"/>
                  </a:moveTo>
                  <a:cubicBezTo>
                    <a:pt x="110" y="1"/>
                    <a:pt x="91" y="9"/>
                    <a:pt x="77" y="30"/>
                  </a:cubicBezTo>
                  <a:cubicBezTo>
                    <a:pt x="19" y="68"/>
                    <a:pt x="0" y="145"/>
                    <a:pt x="57" y="202"/>
                  </a:cubicBezTo>
                  <a:lnTo>
                    <a:pt x="555" y="815"/>
                  </a:lnTo>
                  <a:cubicBezTo>
                    <a:pt x="574" y="834"/>
                    <a:pt x="632" y="872"/>
                    <a:pt x="651" y="872"/>
                  </a:cubicBezTo>
                  <a:cubicBezTo>
                    <a:pt x="670" y="872"/>
                    <a:pt x="689" y="834"/>
                    <a:pt x="727" y="834"/>
                  </a:cubicBezTo>
                  <a:cubicBezTo>
                    <a:pt x="766" y="796"/>
                    <a:pt x="785" y="719"/>
                    <a:pt x="747" y="681"/>
                  </a:cubicBezTo>
                  <a:lnTo>
                    <a:pt x="249" y="49"/>
                  </a:lnTo>
                  <a:cubicBezTo>
                    <a:pt x="213" y="25"/>
                    <a:pt x="169" y="1"/>
                    <a:pt x="1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8"/>
            <p:cNvSpPr/>
            <p:nvPr/>
          </p:nvSpPr>
          <p:spPr>
            <a:xfrm rot="-1548641">
              <a:off x="1968920" y="4039319"/>
              <a:ext cx="119008" cy="121449"/>
            </a:xfrm>
            <a:custGeom>
              <a:rect b="b" l="l" r="r" t="t"/>
              <a:pathLst>
                <a:path extrusionOk="0" h="1446" w="1417">
                  <a:moveTo>
                    <a:pt x="132" y="1"/>
                  </a:moveTo>
                  <a:cubicBezTo>
                    <a:pt x="101" y="1"/>
                    <a:pt x="67" y="10"/>
                    <a:pt x="38" y="29"/>
                  </a:cubicBezTo>
                  <a:cubicBezTo>
                    <a:pt x="0" y="87"/>
                    <a:pt x="0" y="144"/>
                    <a:pt x="38" y="202"/>
                  </a:cubicBezTo>
                  <a:lnTo>
                    <a:pt x="1187" y="1388"/>
                  </a:lnTo>
                  <a:cubicBezTo>
                    <a:pt x="1225" y="1427"/>
                    <a:pt x="1263" y="1446"/>
                    <a:pt x="1283" y="1446"/>
                  </a:cubicBezTo>
                  <a:cubicBezTo>
                    <a:pt x="1321" y="1446"/>
                    <a:pt x="1359" y="1446"/>
                    <a:pt x="1359" y="1388"/>
                  </a:cubicBezTo>
                  <a:cubicBezTo>
                    <a:pt x="1417" y="1350"/>
                    <a:pt x="1417" y="1274"/>
                    <a:pt x="1359" y="1235"/>
                  </a:cubicBezTo>
                  <a:lnTo>
                    <a:pt x="211" y="29"/>
                  </a:lnTo>
                  <a:cubicBezTo>
                    <a:pt x="192" y="10"/>
                    <a:pt x="163" y="1"/>
                    <a:pt x="1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8"/>
            <p:cNvSpPr/>
            <p:nvPr/>
          </p:nvSpPr>
          <p:spPr>
            <a:xfrm rot="-1548641">
              <a:off x="1991788" y="4113939"/>
              <a:ext cx="70800" cy="63160"/>
            </a:xfrm>
            <a:custGeom>
              <a:rect b="b" l="l" r="r" t="t"/>
              <a:pathLst>
                <a:path extrusionOk="0" h="752" w="843">
                  <a:moveTo>
                    <a:pt x="137" y="1"/>
                  </a:moveTo>
                  <a:cubicBezTo>
                    <a:pt x="106" y="1"/>
                    <a:pt x="77" y="15"/>
                    <a:pt x="58" y="44"/>
                  </a:cubicBezTo>
                  <a:cubicBezTo>
                    <a:pt x="0" y="82"/>
                    <a:pt x="0" y="158"/>
                    <a:pt x="58" y="216"/>
                  </a:cubicBezTo>
                  <a:lnTo>
                    <a:pt x="632" y="733"/>
                  </a:lnTo>
                  <a:cubicBezTo>
                    <a:pt x="651" y="752"/>
                    <a:pt x="670" y="752"/>
                    <a:pt x="709" y="752"/>
                  </a:cubicBezTo>
                  <a:cubicBezTo>
                    <a:pt x="747" y="752"/>
                    <a:pt x="766" y="752"/>
                    <a:pt x="804" y="733"/>
                  </a:cubicBezTo>
                  <a:cubicBezTo>
                    <a:pt x="843" y="694"/>
                    <a:pt x="843" y="618"/>
                    <a:pt x="804" y="560"/>
                  </a:cubicBezTo>
                  <a:lnTo>
                    <a:pt x="230" y="44"/>
                  </a:lnTo>
                  <a:cubicBezTo>
                    <a:pt x="201" y="15"/>
                    <a:pt x="168" y="1"/>
                    <a:pt x="1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8"/>
            <p:cNvSpPr/>
            <p:nvPr/>
          </p:nvSpPr>
          <p:spPr>
            <a:xfrm rot="-1548641">
              <a:off x="1877164" y="4076410"/>
              <a:ext cx="32251" cy="175370"/>
            </a:xfrm>
            <a:custGeom>
              <a:rect b="b" l="l" r="r" t="t"/>
              <a:pathLst>
                <a:path extrusionOk="0" h="2088" w="384">
                  <a:moveTo>
                    <a:pt x="250" y="1"/>
                  </a:moveTo>
                  <a:cubicBezTo>
                    <a:pt x="211" y="1"/>
                    <a:pt x="135" y="58"/>
                    <a:pt x="135" y="135"/>
                  </a:cubicBezTo>
                  <a:lnTo>
                    <a:pt x="1" y="1972"/>
                  </a:lnTo>
                  <a:cubicBezTo>
                    <a:pt x="1" y="2011"/>
                    <a:pt x="39" y="2087"/>
                    <a:pt x="116" y="2087"/>
                  </a:cubicBezTo>
                  <a:cubicBezTo>
                    <a:pt x="154" y="2087"/>
                    <a:pt x="231" y="2049"/>
                    <a:pt x="231" y="1972"/>
                  </a:cubicBezTo>
                  <a:lnTo>
                    <a:pt x="384" y="135"/>
                  </a:lnTo>
                  <a:cubicBezTo>
                    <a:pt x="384" y="77"/>
                    <a:pt x="326" y="1"/>
                    <a:pt x="250"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8"/>
            <p:cNvSpPr/>
            <p:nvPr/>
          </p:nvSpPr>
          <p:spPr>
            <a:xfrm rot="-1548641">
              <a:off x="1747228" y="4495444"/>
              <a:ext cx="43421" cy="45102"/>
            </a:xfrm>
            <a:custGeom>
              <a:rect b="b" l="l" r="r" t="t"/>
              <a:pathLst>
                <a:path extrusionOk="0" h="537" w="517">
                  <a:moveTo>
                    <a:pt x="249" y="1"/>
                  </a:moveTo>
                  <a:cubicBezTo>
                    <a:pt x="115" y="1"/>
                    <a:pt x="0" y="115"/>
                    <a:pt x="0" y="269"/>
                  </a:cubicBezTo>
                  <a:cubicBezTo>
                    <a:pt x="0" y="422"/>
                    <a:pt x="115" y="537"/>
                    <a:pt x="249" y="537"/>
                  </a:cubicBezTo>
                  <a:cubicBezTo>
                    <a:pt x="402" y="537"/>
                    <a:pt x="517" y="422"/>
                    <a:pt x="517" y="269"/>
                  </a:cubicBezTo>
                  <a:cubicBezTo>
                    <a:pt x="517" y="115"/>
                    <a:pt x="402" y="1"/>
                    <a:pt x="2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8"/>
            <p:cNvSpPr/>
            <p:nvPr/>
          </p:nvSpPr>
          <p:spPr>
            <a:xfrm rot="-1548641">
              <a:off x="2223427" y="4277134"/>
              <a:ext cx="45101" cy="43507"/>
            </a:xfrm>
            <a:custGeom>
              <a:rect b="b" l="l" r="r" t="t"/>
              <a:pathLst>
                <a:path extrusionOk="0" h="518" w="537">
                  <a:moveTo>
                    <a:pt x="269" y="1"/>
                  </a:moveTo>
                  <a:cubicBezTo>
                    <a:pt x="116" y="1"/>
                    <a:pt x="1" y="115"/>
                    <a:pt x="1" y="249"/>
                  </a:cubicBezTo>
                  <a:cubicBezTo>
                    <a:pt x="1" y="403"/>
                    <a:pt x="116" y="517"/>
                    <a:pt x="269" y="517"/>
                  </a:cubicBezTo>
                  <a:cubicBezTo>
                    <a:pt x="403" y="517"/>
                    <a:pt x="537" y="403"/>
                    <a:pt x="537" y="249"/>
                  </a:cubicBezTo>
                  <a:cubicBezTo>
                    <a:pt x="537" y="115"/>
                    <a:pt x="403" y="1"/>
                    <a:pt x="2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3" name="Google Shape;793;p28"/>
          <p:cNvSpPr/>
          <p:nvPr/>
        </p:nvSpPr>
        <p:spPr>
          <a:xfrm>
            <a:off x="1330568" y="462565"/>
            <a:ext cx="155157" cy="157388"/>
          </a:xfrm>
          <a:custGeom>
            <a:rect b="b" l="l" r="r" t="t"/>
            <a:pathLst>
              <a:path extrusionOk="0" h="2681" w="2643">
                <a:moveTo>
                  <a:pt x="1398" y="307"/>
                </a:moveTo>
                <a:cubicBezTo>
                  <a:pt x="1436" y="403"/>
                  <a:pt x="1475" y="575"/>
                  <a:pt x="1494" y="671"/>
                </a:cubicBezTo>
                <a:cubicBezTo>
                  <a:pt x="1570" y="958"/>
                  <a:pt x="1589" y="1015"/>
                  <a:pt x="1628" y="1053"/>
                </a:cubicBezTo>
                <a:cubicBezTo>
                  <a:pt x="1666" y="1111"/>
                  <a:pt x="1723" y="1130"/>
                  <a:pt x="1972" y="1226"/>
                </a:cubicBezTo>
                <a:cubicBezTo>
                  <a:pt x="2068" y="1245"/>
                  <a:pt x="2221" y="1302"/>
                  <a:pt x="2317" y="1341"/>
                </a:cubicBezTo>
                <a:cubicBezTo>
                  <a:pt x="2164" y="1417"/>
                  <a:pt x="1934" y="1513"/>
                  <a:pt x="1723" y="1589"/>
                </a:cubicBezTo>
                <a:lnTo>
                  <a:pt x="1647" y="1647"/>
                </a:lnTo>
                <a:cubicBezTo>
                  <a:pt x="1551" y="1915"/>
                  <a:pt x="1436" y="2183"/>
                  <a:pt x="1341" y="2355"/>
                </a:cubicBezTo>
                <a:cubicBezTo>
                  <a:pt x="1264" y="2183"/>
                  <a:pt x="1188" y="1896"/>
                  <a:pt x="1130" y="1628"/>
                </a:cubicBezTo>
                <a:cubicBezTo>
                  <a:pt x="1092" y="1589"/>
                  <a:pt x="1073" y="1532"/>
                  <a:pt x="1034" y="1532"/>
                </a:cubicBezTo>
                <a:cubicBezTo>
                  <a:pt x="786" y="1513"/>
                  <a:pt x="498" y="1436"/>
                  <a:pt x="326" y="1398"/>
                </a:cubicBezTo>
                <a:cubicBezTo>
                  <a:pt x="498" y="1302"/>
                  <a:pt x="805" y="1149"/>
                  <a:pt x="1073" y="1015"/>
                </a:cubicBezTo>
                <a:cubicBezTo>
                  <a:pt x="1092" y="977"/>
                  <a:pt x="1149" y="958"/>
                  <a:pt x="1149" y="939"/>
                </a:cubicBezTo>
                <a:cubicBezTo>
                  <a:pt x="1226" y="728"/>
                  <a:pt x="1341" y="460"/>
                  <a:pt x="1398" y="307"/>
                </a:cubicBezTo>
                <a:close/>
                <a:moveTo>
                  <a:pt x="1436" y="1"/>
                </a:moveTo>
                <a:cubicBezTo>
                  <a:pt x="1360" y="1"/>
                  <a:pt x="1245" y="1"/>
                  <a:pt x="920" y="843"/>
                </a:cubicBezTo>
                <a:cubicBezTo>
                  <a:pt x="39" y="1187"/>
                  <a:pt x="20" y="1321"/>
                  <a:pt x="1" y="1360"/>
                </a:cubicBezTo>
                <a:cubicBezTo>
                  <a:pt x="1" y="1398"/>
                  <a:pt x="1" y="1455"/>
                  <a:pt x="20" y="1494"/>
                </a:cubicBezTo>
                <a:cubicBezTo>
                  <a:pt x="39" y="1513"/>
                  <a:pt x="116" y="1609"/>
                  <a:pt x="900" y="1743"/>
                </a:cubicBezTo>
                <a:cubicBezTo>
                  <a:pt x="1149" y="2680"/>
                  <a:pt x="1226" y="2680"/>
                  <a:pt x="1302" y="2680"/>
                </a:cubicBezTo>
                <a:cubicBezTo>
                  <a:pt x="1417" y="2680"/>
                  <a:pt x="1475" y="2680"/>
                  <a:pt x="1838" y="1819"/>
                </a:cubicBezTo>
                <a:cubicBezTo>
                  <a:pt x="2049" y="1743"/>
                  <a:pt x="2508" y="1570"/>
                  <a:pt x="2604" y="1494"/>
                </a:cubicBezTo>
                <a:cubicBezTo>
                  <a:pt x="2623" y="1455"/>
                  <a:pt x="2642" y="1417"/>
                  <a:pt x="2642" y="1360"/>
                </a:cubicBezTo>
                <a:cubicBezTo>
                  <a:pt x="2623" y="1245"/>
                  <a:pt x="2508" y="1207"/>
                  <a:pt x="2049" y="1034"/>
                </a:cubicBezTo>
                <a:cubicBezTo>
                  <a:pt x="1953" y="977"/>
                  <a:pt x="1857" y="958"/>
                  <a:pt x="1819" y="939"/>
                </a:cubicBezTo>
                <a:cubicBezTo>
                  <a:pt x="1781" y="862"/>
                  <a:pt x="1762" y="747"/>
                  <a:pt x="1743" y="651"/>
                </a:cubicBezTo>
                <a:cubicBezTo>
                  <a:pt x="1666" y="345"/>
                  <a:pt x="1589" y="116"/>
                  <a:pt x="1551" y="58"/>
                </a:cubicBezTo>
                <a:cubicBezTo>
                  <a:pt x="1532" y="20"/>
                  <a:pt x="1475"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4" name="Google Shape;794;p28"/>
          <p:cNvGrpSpPr/>
          <p:nvPr/>
        </p:nvGrpSpPr>
        <p:grpSpPr>
          <a:xfrm>
            <a:off x="4994424" y="1951004"/>
            <a:ext cx="3240692" cy="2513631"/>
            <a:chOff x="5037511" y="2163029"/>
            <a:chExt cx="3240692" cy="2513631"/>
          </a:xfrm>
        </p:grpSpPr>
        <p:sp>
          <p:nvSpPr>
            <p:cNvPr id="795" name="Google Shape;795;p28"/>
            <p:cNvSpPr/>
            <p:nvPr/>
          </p:nvSpPr>
          <p:spPr>
            <a:xfrm>
              <a:off x="5037511" y="2163029"/>
              <a:ext cx="3240692" cy="2513631"/>
            </a:xfrm>
            <a:custGeom>
              <a:rect b="b" l="l" r="r" t="t"/>
              <a:pathLst>
                <a:path extrusionOk="0" h="42818" w="55203">
                  <a:moveTo>
                    <a:pt x="19065" y="0"/>
                  </a:moveTo>
                  <a:cubicBezTo>
                    <a:pt x="18625" y="0"/>
                    <a:pt x="18165" y="192"/>
                    <a:pt x="17821" y="574"/>
                  </a:cubicBezTo>
                  <a:lnTo>
                    <a:pt x="12997" y="6010"/>
                  </a:lnTo>
                  <a:cubicBezTo>
                    <a:pt x="12902" y="6049"/>
                    <a:pt x="12825" y="6125"/>
                    <a:pt x="12748" y="6202"/>
                  </a:cubicBezTo>
                  <a:cubicBezTo>
                    <a:pt x="12634" y="6336"/>
                    <a:pt x="12519" y="6489"/>
                    <a:pt x="12442" y="6623"/>
                  </a:cubicBezTo>
                  <a:lnTo>
                    <a:pt x="9858" y="9551"/>
                  </a:lnTo>
                  <a:lnTo>
                    <a:pt x="9782" y="9609"/>
                  </a:lnTo>
                  <a:cubicBezTo>
                    <a:pt x="9743" y="9685"/>
                    <a:pt x="9667" y="9762"/>
                    <a:pt x="9628" y="9838"/>
                  </a:cubicBezTo>
                  <a:lnTo>
                    <a:pt x="6815" y="12997"/>
                  </a:lnTo>
                  <a:cubicBezTo>
                    <a:pt x="6719" y="13054"/>
                    <a:pt x="6623" y="13131"/>
                    <a:pt x="6528" y="13226"/>
                  </a:cubicBezTo>
                  <a:cubicBezTo>
                    <a:pt x="6394" y="13380"/>
                    <a:pt x="6298" y="13533"/>
                    <a:pt x="6202" y="13705"/>
                  </a:cubicBezTo>
                  <a:lnTo>
                    <a:pt x="3905" y="16289"/>
                  </a:lnTo>
                  <a:cubicBezTo>
                    <a:pt x="3695" y="16385"/>
                    <a:pt x="3503" y="16499"/>
                    <a:pt x="3331" y="16672"/>
                  </a:cubicBezTo>
                  <a:cubicBezTo>
                    <a:pt x="3121" y="16882"/>
                    <a:pt x="2948" y="17150"/>
                    <a:pt x="2872" y="17437"/>
                  </a:cubicBezTo>
                  <a:lnTo>
                    <a:pt x="556" y="20021"/>
                  </a:lnTo>
                  <a:cubicBezTo>
                    <a:pt x="39" y="20596"/>
                    <a:pt x="1" y="21438"/>
                    <a:pt x="403" y="22050"/>
                  </a:cubicBezTo>
                  <a:lnTo>
                    <a:pt x="2814" y="25763"/>
                  </a:lnTo>
                  <a:cubicBezTo>
                    <a:pt x="3102" y="26223"/>
                    <a:pt x="3580" y="26472"/>
                    <a:pt x="4116" y="26529"/>
                  </a:cubicBezTo>
                  <a:lnTo>
                    <a:pt x="4173" y="26529"/>
                  </a:lnTo>
                  <a:lnTo>
                    <a:pt x="4901" y="40042"/>
                  </a:lnTo>
                  <a:cubicBezTo>
                    <a:pt x="4958" y="40942"/>
                    <a:pt x="5705" y="41631"/>
                    <a:pt x="6585" y="41631"/>
                  </a:cubicBezTo>
                  <a:lnTo>
                    <a:pt x="13380" y="41631"/>
                  </a:lnTo>
                  <a:cubicBezTo>
                    <a:pt x="13610" y="42244"/>
                    <a:pt x="14222" y="42684"/>
                    <a:pt x="14911" y="42684"/>
                  </a:cubicBezTo>
                  <a:lnTo>
                    <a:pt x="16768" y="42703"/>
                  </a:lnTo>
                  <a:cubicBezTo>
                    <a:pt x="16883" y="42703"/>
                    <a:pt x="17017" y="42684"/>
                    <a:pt x="17132" y="42665"/>
                  </a:cubicBezTo>
                  <a:cubicBezTo>
                    <a:pt x="18299" y="42703"/>
                    <a:pt x="20213" y="42703"/>
                    <a:pt x="21725" y="42703"/>
                  </a:cubicBezTo>
                  <a:lnTo>
                    <a:pt x="23352" y="42703"/>
                  </a:lnTo>
                  <a:cubicBezTo>
                    <a:pt x="23525" y="42779"/>
                    <a:pt x="23697" y="42799"/>
                    <a:pt x="23888" y="42799"/>
                  </a:cubicBezTo>
                  <a:cubicBezTo>
                    <a:pt x="23888" y="42799"/>
                    <a:pt x="25745" y="42818"/>
                    <a:pt x="25668" y="42818"/>
                  </a:cubicBezTo>
                  <a:cubicBezTo>
                    <a:pt x="26415" y="42818"/>
                    <a:pt x="27066" y="42320"/>
                    <a:pt x="27276" y="41631"/>
                  </a:cubicBezTo>
                  <a:lnTo>
                    <a:pt x="32138" y="41631"/>
                  </a:lnTo>
                  <a:cubicBezTo>
                    <a:pt x="32444" y="42014"/>
                    <a:pt x="32923" y="42282"/>
                    <a:pt x="33459" y="42301"/>
                  </a:cubicBezTo>
                  <a:lnTo>
                    <a:pt x="33478" y="42301"/>
                  </a:lnTo>
                  <a:cubicBezTo>
                    <a:pt x="33573" y="42320"/>
                    <a:pt x="33688" y="42320"/>
                    <a:pt x="33784" y="42320"/>
                  </a:cubicBezTo>
                  <a:cubicBezTo>
                    <a:pt x="33880" y="42320"/>
                    <a:pt x="33975" y="42320"/>
                    <a:pt x="34071" y="42301"/>
                  </a:cubicBezTo>
                  <a:lnTo>
                    <a:pt x="50685" y="42473"/>
                  </a:lnTo>
                  <a:cubicBezTo>
                    <a:pt x="51661" y="42473"/>
                    <a:pt x="52446" y="41669"/>
                    <a:pt x="52465" y="40693"/>
                  </a:cubicBezTo>
                  <a:cubicBezTo>
                    <a:pt x="52503" y="40655"/>
                    <a:pt x="52503" y="40559"/>
                    <a:pt x="52503" y="40406"/>
                  </a:cubicBezTo>
                  <a:cubicBezTo>
                    <a:pt x="52599" y="38071"/>
                    <a:pt x="52599" y="37497"/>
                    <a:pt x="52523" y="37152"/>
                  </a:cubicBezTo>
                  <a:cubicBezTo>
                    <a:pt x="52503" y="37114"/>
                    <a:pt x="52503" y="37037"/>
                    <a:pt x="52465" y="36980"/>
                  </a:cubicBezTo>
                  <a:cubicBezTo>
                    <a:pt x="52350" y="36501"/>
                    <a:pt x="52082" y="36195"/>
                    <a:pt x="51776" y="35985"/>
                  </a:cubicBezTo>
                  <a:cubicBezTo>
                    <a:pt x="51757" y="35640"/>
                    <a:pt x="51680" y="35353"/>
                    <a:pt x="51566" y="35104"/>
                  </a:cubicBezTo>
                  <a:lnTo>
                    <a:pt x="51661" y="27658"/>
                  </a:lnTo>
                  <a:cubicBezTo>
                    <a:pt x="51680" y="27544"/>
                    <a:pt x="51680" y="27448"/>
                    <a:pt x="51680" y="27314"/>
                  </a:cubicBezTo>
                  <a:cubicBezTo>
                    <a:pt x="51680" y="27218"/>
                    <a:pt x="51680" y="27122"/>
                    <a:pt x="51661" y="27027"/>
                  </a:cubicBezTo>
                  <a:lnTo>
                    <a:pt x="51680" y="25783"/>
                  </a:lnTo>
                  <a:cubicBezTo>
                    <a:pt x="51699" y="25649"/>
                    <a:pt x="51738" y="25496"/>
                    <a:pt x="51738" y="25362"/>
                  </a:cubicBezTo>
                  <a:cubicBezTo>
                    <a:pt x="51738" y="25247"/>
                    <a:pt x="51738" y="25113"/>
                    <a:pt x="51699" y="24998"/>
                  </a:cubicBezTo>
                  <a:cubicBezTo>
                    <a:pt x="51757" y="24826"/>
                    <a:pt x="51776" y="24692"/>
                    <a:pt x="51795" y="24519"/>
                  </a:cubicBezTo>
                  <a:cubicBezTo>
                    <a:pt x="52025" y="24404"/>
                    <a:pt x="52216" y="24232"/>
                    <a:pt x="52350" y="24022"/>
                  </a:cubicBezTo>
                  <a:lnTo>
                    <a:pt x="54743" y="20519"/>
                  </a:lnTo>
                  <a:cubicBezTo>
                    <a:pt x="55202" y="19849"/>
                    <a:pt x="55126" y="18969"/>
                    <a:pt x="54551" y="18394"/>
                  </a:cubicBezTo>
                  <a:lnTo>
                    <a:pt x="52465" y="16308"/>
                  </a:lnTo>
                  <a:cubicBezTo>
                    <a:pt x="52369" y="16059"/>
                    <a:pt x="52235" y="15810"/>
                    <a:pt x="52044" y="15619"/>
                  </a:cubicBezTo>
                  <a:cubicBezTo>
                    <a:pt x="51853" y="15428"/>
                    <a:pt x="51604" y="15274"/>
                    <a:pt x="51355" y="15198"/>
                  </a:cubicBezTo>
                  <a:lnTo>
                    <a:pt x="50628" y="14471"/>
                  </a:lnTo>
                  <a:lnTo>
                    <a:pt x="50628" y="13896"/>
                  </a:lnTo>
                  <a:cubicBezTo>
                    <a:pt x="50723" y="13686"/>
                    <a:pt x="50781" y="13437"/>
                    <a:pt x="50781" y="13207"/>
                  </a:cubicBezTo>
                  <a:cubicBezTo>
                    <a:pt x="50781" y="13035"/>
                    <a:pt x="50781" y="12901"/>
                    <a:pt x="50723" y="12748"/>
                  </a:cubicBezTo>
                  <a:cubicBezTo>
                    <a:pt x="50800" y="12537"/>
                    <a:pt x="50838" y="12327"/>
                    <a:pt x="50838" y="12078"/>
                  </a:cubicBezTo>
                  <a:cubicBezTo>
                    <a:pt x="50838" y="11791"/>
                    <a:pt x="50781" y="11561"/>
                    <a:pt x="50685" y="11312"/>
                  </a:cubicBezTo>
                  <a:lnTo>
                    <a:pt x="50685" y="11178"/>
                  </a:lnTo>
                  <a:cubicBezTo>
                    <a:pt x="50723" y="11025"/>
                    <a:pt x="50742" y="10853"/>
                    <a:pt x="50742" y="10700"/>
                  </a:cubicBezTo>
                  <a:cubicBezTo>
                    <a:pt x="50742" y="10547"/>
                    <a:pt x="50723" y="10413"/>
                    <a:pt x="50704" y="10260"/>
                  </a:cubicBezTo>
                  <a:lnTo>
                    <a:pt x="50704" y="9800"/>
                  </a:lnTo>
                  <a:cubicBezTo>
                    <a:pt x="50742" y="9647"/>
                    <a:pt x="50800" y="9494"/>
                    <a:pt x="50800" y="9322"/>
                  </a:cubicBezTo>
                  <a:cubicBezTo>
                    <a:pt x="51087" y="9015"/>
                    <a:pt x="51221" y="8613"/>
                    <a:pt x="51221" y="8212"/>
                  </a:cubicBezTo>
                  <a:lnTo>
                    <a:pt x="51221" y="7006"/>
                  </a:lnTo>
                  <a:cubicBezTo>
                    <a:pt x="51221" y="6546"/>
                    <a:pt x="51030" y="6125"/>
                    <a:pt x="50723" y="5819"/>
                  </a:cubicBezTo>
                  <a:cubicBezTo>
                    <a:pt x="50417" y="5494"/>
                    <a:pt x="49977" y="5340"/>
                    <a:pt x="49556" y="5340"/>
                  </a:cubicBezTo>
                  <a:lnTo>
                    <a:pt x="44981" y="5398"/>
                  </a:lnTo>
                  <a:cubicBezTo>
                    <a:pt x="44522" y="5436"/>
                    <a:pt x="44101" y="5628"/>
                    <a:pt x="43794" y="5953"/>
                  </a:cubicBezTo>
                  <a:cubicBezTo>
                    <a:pt x="43507" y="6297"/>
                    <a:pt x="43335" y="6738"/>
                    <a:pt x="43354" y="7197"/>
                  </a:cubicBezTo>
                  <a:lnTo>
                    <a:pt x="38301" y="2144"/>
                  </a:lnTo>
                  <a:cubicBezTo>
                    <a:pt x="38052" y="1512"/>
                    <a:pt x="37401" y="1053"/>
                    <a:pt x="36655" y="1053"/>
                  </a:cubicBezTo>
                  <a:cubicBezTo>
                    <a:pt x="36483" y="1053"/>
                    <a:pt x="36349" y="1053"/>
                    <a:pt x="36196" y="1091"/>
                  </a:cubicBezTo>
                  <a:cubicBezTo>
                    <a:pt x="35813" y="1168"/>
                    <a:pt x="35487" y="1359"/>
                    <a:pt x="35239" y="1646"/>
                  </a:cubicBezTo>
                  <a:lnTo>
                    <a:pt x="31506" y="6010"/>
                  </a:lnTo>
                  <a:cubicBezTo>
                    <a:pt x="31104" y="6221"/>
                    <a:pt x="30779" y="6585"/>
                    <a:pt x="30626" y="7025"/>
                  </a:cubicBezTo>
                  <a:lnTo>
                    <a:pt x="30626" y="7063"/>
                  </a:lnTo>
                  <a:lnTo>
                    <a:pt x="29554" y="8326"/>
                  </a:lnTo>
                  <a:cubicBezTo>
                    <a:pt x="29401" y="8173"/>
                    <a:pt x="29267" y="8078"/>
                    <a:pt x="29094" y="8020"/>
                  </a:cubicBezTo>
                  <a:lnTo>
                    <a:pt x="25955" y="5340"/>
                  </a:lnTo>
                  <a:cubicBezTo>
                    <a:pt x="25898" y="5206"/>
                    <a:pt x="25802" y="5092"/>
                    <a:pt x="25707" y="4996"/>
                  </a:cubicBezTo>
                  <a:cubicBezTo>
                    <a:pt x="25534" y="4824"/>
                    <a:pt x="25324" y="4709"/>
                    <a:pt x="25094" y="4613"/>
                  </a:cubicBezTo>
                  <a:lnTo>
                    <a:pt x="20385" y="613"/>
                  </a:lnTo>
                  <a:cubicBezTo>
                    <a:pt x="20347" y="555"/>
                    <a:pt x="20251" y="479"/>
                    <a:pt x="20175" y="421"/>
                  </a:cubicBezTo>
                  <a:lnTo>
                    <a:pt x="20156" y="402"/>
                  </a:lnTo>
                  <a:cubicBezTo>
                    <a:pt x="19830" y="115"/>
                    <a:pt x="19448" y="0"/>
                    <a:pt x="19065" y="0"/>
                  </a:cubicBezTo>
                  <a:close/>
                </a:path>
              </a:pathLst>
            </a:custGeom>
            <a:solidFill>
              <a:srgbClr val="FFFFFF"/>
            </a:solidFill>
            <a:ln>
              <a:noFill/>
            </a:ln>
            <a:effectLst>
              <a:outerShdw blurRad="100013" rotWithShape="0" algn="bl" dir="5100000" dist="66675">
                <a:srgbClr val="000000">
                  <a:alpha val="24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8"/>
            <p:cNvSpPr/>
            <p:nvPr/>
          </p:nvSpPr>
          <p:spPr>
            <a:xfrm>
              <a:off x="7710730" y="2602381"/>
              <a:ext cx="213510" cy="459601"/>
            </a:xfrm>
            <a:custGeom>
              <a:rect b="b" l="l" r="r" t="t"/>
              <a:pathLst>
                <a:path extrusionOk="0" h="7829" w="3637">
                  <a:moveTo>
                    <a:pt x="3637" y="0"/>
                  </a:moveTo>
                  <a:lnTo>
                    <a:pt x="172" y="58"/>
                  </a:lnTo>
                  <a:lnTo>
                    <a:pt x="0" y="5072"/>
                  </a:lnTo>
                  <a:lnTo>
                    <a:pt x="3484" y="7829"/>
                  </a:lnTo>
                  <a:lnTo>
                    <a:pt x="363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8"/>
            <p:cNvSpPr/>
            <p:nvPr/>
          </p:nvSpPr>
          <p:spPr>
            <a:xfrm>
              <a:off x="6390441" y="2478747"/>
              <a:ext cx="1592256" cy="2017045"/>
            </a:xfrm>
            <a:custGeom>
              <a:rect b="b" l="l" r="r" t="t"/>
              <a:pathLst>
                <a:path extrusionOk="0" h="34359" w="27123">
                  <a:moveTo>
                    <a:pt x="13437" y="1"/>
                  </a:moveTo>
                  <a:lnTo>
                    <a:pt x="0" y="15562"/>
                  </a:lnTo>
                  <a:lnTo>
                    <a:pt x="1053" y="34358"/>
                  </a:lnTo>
                  <a:lnTo>
                    <a:pt x="26873" y="34148"/>
                  </a:lnTo>
                  <a:lnTo>
                    <a:pt x="27122" y="14662"/>
                  </a:lnTo>
                  <a:lnTo>
                    <a:pt x="134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8"/>
            <p:cNvSpPr/>
            <p:nvPr/>
          </p:nvSpPr>
          <p:spPr>
            <a:xfrm>
              <a:off x="6480319" y="2325937"/>
              <a:ext cx="1695635" cy="1193355"/>
            </a:xfrm>
            <a:custGeom>
              <a:rect b="b" l="l" r="r" t="t"/>
              <a:pathLst>
                <a:path extrusionOk="0" h="20328" w="28884">
                  <a:moveTo>
                    <a:pt x="12040" y="1"/>
                  </a:moveTo>
                  <a:lnTo>
                    <a:pt x="0" y="13992"/>
                  </a:lnTo>
                  <a:lnTo>
                    <a:pt x="881" y="18376"/>
                  </a:lnTo>
                  <a:lnTo>
                    <a:pt x="12250" y="4594"/>
                  </a:lnTo>
                  <a:lnTo>
                    <a:pt x="26491" y="20328"/>
                  </a:lnTo>
                  <a:lnTo>
                    <a:pt x="28883" y="16844"/>
                  </a:lnTo>
                  <a:lnTo>
                    <a:pt x="1204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8"/>
            <p:cNvSpPr/>
            <p:nvPr/>
          </p:nvSpPr>
          <p:spPr>
            <a:xfrm>
              <a:off x="5363386" y="2388869"/>
              <a:ext cx="1643975" cy="2119251"/>
            </a:xfrm>
            <a:custGeom>
              <a:rect b="b" l="l" r="r" t="t"/>
              <a:pathLst>
                <a:path extrusionOk="0" h="36100" w="28004">
                  <a:moveTo>
                    <a:pt x="13112" y="0"/>
                  </a:moveTo>
                  <a:lnTo>
                    <a:pt x="1" y="17304"/>
                  </a:lnTo>
                  <a:lnTo>
                    <a:pt x="1034" y="36100"/>
                  </a:lnTo>
                  <a:lnTo>
                    <a:pt x="27352" y="36100"/>
                  </a:lnTo>
                  <a:lnTo>
                    <a:pt x="28003" y="15102"/>
                  </a:lnTo>
                  <a:lnTo>
                    <a:pt x="13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8"/>
            <p:cNvSpPr/>
            <p:nvPr/>
          </p:nvSpPr>
          <p:spPr>
            <a:xfrm>
              <a:off x="5525179" y="3364204"/>
              <a:ext cx="1418137" cy="25889"/>
            </a:xfrm>
            <a:custGeom>
              <a:rect b="b" l="l" r="r" t="t"/>
              <a:pathLst>
                <a:path extrusionOk="0" h="441" w="24157">
                  <a:moveTo>
                    <a:pt x="22422" y="0"/>
                  </a:moveTo>
                  <a:cubicBezTo>
                    <a:pt x="17122" y="0"/>
                    <a:pt x="920" y="211"/>
                    <a:pt x="116" y="211"/>
                  </a:cubicBezTo>
                  <a:cubicBezTo>
                    <a:pt x="39" y="211"/>
                    <a:pt x="1" y="249"/>
                    <a:pt x="1" y="326"/>
                  </a:cubicBezTo>
                  <a:cubicBezTo>
                    <a:pt x="1" y="402"/>
                    <a:pt x="39" y="441"/>
                    <a:pt x="116" y="441"/>
                  </a:cubicBezTo>
                  <a:cubicBezTo>
                    <a:pt x="329" y="441"/>
                    <a:pt x="16953" y="230"/>
                    <a:pt x="22386" y="230"/>
                  </a:cubicBezTo>
                  <a:cubicBezTo>
                    <a:pt x="23291" y="230"/>
                    <a:pt x="23885" y="236"/>
                    <a:pt x="24041" y="249"/>
                  </a:cubicBezTo>
                  <a:cubicBezTo>
                    <a:pt x="24099" y="249"/>
                    <a:pt x="24156" y="211"/>
                    <a:pt x="24156" y="135"/>
                  </a:cubicBezTo>
                  <a:cubicBezTo>
                    <a:pt x="24156" y="96"/>
                    <a:pt x="24118" y="20"/>
                    <a:pt x="24041" y="20"/>
                  </a:cubicBezTo>
                  <a:cubicBezTo>
                    <a:pt x="23885" y="6"/>
                    <a:pt x="23305" y="0"/>
                    <a:pt x="224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8"/>
            <p:cNvSpPr/>
            <p:nvPr/>
          </p:nvSpPr>
          <p:spPr>
            <a:xfrm>
              <a:off x="6496991" y="3467350"/>
              <a:ext cx="341839" cy="357631"/>
            </a:xfrm>
            <a:custGeom>
              <a:rect b="b" l="l" r="r" t="t"/>
              <a:pathLst>
                <a:path extrusionOk="0" h="6092" w="5823">
                  <a:moveTo>
                    <a:pt x="2907" y="1"/>
                  </a:moveTo>
                  <a:cubicBezTo>
                    <a:pt x="2847" y="1"/>
                    <a:pt x="2785" y="2"/>
                    <a:pt x="2721" y="4"/>
                  </a:cubicBezTo>
                  <a:cubicBezTo>
                    <a:pt x="788" y="81"/>
                    <a:pt x="214" y="2186"/>
                    <a:pt x="214" y="2665"/>
                  </a:cubicBezTo>
                  <a:cubicBezTo>
                    <a:pt x="214" y="3126"/>
                    <a:pt x="0" y="6027"/>
                    <a:pt x="346" y="6027"/>
                  </a:cubicBezTo>
                  <a:cubicBezTo>
                    <a:pt x="358" y="6027"/>
                    <a:pt x="372" y="6023"/>
                    <a:pt x="386" y="6015"/>
                  </a:cubicBezTo>
                  <a:cubicBezTo>
                    <a:pt x="386" y="6015"/>
                    <a:pt x="2300" y="6091"/>
                    <a:pt x="3741" y="6091"/>
                  </a:cubicBezTo>
                  <a:cubicBezTo>
                    <a:pt x="4461" y="6091"/>
                    <a:pt x="5063" y="6072"/>
                    <a:pt x="5248" y="6015"/>
                  </a:cubicBezTo>
                  <a:cubicBezTo>
                    <a:pt x="5822" y="5842"/>
                    <a:pt x="5401" y="2378"/>
                    <a:pt x="5305" y="2033"/>
                  </a:cubicBezTo>
                  <a:cubicBezTo>
                    <a:pt x="5083" y="1071"/>
                    <a:pt x="4682" y="1"/>
                    <a:pt x="29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8"/>
            <p:cNvSpPr/>
            <p:nvPr/>
          </p:nvSpPr>
          <p:spPr>
            <a:xfrm>
              <a:off x="6528282" y="3504393"/>
              <a:ext cx="274563" cy="289827"/>
            </a:xfrm>
            <a:custGeom>
              <a:rect b="b" l="l" r="r" t="t"/>
              <a:pathLst>
                <a:path extrusionOk="0" h="4937" w="4677">
                  <a:moveTo>
                    <a:pt x="2394" y="0"/>
                  </a:moveTo>
                  <a:cubicBezTo>
                    <a:pt x="2334" y="0"/>
                    <a:pt x="2272" y="2"/>
                    <a:pt x="2207" y="5"/>
                  </a:cubicBezTo>
                  <a:cubicBezTo>
                    <a:pt x="657" y="63"/>
                    <a:pt x="198" y="1766"/>
                    <a:pt x="198" y="2149"/>
                  </a:cubicBezTo>
                  <a:cubicBezTo>
                    <a:pt x="198" y="2519"/>
                    <a:pt x="1" y="4894"/>
                    <a:pt x="299" y="4894"/>
                  </a:cubicBezTo>
                  <a:cubicBezTo>
                    <a:pt x="310" y="4894"/>
                    <a:pt x="320" y="4892"/>
                    <a:pt x="332" y="4886"/>
                  </a:cubicBezTo>
                  <a:cubicBezTo>
                    <a:pt x="332" y="4886"/>
                    <a:pt x="1863" y="4937"/>
                    <a:pt x="3020" y="4937"/>
                  </a:cubicBezTo>
                  <a:cubicBezTo>
                    <a:pt x="3598" y="4937"/>
                    <a:pt x="4083" y="4924"/>
                    <a:pt x="4236" y="4886"/>
                  </a:cubicBezTo>
                  <a:cubicBezTo>
                    <a:pt x="4677" y="4752"/>
                    <a:pt x="4351" y="1919"/>
                    <a:pt x="4294" y="1651"/>
                  </a:cubicBezTo>
                  <a:cubicBezTo>
                    <a:pt x="4110" y="843"/>
                    <a:pt x="3803" y="0"/>
                    <a:pt x="239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8"/>
            <p:cNvSpPr/>
            <p:nvPr/>
          </p:nvSpPr>
          <p:spPr>
            <a:xfrm>
              <a:off x="6543193" y="4001101"/>
              <a:ext cx="341663" cy="357572"/>
            </a:xfrm>
            <a:custGeom>
              <a:rect b="b" l="l" r="r" t="t"/>
              <a:pathLst>
                <a:path extrusionOk="0" h="6091" w="5820">
                  <a:moveTo>
                    <a:pt x="2907" y="0"/>
                  </a:moveTo>
                  <a:cubicBezTo>
                    <a:pt x="2846" y="0"/>
                    <a:pt x="2783" y="2"/>
                    <a:pt x="2719" y="4"/>
                  </a:cubicBezTo>
                  <a:cubicBezTo>
                    <a:pt x="786" y="81"/>
                    <a:pt x="212" y="2186"/>
                    <a:pt x="212" y="2665"/>
                  </a:cubicBezTo>
                  <a:cubicBezTo>
                    <a:pt x="249" y="3126"/>
                    <a:pt x="1" y="6027"/>
                    <a:pt x="344" y="6027"/>
                  </a:cubicBezTo>
                  <a:cubicBezTo>
                    <a:pt x="356" y="6027"/>
                    <a:pt x="370" y="6023"/>
                    <a:pt x="384" y="6014"/>
                  </a:cubicBezTo>
                  <a:cubicBezTo>
                    <a:pt x="384" y="6014"/>
                    <a:pt x="2298" y="6091"/>
                    <a:pt x="3739" y="6091"/>
                  </a:cubicBezTo>
                  <a:cubicBezTo>
                    <a:pt x="4459" y="6091"/>
                    <a:pt x="5061" y="6072"/>
                    <a:pt x="5246" y="6014"/>
                  </a:cubicBezTo>
                  <a:cubicBezTo>
                    <a:pt x="5820" y="5842"/>
                    <a:pt x="5418" y="2378"/>
                    <a:pt x="5303" y="2033"/>
                  </a:cubicBezTo>
                  <a:cubicBezTo>
                    <a:pt x="5081" y="1071"/>
                    <a:pt x="4698" y="0"/>
                    <a:pt x="29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8"/>
            <p:cNvSpPr/>
            <p:nvPr/>
          </p:nvSpPr>
          <p:spPr>
            <a:xfrm>
              <a:off x="6576538" y="4038145"/>
              <a:ext cx="272391" cy="289827"/>
            </a:xfrm>
            <a:custGeom>
              <a:rect b="b" l="l" r="r" t="t"/>
              <a:pathLst>
                <a:path extrusionOk="0" h="4937" w="4640">
                  <a:moveTo>
                    <a:pt x="2373" y="0"/>
                  </a:moveTo>
                  <a:cubicBezTo>
                    <a:pt x="2314" y="0"/>
                    <a:pt x="2253" y="2"/>
                    <a:pt x="2189" y="5"/>
                  </a:cubicBezTo>
                  <a:cubicBezTo>
                    <a:pt x="620" y="62"/>
                    <a:pt x="180" y="1766"/>
                    <a:pt x="180" y="2149"/>
                  </a:cubicBezTo>
                  <a:cubicBezTo>
                    <a:pt x="180" y="2519"/>
                    <a:pt x="1" y="4894"/>
                    <a:pt x="266" y="4894"/>
                  </a:cubicBezTo>
                  <a:cubicBezTo>
                    <a:pt x="275" y="4894"/>
                    <a:pt x="284" y="4891"/>
                    <a:pt x="294" y="4886"/>
                  </a:cubicBezTo>
                  <a:cubicBezTo>
                    <a:pt x="294" y="4886"/>
                    <a:pt x="1826" y="4937"/>
                    <a:pt x="2983" y="4937"/>
                  </a:cubicBezTo>
                  <a:cubicBezTo>
                    <a:pt x="3561" y="4937"/>
                    <a:pt x="4046" y="4924"/>
                    <a:pt x="4199" y="4886"/>
                  </a:cubicBezTo>
                  <a:cubicBezTo>
                    <a:pt x="4639" y="4752"/>
                    <a:pt x="4314" y="1919"/>
                    <a:pt x="4257" y="1651"/>
                  </a:cubicBezTo>
                  <a:cubicBezTo>
                    <a:pt x="4073" y="843"/>
                    <a:pt x="3766" y="0"/>
                    <a:pt x="23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8"/>
            <p:cNvSpPr/>
            <p:nvPr/>
          </p:nvSpPr>
          <p:spPr>
            <a:xfrm>
              <a:off x="5569971" y="4049416"/>
              <a:ext cx="341839" cy="356457"/>
            </a:xfrm>
            <a:custGeom>
              <a:rect b="b" l="l" r="r" t="t"/>
              <a:pathLst>
                <a:path extrusionOk="0" h="6072" w="5823">
                  <a:moveTo>
                    <a:pt x="2910" y="0"/>
                  </a:moveTo>
                  <a:cubicBezTo>
                    <a:pt x="2849" y="0"/>
                    <a:pt x="2786" y="2"/>
                    <a:pt x="2721" y="4"/>
                  </a:cubicBezTo>
                  <a:cubicBezTo>
                    <a:pt x="788" y="62"/>
                    <a:pt x="214" y="2167"/>
                    <a:pt x="214" y="2646"/>
                  </a:cubicBezTo>
                  <a:cubicBezTo>
                    <a:pt x="214" y="3089"/>
                    <a:pt x="0" y="6007"/>
                    <a:pt x="346" y="6007"/>
                  </a:cubicBezTo>
                  <a:cubicBezTo>
                    <a:pt x="359" y="6007"/>
                    <a:pt x="372" y="6003"/>
                    <a:pt x="386" y="5995"/>
                  </a:cubicBezTo>
                  <a:cubicBezTo>
                    <a:pt x="386" y="5995"/>
                    <a:pt x="2300" y="6072"/>
                    <a:pt x="3741" y="6072"/>
                  </a:cubicBezTo>
                  <a:cubicBezTo>
                    <a:pt x="4461" y="6072"/>
                    <a:pt x="5063" y="6053"/>
                    <a:pt x="5248" y="5995"/>
                  </a:cubicBezTo>
                  <a:cubicBezTo>
                    <a:pt x="5822" y="5823"/>
                    <a:pt x="5401" y="2359"/>
                    <a:pt x="5305" y="2033"/>
                  </a:cubicBezTo>
                  <a:cubicBezTo>
                    <a:pt x="5083" y="1053"/>
                    <a:pt x="4682" y="0"/>
                    <a:pt x="29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8"/>
            <p:cNvSpPr/>
            <p:nvPr/>
          </p:nvSpPr>
          <p:spPr>
            <a:xfrm>
              <a:off x="5601379" y="4084170"/>
              <a:ext cx="274446" cy="289885"/>
            </a:xfrm>
            <a:custGeom>
              <a:rect b="b" l="l" r="r" t="t"/>
              <a:pathLst>
                <a:path extrusionOk="0" h="4938" w="4675">
                  <a:moveTo>
                    <a:pt x="2392" y="1"/>
                  </a:moveTo>
                  <a:cubicBezTo>
                    <a:pt x="2332" y="1"/>
                    <a:pt x="2270" y="3"/>
                    <a:pt x="2205" y="6"/>
                  </a:cubicBezTo>
                  <a:cubicBezTo>
                    <a:pt x="655" y="82"/>
                    <a:pt x="196" y="1767"/>
                    <a:pt x="196" y="2149"/>
                  </a:cubicBezTo>
                  <a:cubicBezTo>
                    <a:pt x="196" y="2518"/>
                    <a:pt x="0" y="4897"/>
                    <a:pt x="294" y="4897"/>
                  </a:cubicBezTo>
                  <a:cubicBezTo>
                    <a:pt x="306" y="4897"/>
                    <a:pt x="317" y="4893"/>
                    <a:pt x="330" y="4886"/>
                  </a:cubicBezTo>
                  <a:cubicBezTo>
                    <a:pt x="330" y="4886"/>
                    <a:pt x="1861" y="4938"/>
                    <a:pt x="3018" y="4938"/>
                  </a:cubicBezTo>
                  <a:cubicBezTo>
                    <a:pt x="3596" y="4938"/>
                    <a:pt x="4081" y="4925"/>
                    <a:pt x="4234" y="4886"/>
                  </a:cubicBezTo>
                  <a:cubicBezTo>
                    <a:pt x="4675" y="4753"/>
                    <a:pt x="4349" y="1920"/>
                    <a:pt x="4292" y="1652"/>
                  </a:cubicBezTo>
                  <a:cubicBezTo>
                    <a:pt x="4108" y="844"/>
                    <a:pt x="3801" y="1"/>
                    <a:pt x="23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8"/>
            <p:cNvSpPr/>
            <p:nvPr/>
          </p:nvSpPr>
          <p:spPr>
            <a:xfrm>
              <a:off x="6037444" y="2915635"/>
              <a:ext cx="341781" cy="356457"/>
            </a:xfrm>
            <a:custGeom>
              <a:rect b="b" l="l" r="r" t="t"/>
              <a:pathLst>
                <a:path extrusionOk="0" h="6072" w="5822">
                  <a:moveTo>
                    <a:pt x="2911" y="1"/>
                  </a:moveTo>
                  <a:cubicBezTo>
                    <a:pt x="2849" y="1"/>
                    <a:pt x="2786" y="2"/>
                    <a:pt x="2721" y="4"/>
                  </a:cubicBezTo>
                  <a:cubicBezTo>
                    <a:pt x="788" y="62"/>
                    <a:pt x="213" y="2167"/>
                    <a:pt x="213" y="2646"/>
                  </a:cubicBezTo>
                  <a:cubicBezTo>
                    <a:pt x="213" y="3106"/>
                    <a:pt x="1" y="6010"/>
                    <a:pt x="342" y="6010"/>
                  </a:cubicBezTo>
                  <a:cubicBezTo>
                    <a:pt x="356" y="6010"/>
                    <a:pt x="370" y="6005"/>
                    <a:pt x="386" y="5995"/>
                  </a:cubicBezTo>
                  <a:cubicBezTo>
                    <a:pt x="386" y="5995"/>
                    <a:pt x="2300" y="6072"/>
                    <a:pt x="3740" y="6072"/>
                  </a:cubicBezTo>
                  <a:cubicBezTo>
                    <a:pt x="4461" y="6072"/>
                    <a:pt x="5062" y="6053"/>
                    <a:pt x="5247" y="5995"/>
                  </a:cubicBezTo>
                  <a:cubicBezTo>
                    <a:pt x="5822" y="5842"/>
                    <a:pt x="5420" y="2378"/>
                    <a:pt x="5305" y="2033"/>
                  </a:cubicBezTo>
                  <a:cubicBezTo>
                    <a:pt x="5083" y="1053"/>
                    <a:pt x="4700" y="1"/>
                    <a:pt x="29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8"/>
            <p:cNvSpPr/>
            <p:nvPr/>
          </p:nvSpPr>
          <p:spPr>
            <a:xfrm>
              <a:off x="6070965" y="2951680"/>
              <a:ext cx="272332" cy="290238"/>
            </a:xfrm>
            <a:custGeom>
              <a:rect b="b" l="l" r="r" t="t"/>
              <a:pathLst>
                <a:path extrusionOk="0" h="4944" w="4639">
                  <a:moveTo>
                    <a:pt x="2329" y="0"/>
                  </a:moveTo>
                  <a:cubicBezTo>
                    <a:pt x="2283" y="0"/>
                    <a:pt x="2236" y="1"/>
                    <a:pt x="2188" y="3"/>
                  </a:cubicBezTo>
                  <a:cubicBezTo>
                    <a:pt x="619" y="79"/>
                    <a:pt x="178" y="1783"/>
                    <a:pt x="178" y="2166"/>
                  </a:cubicBezTo>
                  <a:cubicBezTo>
                    <a:pt x="178" y="2535"/>
                    <a:pt x="1" y="4894"/>
                    <a:pt x="262" y="4894"/>
                  </a:cubicBezTo>
                  <a:cubicBezTo>
                    <a:pt x="272" y="4894"/>
                    <a:pt x="282" y="4891"/>
                    <a:pt x="293" y="4884"/>
                  </a:cubicBezTo>
                  <a:cubicBezTo>
                    <a:pt x="293" y="4884"/>
                    <a:pt x="1824" y="4943"/>
                    <a:pt x="2981" y="4943"/>
                  </a:cubicBezTo>
                  <a:cubicBezTo>
                    <a:pt x="3560" y="4943"/>
                    <a:pt x="4045" y="4928"/>
                    <a:pt x="4198" y="4884"/>
                  </a:cubicBezTo>
                  <a:cubicBezTo>
                    <a:pt x="4638" y="4769"/>
                    <a:pt x="4313" y="1917"/>
                    <a:pt x="4255" y="1668"/>
                  </a:cubicBezTo>
                  <a:cubicBezTo>
                    <a:pt x="4070" y="852"/>
                    <a:pt x="3759" y="0"/>
                    <a:pt x="232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8"/>
            <p:cNvSpPr/>
            <p:nvPr/>
          </p:nvSpPr>
          <p:spPr>
            <a:xfrm>
              <a:off x="6026172" y="3461773"/>
              <a:ext cx="339550" cy="357572"/>
            </a:xfrm>
            <a:custGeom>
              <a:rect b="b" l="l" r="r" t="t"/>
              <a:pathLst>
                <a:path extrusionOk="0" h="6091" w="5784">
                  <a:moveTo>
                    <a:pt x="2888" y="0"/>
                  </a:moveTo>
                  <a:cubicBezTo>
                    <a:pt x="2828" y="0"/>
                    <a:pt x="2766" y="1"/>
                    <a:pt x="2702" y="4"/>
                  </a:cubicBezTo>
                  <a:cubicBezTo>
                    <a:pt x="769" y="80"/>
                    <a:pt x="195" y="2186"/>
                    <a:pt x="195" y="2664"/>
                  </a:cubicBezTo>
                  <a:cubicBezTo>
                    <a:pt x="213" y="3126"/>
                    <a:pt x="0" y="6026"/>
                    <a:pt x="329" y="6026"/>
                  </a:cubicBezTo>
                  <a:cubicBezTo>
                    <a:pt x="341" y="6026"/>
                    <a:pt x="354" y="6022"/>
                    <a:pt x="367" y="6014"/>
                  </a:cubicBezTo>
                  <a:cubicBezTo>
                    <a:pt x="367" y="6014"/>
                    <a:pt x="2281" y="6090"/>
                    <a:pt x="3722" y="6090"/>
                  </a:cubicBezTo>
                  <a:cubicBezTo>
                    <a:pt x="4442" y="6090"/>
                    <a:pt x="5044" y="6071"/>
                    <a:pt x="5229" y="6014"/>
                  </a:cubicBezTo>
                  <a:cubicBezTo>
                    <a:pt x="5784" y="5842"/>
                    <a:pt x="5382" y="2377"/>
                    <a:pt x="5286" y="2033"/>
                  </a:cubicBezTo>
                  <a:cubicBezTo>
                    <a:pt x="5064" y="1070"/>
                    <a:pt x="4663" y="0"/>
                    <a:pt x="28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8"/>
            <p:cNvSpPr/>
            <p:nvPr/>
          </p:nvSpPr>
          <p:spPr>
            <a:xfrm>
              <a:off x="6058519" y="3498757"/>
              <a:ext cx="272391" cy="289885"/>
            </a:xfrm>
            <a:custGeom>
              <a:rect b="b" l="l" r="r" t="t"/>
              <a:pathLst>
                <a:path extrusionOk="0" h="4938" w="4640">
                  <a:moveTo>
                    <a:pt x="2357" y="1"/>
                  </a:moveTo>
                  <a:cubicBezTo>
                    <a:pt x="2297" y="1"/>
                    <a:pt x="2235" y="2"/>
                    <a:pt x="2170" y="5"/>
                  </a:cubicBezTo>
                  <a:cubicBezTo>
                    <a:pt x="620" y="63"/>
                    <a:pt x="161" y="1766"/>
                    <a:pt x="161" y="2149"/>
                  </a:cubicBezTo>
                  <a:cubicBezTo>
                    <a:pt x="161" y="2518"/>
                    <a:pt x="1" y="4897"/>
                    <a:pt x="263" y="4897"/>
                  </a:cubicBezTo>
                  <a:cubicBezTo>
                    <a:pt x="273" y="4897"/>
                    <a:pt x="284" y="4893"/>
                    <a:pt x="295" y="4886"/>
                  </a:cubicBezTo>
                  <a:cubicBezTo>
                    <a:pt x="295" y="4886"/>
                    <a:pt x="1826" y="4937"/>
                    <a:pt x="2983" y="4937"/>
                  </a:cubicBezTo>
                  <a:cubicBezTo>
                    <a:pt x="3561" y="4937"/>
                    <a:pt x="4046" y="4925"/>
                    <a:pt x="4199" y="4886"/>
                  </a:cubicBezTo>
                  <a:cubicBezTo>
                    <a:pt x="4640" y="4752"/>
                    <a:pt x="4314" y="1919"/>
                    <a:pt x="4257" y="1651"/>
                  </a:cubicBezTo>
                  <a:cubicBezTo>
                    <a:pt x="4073" y="844"/>
                    <a:pt x="3766" y="1"/>
                    <a:pt x="2357" y="1"/>
                  </a:cubicBezTo>
                  <a:close/>
                </a:path>
              </a:pathLst>
            </a:custGeom>
            <a:solidFill>
              <a:srgbClr val="B373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8"/>
            <p:cNvSpPr/>
            <p:nvPr/>
          </p:nvSpPr>
          <p:spPr>
            <a:xfrm>
              <a:off x="5500464" y="3492182"/>
              <a:ext cx="341663" cy="357513"/>
            </a:xfrm>
            <a:custGeom>
              <a:rect b="b" l="l" r="r" t="t"/>
              <a:pathLst>
                <a:path extrusionOk="0" h="6090" w="5820">
                  <a:moveTo>
                    <a:pt x="2882" y="0"/>
                  </a:moveTo>
                  <a:cubicBezTo>
                    <a:pt x="2835" y="0"/>
                    <a:pt x="2787" y="1"/>
                    <a:pt x="2738" y="3"/>
                  </a:cubicBezTo>
                  <a:cubicBezTo>
                    <a:pt x="805" y="79"/>
                    <a:pt x="230" y="2185"/>
                    <a:pt x="230" y="2663"/>
                  </a:cubicBezTo>
                  <a:cubicBezTo>
                    <a:pt x="230" y="3123"/>
                    <a:pt x="0" y="6027"/>
                    <a:pt x="357" y="6027"/>
                  </a:cubicBezTo>
                  <a:cubicBezTo>
                    <a:pt x="371" y="6027"/>
                    <a:pt x="387" y="6022"/>
                    <a:pt x="403" y="6013"/>
                  </a:cubicBezTo>
                  <a:cubicBezTo>
                    <a:pt x="403" y="6013"/>
                    <a:pt x="2317" y="6089"/>
                    <a:pt x="3752" y="6089"/>
                  </a:cubicBezTo>
                  <a:cubicBezTo>
                    <a:pt x="4469" y="6089"/>
                    <a:pt x="5067" y="6070"/>
                    <a:pt x="5245" y="6013"/>
                  </a:cubicBezTo>
                  <a:cubicBezTo>
                    <a:pt x="5819" y="5840"/>
                    <a:pt x="5417" y="2376"/>
                    <a:pt x="5322" y="2051"/>
                  </a:cubicBezTo>
                  <a:cubicBezTo>
                    <a:pt x="5098" y="1062"/>
                    <a:pt x="4692" y="0"/>
                    <a:pt x="28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8"/>
            <p:cNvSpPr/>
            <p:nvPr/>
          </p:nvSpPr>
          <p:spPr>
            <a:xfrm>
              <a:off x="5532810" y="3529108"/>
              <a:ext cx="274505" cy="289885"/>
            </a:xfrm>
            <a:custGeom>
              <a:rect b="b" l="l" r="r" t="t"/>
              <a:pathLst>
                <a:path extrusionOk="0" h="4938" w="4676">
                  <a:moveTo>
                    <a:pt x="2390" y="1"/>
                  </a:moveTo>
                  <a:cubicBezTo>
                    <a:pt x="2331" y="1"/>
                    <a:pt x="2269" y="2"/>
                    <a:pt x="2206" y="5"/>
                  </a:cubicBezTo>
                  <a:cubicBezTo>
                    <a:pt x="656" y="82"/>
                    <a:pt x="196" y="1766"/>
                    <a:pt x="196" y="2168"/>
                  </a:cubicBezTo>
                  <a:cubicBezTo>
                    <a:pt x="196" y="2537"/>
                    <a:pt x="1" y="4896"/>
                    <a:pt x="295" y="4896"/>
                  </a:cubicBezTo>
                  <a:cubicBezTo>
                    <a:pt x="306" y="4896"/>
                    <a:pt x="318" y="4893"/>
                    <a:pt x="330" y="4886"/>
                  </a:cubicBezTo>
                  <a:cubicBezTo>
                    <a:pt x="330" y="4886"/>
                    <a:pt x="1861" y="4937"/>
                    <a:pt x="3013" y="4937"/>
                  </a:cubicBezTo>
                  <a:cubicBezTo>
                    <a:pt x="3588" y="4937"/>
                    <a:pt x="4069" y="4924"/>
                    <a:pt x="4216" y="4886"/>
                  </a:cubicBezTo>
                  <a:cubicBezTo>
                    <a:pt x="4675" y="4771"/>
                    <a:pt x="4350" y="1919"/>
                    <a:pt x="4292" y="1651"/>
                  </a:cubicBezTo>
                  <a:cubicBezTo>
                    <a:pt x="4109" y="844"/>
                    <a:pt x="3784" y="1"/>
                    <a:pt x="23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 name="Google Shape;813;p28"/>
            <p:cNvGrpSpPr/>
            <p:nvPr/>
          </p:nvGrpSpPr>
          <p:grpSpPr>
            <a:xfrm>
              <a:off x="5508330" y="2939469"/>
              <a:ext cx="1350696" cy="1456307"/>
              <a:chOff x="5508330" y="2939469"/>
              <a:chExt cx="1350696" cy="1456307"/>
            </a:xfrm>
          </p:grpSpPr>
          <p:sp>
            <p:nvSpPr>
              <p:cNvPr id="814" name="Google Shape;814;p28"/>
              <p:cNvSpPr/>
              <p:nvPr/>
            </p:nvSpPr>
            <p:spPr>
              <a:xfrm>
                <a:off x="6518536" y="3609183"/>
                <a:ext cx="294406" cy="21369"/>
              </a:xfrm>
              <a:custGeom>
                <a:rect b="b" l="l" r="r" t="t"/>
                <a:pathLst>
                  <a:path extrusionOk="0" h="364" w="5015">
                    <a:moveTo>
                      <a:pt x="4900" y="0"/>
                    </a:moveTo>
                    <a:lnTo>
                      <a:pt x="115" y="134"/>
                    </a:lnTo>
                    <a:cubicBezTo>
                      <a:pt x="38" y="134"/>
                      <a:pt x="0" y="172"/>
                      <a:pt x="0" y="249"/>
                    </a:cubicBezTo>
                    <a:cubicBezTo>
                      <a:pt x="0" y="326"/>
                      <a:pt x="38" y="364"/>
                      <a:pt x="115" y="364"/>
                    </a:cubicBezTo>
                    <a:lnTo>
                      <a:pt x="4900" y="249"/>
                    </a:lnTo>
                    <a:cubicBezTo>
                      <a:pt x="4977" y="249"/>
                      <a:pt x="5015" y="192"/>
                      <a:pt x="5015" y="134"/>
                    </a:cubicBezTo>
                    <a:cubicBezTo>
                      <a:pt x="5015" y="58"/>
                      <a:pt x="4977" y="0"/>
                      <a:pt x="49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8"/>
              <p:cNvSpPr/>
              <p:nvPr/>
            </p:nvSpPr>
            <p:spPr>
              <a:xfrm>
                <a:off x="6502803" y="3688964"/>
                <a:ext cx="305677" cy="15792"/>
              </a:xfrm>
              <a:custGeom>
                <a:rect b="b" l="l" r="r" t="t"/>
                <a:pathLst>
                  <a:path extrusionOk="0" h="269" w="5207">
                    <a:moveTo>
                      <a:pt x="5091" y="0"/>
                    </a:moveTo>
                    <a:lnTo>
                      <a:pt x="115" y="38"/>
                    </a:lnTo>
                    <a:cubicBezTo>
                      <a:pt x="38" y="38"/>
                      <a:pt x="0" y="77"/>
                      <a:pt x="0" y="153"/>
                    </a:cubicBezTo>
                    <a:cubicBezTo>
                      <a:pt x="0" y="230"/>
                      <a:pt x="38" y="268"/>
                      <a:pt x="115" y="268"/>
                    </a:cubicBezTo>
                    <a:lnTo>
                      <a:pt x="5091" y="249"/>
                    </a:lnTo>
                    <a:cubicBezTo>
                      <a:pt x="5168" y="249"/>
                      <a:pt x="5206" y="192"/>
                      <a:pt x="5206" y="134"/>
                    </a:cubicBezTo>
                    <a:cubicBezTo>
                      <a:pt x="5206" y="58"/>
                      <a:pt x="5168" y="0"/>
                      <a:pt x="509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8"/>
              <p:cNvSpPr/>
              <p:nvPr/>
            </p:nvSpPr>
            <p:spPr>
              <a:xfrm>
                <a:off x="6699408" y="3495646"/>
                <a:ext cx="13561" cy="320353"/>
              </a:xfrm>
              <a:custGeom>
                <a:rect b="b" l="l" r="r" t="t"/>
                <a:pathLst>
                  <a:path extrusionOk="0" h="5457" w="231">
                    <a:moveTo>
                      <a:pt x="116" y="1"/>
                    </a:moveTo>
                    <a:cubicBezTo>
                      <a:pt x="39" y="1"/>
                      <a:pt x="1" y="58"/>
                      <a:pt x="1" y="116"/>
                    </a:cubicBezTo>
                    <a:lnTo>
                      <a:pt x="1" y="5341"/>
                    </a:lnTo>
                    <a:cubicBezTo>
                      <a:pt x="1" y="5399"/>
                      <a:pt x="39" y="5456"/>
                      <a:pt x="116" y="5456"/>
                    </a:cubicBezTo>
                    <a:cubicBezTo>
                      <a:pt x="192" y="5456"/>
                      <a:pt x="230" y="5379"/>
                      <a:pt x="230" y="5341"/>
                    </a:cubicBezTo>
                    <a:lnTo>
                      <a:pt x="230" y="116"/>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8"/>
              <p:cNvSpPr/>
              <p:nvPr/>
            </p:nvSpPr>
            <p:spPr>
              <a:xfrm>
                <a:off x="6608415" y="3491184"/>
                <a:ext cx="19138" cy="316948"/>
              </a:xfrm>
              <a:custGeom>
                <a:rect b="b" l="l" r="r" t="t"/>
                <a:pathLst>
                  <a:path extrusionOk="0" h="5399" w="326">
                    <a:moveTo>
                      <a:pt x="211" y="0"/>
                    </a:moveTo>
                    <a:cubicBezTo>
                      <a:pt x="134" y="0"/>
                      <a:pt x="96" y="58"/>
                      <a:pt x="96" y="134"/>
                    </a:cubicBezTo>
                    <a:lnTo>
                      <a:pt x="0" y="5264"/>
                    </a:lnTo>
                    <a:cubicBezTo>
                      <a:pt x="0" y="5341"/>
                      <a:pt x="39" y="5398"/>
                      <a:pt x="115" y="5398"/>
                    </a:cubicBezTo>
                    <a:cubicBezTo>
                      <a:pt x="153" y="5398"/>
                      <a:pt x="230" y="5341"/>
                      <a:pt x="230" y="5264"/>
                    </a:cubicBezTo>
                    <a:lnTo>
                      <a:pt x="326" y="134"/>
                    </a:lnTo>
                    <a:cubicBezTo>
                      <a:pt x="326" y="58"/>
                      <a:pt x="268" y="0"/>
                      <a:pt x="2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8"/>
              <p:cNvSpPr/>
              <p:nvPr/>
            </p:nvSpPr>
            <p:spPr>
              <a:xfrm>
                <a:off x="6564562" y="4142876"/>
                <a:ext cx="294464" cy="21427"/>
              </a:xfrm>
              <a:custGeom>
                <a:rect b="b" l="l" r="r" t="t"/>
                <a:pathLst>
                  <a:path extrusionOk="0" h="365" w="5016">
                    <a:moveTo>
                      <a:pt x="4901" y="1"/>
                    </a:moveTo>
                    <a:lnTo>
                      <a:pt x="116" y="135"/>
                    </a:lnTo>
                    <a:cubicBezTo>
                      <a:pt x="39" y="135"/>
                      <a:pt x="1" y="173"/>
                      <a:pt x="1" y="250"/>
                    </a:cubicBezTo>
                    <a:cubicBezTo>
                      <a:pt x="1" y="326"/>
                      <a:pt x="39" y="365"/>
                      <a:pt x="116" y="365"/>
                    </a:cubicBezTo>
                    <a:lnTo>
                      <a:pt x="4901" y="250"/>
                    </a:lnTo>
                    <a:cubicBezTo>
                      <a:pt x="4977" y="250"/>
                      <a:pt x="5016" y="192"/>
                      <a:pt x="5016" y="135"/>
                    </a:cubicBezTo>
                    <a:cubicBezTo>
                      <a:pt x="5016" y="58"/>
                      <a:pt x="4977" y="1"/>
                      <a:pt x="49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8"/>
              <p:cNvSpPr/>
              <p:nvPr/>
            </p:nvSpPr>
            <p:spPr>
              <a:xfrm>
                <a:off x="6549944" y="4222656"/>
                <a:ext cx="306851" cy="15792"/>
              </a:xfrm>
              <a:custGeom>
                <a:rect b="b" l="l" r="r" t="t"/>
                <a:pathLst>
                  <a:path extrusionOk="0" h="269" w="5227">
                    <a:moveTo>
                      <a:pt x="5112" y="1"/>
                    </a:moveTo>
                    <a:lnTo>
                      <a:pt x="135" y="39"/>
                    </a:lnTo>
                    <a:cubicBezTo>
                      <a:pt x="58" y="39"/>
                      <a:pt x="1" y="78"/>
                      <a:pt x="1" y="154"/>
                    </a:cubicBezTo>
                    <a:cubicBezTo>
                      <a:pt x="1" y="231"/>
                      <a:pt x="58" y="269"/>
                      <a:pt x="135" y="269"/>
                    </a:cubicBezTo>
                    <a:lnTo>
                      <a:pt x="5112" y="250"/>
                    </a:lnTo>
                    <a:cubicBezTo>
                      <a:pt x="5169" y="250"/>
                      <a:pt x="5226" y="192"/>
                      <a:pt x="5226" y="135"/>
                    </a:cubicBezTo>
                    <a:cubicBezTo>
                      <a:pt x="5226" y="58"/>
                      <a:pt x="5169" y="1"/>
                      <a:pt x="51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8"/>
              <p:cNvSpPr/>
              <p:nvPr/>
            </p:nvSpPr>
            <p:spPr>
              <a:xfrm>
                <a:off x="6746608" y="4029398"/>
                <a:ext cx="14676" cy="320294"/>
              </a:xfrm>
              <a:custGeom>
                <a:rect b="b" l="l" r="r" t="t"/>
                <a:pathLst>
                  <a:path extrusionOk="0" h="5456" w="250">
                    <a:moveTo>
                      <a:pt x="135" y="1"/>
                    </a:moveTo>
                    <a:cubicBezTo>
                      <a:pt x="58" y="1"/>
                      <a:pt x="1" y="58"/>
                      <a:pt x="1" y="116"/>
                    </a:cubicBezTo>
                    <a:lnTo>
                      <a:pt x="1" y="5341"/>
                    </a:lnTo>
                    <a:cubicBezTo>
                      <a:pt x="1" y="5398"/>
                      <a:pt x="58" y="5456"/>
                      <a:pt x="135" y="5456"/>
                    </a:cubicBezTo>
                    <a:cubicBezTo>
                      <a:pt x="173" y="5456"/>
                      <a:pt x="249" y="5379"/>
                      <a:pt x="249" y="5341"/>
                    </a:cubicBezTo>
                    <a:lnTo>
                      <a:pt x="249" y="116"/>
                    </a:lnTo>
                    <a:cubicBezTo>
                      <a:pt x="249" y="58"/>
                      <a:pt x="192" y="1"/>
                      <a:pt x="1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8"/>
              <p:cNvSpPr/>
              <p:nvPr/>
            </p:nvSpPr>
            <p:spPr>
              <a:xfrm>
                <a:off x="6654499" y="4024936"/>
                <a:ext cx="19138" cy="316890"/>
              </a:xfrm>
              <a:custGeom>
                <a:rect b="b" l="l" r="r" t="t"/>
                <a:pathLst>
                  <a:path extrusionOk="0" h="5398" w="326">
                    <a:moveTo>
                      <a:pt x="211" y="0"/>
                    </a:moveTo>
                    <a:cubicBezTo>
                      <a:pt x="134" y="0"/>
                      <a:pt x="96" y="58"/>
                      <a:pt x="96" y="134"/>
                    </a:cubicBezTo>
                    <a:lnTo>
                      <a:pt x="0" y="5264"/>
                    </a:lnTo>
                    <a:cubicBezTo>
                      <a:pt x="0" y="5340"/>
                      <a:pt x="38" y="5398"/>
                      <a:pt x="115" y="5398"/>
                    </a:cubicBezTo>
                    <a:cubicBezTo>
                      <a:pt x="191" y="5398"/>
                      <a:pt x="230" y="5340"/>
                      <a:pt x="230" y="5264"/>
                    </a:cubicBezTo>
                    <a:lnTo>
                      <a:pt x="325" y="134"/>
                    </a:lnTo>
                    <a:cubicBezTo>
                      <a:pt x="325" y="58"/>
                      <a:pt x="287" y="0"/>
                      <a:pt x="2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8"/>
              <p:cNvSpPr/>
              <p:nvPr/>
            </p:nvSpPr>
            <p:spPr>
              <a:xfrm>
                <a:off x="5591516" y="4191249"/>
                <a:ext cx="294406" cy="21369"/>
              </a:xfrm>
              <a:custGeom>
                <a:rect b="b" l="l" r="r" t="t"/>
                <a:pathLst>
                  <a:path extrusionOk="0" h="364" w="5015">
                    <a:moveTo>
                      <a:pt x="4900" y="0"/>
                    </a:moveTo>
                    <a:lnTo>
                      <a:pt x="115" y="115"/>
                    </a:lnTo>
                    <a:cubicBezTo>
                      <a:pt x="38" y="115"/>
                      <a:pt x="0" y="172"/>
                      <a:pt x="0" y="230"/>
                    </a:cubicBezTo>
                    <a:cubicBezTo>
                      <a:pt x="0" y="306"/>
                      <a:pt x="38" y="364"/>
                      <a:pt x="115" y="364"/>
                    </a:cubicBezTo>
                    <a:lnTo>
                      <a:pt x="4900" y="230"/>
                    </a:lnTo>
                    <a:cubicBezTo>
                      <a:pt x="4977" y="230"/>
                      <a:pt x="5015" y="191"/>
                      <a:pt x="5015" y="115"/>
                    </a:cubicBezTo>
                    <a:cubicBezTo>
                      <a:pt x="5015" y="38"/>
                      <a:pt x="4977" y="0"/>
                      <a:pt x="49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8"/>
              <p:cNvSpPr/>
              <p:nvPr/>
            </p:nvSpPr>
            <p:spPr>
              <a:xfrm>
                <a:off x="5575783" y="4270971"/>
                <a:ext cx="305677" cy="15792"/>
              </a:xfrm>
              <a:custGeom>
                <a:rect b="b" l="l" r="r" t="t"/>
                <a:pathLst>
                  <a:path extrusionOk="0" h="269" w="5207">
                    <a:moveTo>
                      <a:pt x="5091" y="1"/>
                    </a:moveTo>
                    <a:lnTo>
                      <a:pt x="115" y="20"/>
                    </a:lnTo>
                    <a:cubicBezTo>
                      <a:pt x="38" y="20"/>
                      <a:pt x="0" y="78"/>
                      <a:pt x="0" y="135"/>
                    </a:cubicBezTo>
                    <a:cubicBezTo>
                      <a:pt x="0" y="212"/>
                      <a:pt x="38" y="269"/>
                      <a:pt x="115" y="269"/>
                    </a:cubicBezTo>
                    <a:lnTo>
                      <a:pt x="5091" y="231"/>
                    </a:lnTo>
                    <a:cubicBezTo>
                      <a:pt x="5168" y="231"/>
                      <a:pt x="5206" y="192"/>
                      <a:pt x="5206" y="116"/>
                    </a:cubicBezTo>
                    <a:cubicBezTo>
                      <a:pt x="5206" y="58"/>
                      <a:pt x="5168" y="1"/>
                      <a:pt x="50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8"/>
              <p:cNvSpPr/>
              <p:nvPr/>
            </p:nvSpPr>
            <p:spPr>
              <a:xfrm>
                <a:off x="5772388" y="4075481"/>
                <a:ext cx="13561" cy="320294"/>
              </a:xfrm>
              <a:custGeom>
                <a:rect b="b" l="l" r="r" t="t"/>
                <a:pathLst>
                  <a:path extrusionOk="0" h="5456" w="231">
                    <a:moveTo>
                      <a:pt x="116" y="1"/>
                    </a:moveTo>
                    <a:cubicBezTo>
                      <a:pt x="39" y="1"/>
                      <a:pt x="1" y="58"/>
                      <a:pt x="1" y="135"/>
                    </a:cubicBezTo>
                    <a:lnTo>
                      <a:pt x="1" y="5341"/>
                    </a:lnTo>
                    <a:cubicBezTo>
                      <a:pt x="1" y="5417"/>
                      <a:pt x="39" y="5456"/>
                      <a:pt x="116" y="5456"/>
                    </a:cubicBezTo>
                    <a:cubicBezTo>
                      <a:pt x="192" y="5456"/>
                      <a:pt x="230" y="5417"/>
                      <a:pt x="230" y="5341"/>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8"/>
              <p:cNvSpPr/>
              <p:nvPr/>
            </p:nvSpPr>
            <p:spPr>
              <a:xfrm>
                <a:off x="5681394" y="4073251"/>
                <a:ext cx="19138" cy="315774"/>
              </a:xfrm>
              <a:custGeom>
                <a:rect b="b" l="l" r="r" t="t"/>
                <a:pathLst>
                  <a:path extrusionOk="0" h="5379" w="326">
                    <a:moveTo>
                      <a:pt x="211" y="0"/>
                    </a:moveTo>
                    <a:cubicBezTo>
                      <a:pt x="134" y="0"/>
                      <a:pt x="96" y="39"/>
                      <a:pt x="96" y="115"/>
                    </a:cubicBezTo>
                    <a:lnTo>
                      <a:pt x="0" y="5264"/>
                    </a:lnTo>
                    <a:cubicBezTo>
                      <a:pt x="0" y="5340"/>
                      <a:pt x="39" y="5379"/>
                      <a:pt x="115" y="5379"/>
                    </a:cubicBezTo>
                    <a:cubicBezTo>
                      <a:pt x="153" y="5379"/>
                      <a:pt x="230" y="5302"/>
                      <a:pt x="230" y="5264"/>
                    </a:cubicBezTo>
                    <a:lnTo>
                      <a:pt x="326" y="115"/>
                    </a:lnTo>
                    <a:cubicBezTo>
                      <a:pt x="326" y="39"/>
                      <a:pt x="268" y="0"/>
                      <a:pt x="2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8"/>
              <p:cNvSpPr/>
              <p:nvPr/>
            </p:nvSpPr>
            <p:spPr>
              <a:xfrm>
                <a:off x="6058930" y="3057467"/>
                <a:ext cx="294464" cy="21369"/>
              </a:xfrm>
              <a:custGeom>
                <a:rect b="b" l="l" r="r" t="t"/>
                <a:pathLst>
                  <a:path extrusionOk="0" h="364" w="5016">
                    <a:moveTo>
                      <a:pt x="4901" y="0"/>
                    </a:moveTo>
                    <a:lnTo>
                      <a:pt x="115" y="115"/>
                    </a:lnTo>
                    <a:cubicBezTo>
                      <a:pt x="39" y="115"/>
                      <a:pt x="1" y="172"/>
                      <a:pt x="1" y="249"/>
                    </a:cubicBezTo>
                    <a:cubicBezTo>
                      <a:pt x="1" y="306"/>
                      <a:pt x="39" y="364"/>
                      <a:pt x="115" y="364"/>
                    </a:cubicBezTo>
                    <a:lnTo>
                      <a:pt x="4901" y="249"/>
                    </a:lnTo>
                    <a:cubicBezTo>
                      <a:pt x="4977" y="249"/>
                      <a:pt x="5015" y="192"/>
                      <a:pt x="5015" y="115"/>
                    </a:cubicBezTo>
                    <a:cubicBezTo>
                      <a:pt x="5015" y="58"/>
                      <a:pt x="4977" y="0"/>
                      <a:pt x="49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8"/>
              <p:cNvSpPr/>
              <p:nvPr/>
            </p:nvSpPr>
            <p:spPr>
              <a:xfrm>
                <a:off x="6044312" y="3137248"/>
                <a:ext cx="306851" cy="15792"/>
              </a:xfrm>
              <a:custGeom>
                <a:rect b="b" l="l" r="r" t="t"/>
                <a:pathLst>
                  <a:path extrusionOk="0" h="269" w="5227">
                    <a:moveTo>
                      <a:pt x="5111" y="0"/>
                    </a:moveTo>
                    <a:lnTo>
                      <a:pt x="135" y="38"/>
                    </a:lnTo>
                    <a:cubicBezTo>
                      <a:pt x="58" y="38"/>
                      <a:pt x="1" y="77"/>
                      <a:pt x="1" y="153"/>
                    </a:cubicBezTo>
                    <a:cubicBezTo>
                      <a:pt x="1" y="230"/>
                      <a:pt x="58" y="268"/>
                      <a:pt x="135" y="268"/>
                    </a:cubicBezTo>
                    <a:lnTo>
                      <a:pt x="5111" y="249"/>
                    </a:lnTo>
                    <a:cubicBezTo>
                      <a:pt x="5169" y="249"/>
                      <a:pt x="5226" y="192"/>
                      <a:pt x="5226" y="134"/>
                    </a:cubicBezTo>
                    <a:cubicBezTo>
                      <a:pt x="5226" y="58"/>
                      <a:pt x="5169" y="0"/>
                      <a:pt x="51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8"/>
              <p:cNvSpPr/>
              <p:nvPr/>
            </p:nvSpPr>
            <p:spPr>
              <a:xfrm>
                <a:off x="6240976" y="2942815"/>
                <a:ext cx="14676" cy="320294"/>
              </a:xfrm>
              <a:custGeom>
                <a:rect b="b" l="l" r="r" t="t"/>
                <a:pathLst>
                  <a:path extrusionOk="0" h="5456" w="250">
                    <a:moveTo>
                      <a:pt x="134" y="1"/>
                    </a:moveTo>
                    <a:cubicBezTo>
                      <a:pt x="58" y="1"/>
                      <a:pt x="0" y="39"/>
                      <a:pt x="0" y="116"/>
                    </a:cubicBezTo>
                    <a:lnTo>
                      <a:pt x="0" y="5322"/>
                    </a:lnTo>
                    <a:cubicBezTo>
                      <a:pt x="0" y="5398"/>
                      <a:pt x="58" y="5456"/>
                      <a:pt x="134" y="5456"/>
                    </a:cubicBezTo>
                    <a:cubicBezTo>
                      <a:pt x="173" y="5456"/>
                      <a:pt x="249" y="5398"/>
                      <a:pt x="249" y="5322"/>
                    </a:cubicBezTo>
                    <a:lnTo>
                      <a:pt x="249" y="116"/>
                    </a:lnTo>
                    <a:cubicBezTo>
                      <a:pt x="249" y="39"/>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8"/>
              <p:cNvSpPr/>
              <p:nvPr/>
            </p:nvSpPr>
            <p:spPr>
              <a:xfrm>
                <a:off x="6148808" y="2939469"/>
                <a:ext cx="19197" cy="315774"/>
              </a:xfrm>
              <a:custGeom>
                <a:rect b="b" l="l" r="r" t="t"/>
                <a:pathLst>
                  <a:path extrusionOk="0" h="5379" w="327">
                    <a:moveTo>
                      <a:pt x="211" y="0"/>
                    </a:moveTo>
                    <a:cubicBezTo>
                      <a:pt x="135" y="0"/>
                      <a:pt x="96" y="58"/>
                      <a:pt x="96" y="115"/>
                    </a:cubicBezTo>
                    <a:lnTo>
                      <a:pt x="1" y="5264"/>
                    </a:lnTo>
                    <a:cubicBezTo>
                      <a:pt x="1" y="5341"/>
                      <a:pt x="39" y="5379"/>
                      <a:pt x="116" y="5379"/>
                    </a:cubicBezTo>
                    <a:cubicBezTo>
                      <a:pt x="192" y="5379"/>
                      <a:pt x="230" y="5341"/>
                      <a:pt x="230" y="5264"/>
                    </a:cubicBezTo>
                    <a:lnTo>
                      <a:pt x="326" y="115"/>
                    </a:lnTo>
                    <a:cubicBezTo>
                      <a:pt x="326" y="58"/>
                      <a:pt x="288" y="0"/>
                      <a:pt x="2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8"/>
              <p:cNvSpPr/>
              <p:nvPr/>
            </p:nvSpPr>
            <p:spPr>
              <a:xfrm>
                <a:off x="6046543" y="3603547"/>
                <a:ext cx="294464" cy="21427"/>
              </a:xfrm>
              <a:custGeom>
                <a:rect b="b" l="l" r="r" t="t"/>
                <a:pathLst>
                  <a:path extrusionOk="0" h="365" w="5016">
                    <a:moveTo>
                      <a:pt x="4901" y="0"/>
                    </a:moveTo>
                    <a:lnTo>
                      <a:pt x="116" y="134"/>
                    </a:lnTo>
                    <a:cubicBezTo>
                      <a:pt x="39" y="134"/>
                      <a:pt x="1" y="173"/>
                      <a:pt x="1" y="249"/>
                    </a:cubicBezTo>
                    <a:cubicBezTo>
                      <a:pt x="1" y="326"/>
                      <a:pt x="39" y="364"/>
                      <a:pt x="116" y="364"/>
                    </a:cubicBezTo>
                    <a:lnTo>
                      <a:pt x="4901" y="249"/>
                    </a:lnTo>
                    <a:cubicBezTo>
                      <a:pt x="4958" y="249"/>
                      <a:pt x="5016" y="192"/>
                      <a:pt x="5016" y="134"/>
                    </a:cubicBezTo>
                    <a:cubicBezTo>
                      <a:pt x="5016" y="58"/>
                      <a:pt x="4958" y="0"/>
                      <a:pt x="49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8"/>
              <p:cNvSpPr/>
              <p:nvPr/>
            </p:nvSpPr>
            <p:spPr>
              <a:xfrm>
                <a:off x="6031984" y="3684443"/>
                <a:ext cx="305677" cy="14676"/>
              </a:xfrm>
              <a:custGeom>
                <a:rect b="b" l="l" r="r" t="t"/>
                <a:pathLst>
                  <a:path extrusionOk="0" h="250" w="5207">
                    <a:moveTo>
                      <a:pt x="5092" y="1"/>
                    </a:moveTo>
                    <a:lnTo>
                      <a:pt x="115" y="20"/>
                    </a:lnTo>
                    <a:cubicBezTo>
                      <a:pt x="58" y="20"/>
                      <a:pt x="0" y="58"/>
                      <a:pt x="0" y="135"/>
                    </a:cubicBezTo>
                    <a:cubicBezTo>
                      <a:pt x="0" y="211"/>
                      <a:pt x="58" y="249"/>
                      <a:pt x="115" y="249"/>
                    </a:cubicBezTo>
                    <a:lnTo>
                      <a:pt x="5092" y="230"/>
                    </a:lnTo>
                    <a:cubicBezTo>
                      <a:pt x="5168" y="230"/>
                      <a:pt x="5206" y="173"/>
                      <a:pt x="5206" y="115"/>
                    </a:cubicBezTo>
                    <a:cubicBezTo>
                      <a:pt x="5206" y="39"/>
                      <a:pt x="5168" y="1"/>
                      <a:pt x="50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8"/>
              <p:cNvSpPr/>
              <p:nvPr/>
            </p:nvSpPr>
            <p:spPr>
              <a:xfrm>
                <a:off x="6228589" y="3488954"/>
                <a:ext cx="14676" cy="320294"/>
              </a:xfrm>
              <a:custGeom>
                <a:rect b="b" l="l" r="r" t="t"/>
                <a:pathLst>
                  <a:path extrusionOk="0" h="5456" w="250">
                    <a:moveTo>
                      <a:pt x="116" y="0"/>
                    </a:moveTo>
                    <a:cubicBezTo>
                      <a:pt x="58" y="0"/>
                      <a:pt x="1" y="38"/>
                      <a:pt x="1" y="115"/>
                    </a:cubicBezTo>
                    <a:lnTo>
                      <a:pt x="1" y="5321"/>
                    </a:lnTo>
                    <a:cubicBezTo>
                      <a:pt x="1" y="5398"/>
                      <a:pt x="58" y="5455"/>
                      <a:pt x="116" y="5455"/>
                    </a:cubicBezTo>
                    <a:cubicBezTo>
                      <a:pt x="173" y="5455"/>
                      <a:pt x="250" y="5398"/>
                      <a:pt x="250" y="5321"/>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8"/>
              <p:cNvSpPr/>
              <p:nvPr/>
            </p:nvSpPr>
            <p:spPr>
              <a:xfrm>
                <a:off x="6136480" y="3485549"/>
                <a:ext cx="19138" cy="315833"/>
              </a:xfrm>
              <a:custGeom>
                <a:rect b="b" l="l" r="r" t="t"/>
                <a:pathLst>
                  <a:path extrusionOk="0" h="5380" w="326">
                    <a:moveTo>
                      <a:pt x="211" y="1"/>
                    </a:moveTo>
                    <a:cubicBezTo>
                      <a:pt x="134" y="1"/>
                      <a:pt x="96" y="58"/>
                      <a:pt x="96" y="116"/>
                    </a:cubicBezTo>
                    <a:lnTo>
                      <a:pt x="0" y="5264"/>
                    </a:lnTo>
                    <a:cubicBezTo>
                      <a:pt x="0" y="5341"/>
                      <a:pt x="39" y="5379"/>
                      <a:pt x="115" y="5379"/>
                    </a:cubicBezTo>
                    <a:cubicBezTo>
                      <a:pt x="192" y="5379"/>
                      <a:pt x="230" y="5341"/>
                      <a:pt x="230" y="5264"/>
                    </a:cubicBezTo>
                    <a:lnTo>
                      <a:pt x="326" y="116"/>
                    </a:lnTo>
                    <a:cubicBezTo>
                      <a:pt x="326" y="58"/>
                      <a:pt x="287" y="1"/>
                      <a:pt x="2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8"/>
              <p:cNvSpPr/>
              <p:nvPr/>
            </p:nvSpPr>
            <p:spPr>
              <a:xfrm>
                <a:off x="5521832" y="3635013"/>
                <a:ext cx="295580" cy="21427"/>
              </a:xfrm>
              <a:custGeom>
                <a:rect b="b" l="l" r="r" t="t"/>
                <a:pathLst>
                  <a:path extrusionOk="0" h="365" w="5035">
                    <a:moveTo>
                      <a:pt x="4919" y="0"/>
                    </a:moveTo>
                    <a:lnTo>
                      <a:pt x="134" y="115"/>
                    </a:lnTo>
                    <a:cubicBezTo>
                      <a:pt x="58" y="115"/>
                      <a:pt x="0" y="173"/>
                      <a:pt x="0" y="230"/>
                    </a:cubicBezTo>
                    <a:cubicBezTo>
                      <a:pt x="0" y="307"/>
                      <a:pt x="58" y="364"/>
                      <a:pt x="134" y="364"/>
                    </a:cubicBezTo>
                    <a:lnTo>
                      <a:pt x="4919" y="230"/>
                    </a:lnTo>
                    <a:cubicBezTo>
                      <a:pt x="4977" y="230"/>
                      <a:pt x="5034" y="192"/>
                      <a:pt x="5034" y="115"/>
                    </a:cubicBezTo>
                    <a:cubicBezTo>
                      <a:pt x="5034" y="39"/>
                      <a:pt x="4977" y="0"/>
                      <a:pt x="49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8"/>
              <p:cNvSpPr/>
              <p:nvPr/>
            </p:nvSpPr>
            <p:spPr>
              <a:xfrm>
                <a:off x="5508330" y="3714794"/>
                <a:ext cx="305677" cy="15792"/>
              </a:xfrm>
              <a:custGeom>
                <a:rect b="b" l="l" r="r" t="t"/>
                <a:pathLst>
                  <a:path extrusionOk="0" h="269" w="5207">
                    <a:moveTo>
                      <a:pt x="5092" y="0"/>
                    </a:moveTo>
                    <a:lnTo>
                      <a:pt x="115" y="20"/>
                    </a:lnTo>
                    <a:cubicBezTo>
                      <a:pt x="39" y="20"/>
                      <a:pt x="1" y="77"/>
                      <a:pt x="1" y="154"/>
                    </a:cubicBezTo>
                    <a:cubicBezTo>
                      <a:pt x="1" y="211"/>
                      <a:pt x="39" y="268"/>
                      <a:pt x="115" y="268"/>
                    </a:cubicBezTo>
                    <a:lnTo>
                      <a:pt x="5092" y="249"/>
                    </a:lnTo>
                    <a:cubicBezTo>
                      <a:pt x="5169" y="249"/>
                      <a:pt x="5207" y="192"/>
                      <a:pt x="5207" y="115"/>
                    </a:cubicBezTo>
                    <a:cubicBezTo>
                      <a:pt x="5207" y="58"/>
                      <a:pt x="5169" y="0"/>
                      <a:pt x="50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8"/>
              <p:cNvSpPr/>
              <p:nvPr/>
            </p:nvSpPr>
            <p:spPr>
              <a:xfrm>
                <a:off x="5703879" y="3519246"/>
                <a:ext cx="13502" cy="320294"/>
              </a:xfrm>
              <a:custGeom>
                <a:rect b="b" l="l" r="r" t="t"/>
                <a:pathLst>
                  <a:path extrusionOk="0" h="5456" w="230">
                    <a:moveTo>
                      <a:pt x="115" y="1"/>
                    </a:moveTo>
                    <a:cubicBezTo>
                      <a:pt x="38" y="1"/>
                      <a:pt x="0" y="58"/>
                      <a:pt x="0" y="135"/>
                    </a:cubicBezTo>
                    <a:lnTo>
                      <a:pt x="0" y="5341"/>
                    </a:lnTo>
                    <a:cubicBezTo>
                      <a:pt x="0" y="5418"/>
                      <a:pt x="38" y="5456"/>
                      <a:pt x="115" y="5456"/>
                    </a:cubicBezTo>
                    <a:cubicBezTo>
                      <a:pt x="192" y="5456"/>
                      <a:pt x="230" y="5418"/>
                      <a:pt x="230" y="5341"/>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8"/>
              <p:cNvSpPr/>
              <p:nvPr/>
            </p:nvSpPr>
            <p:spPr>
              <a:xfrm>
                <a:off x="5611711" y="3517015"/>
                <a:ext cx="20312" cy="315833"/>
              </a:xfrm>
              <a:custGeom>
                <a:rect b="b" l="l" r="r" t="t"/>
                <a:pathLst>
                  <a:path extrusionOk="0" h="5380" w="346">
                    <a:moveTo>
                      <a:pt x="230" y="1"/>
                    </a:moveTo>
                    <a:cubicBezTo>
                      <a:pt x="154" y="1"/>
                      <a:pt x="96" y="39"/>
                      <a:pt x="96" y="115"/>
                    </a:cubicBezTo>
                    <a:lnTo>
                      <a:pt x="1" y="5264"/>
                    </a:lnTo>
                    <a:cubicBezTo>
                      <a:pt x="1" y="5322"/>
                      <a:pt x="58" y="5379"/>
                      <a:pt x="135" y="5379"/>
                    </a:cubicBezTo>
                    <a:cubicBezTo>
                      <a:pt x="192" y="5379"/>
                      <a:pt x="249" y="5322"/>
                      <a:pt x="249" y="5264"/>
                    </a:cubicBezTo>
                    <a:lnTo>
                      <a:pt x="345" y="115"/>
                    </a:lnTo>
                    <a:cubicBezTo>
                      <a:pt x="345" y="39"/>
                      <a:pt x="288" y="1"/>
                      <a:pt x="2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8" name="Google Shape;838;p28"/>
            <p:cNvSpPr/>
            <p:nvPr/>
          </p:nvSpPr>
          <p:spPr>
            <a:xfrm>
              <a:off x="5402719" y="3897956"/>
              <a:ext cx="1573177" cy="69742"/>
            </a:xfrm>
            <a:custGeom>
              <a:rect b="b" l="l" r="r" t="t"/>
              <a:pathLst>
                <a:path extrusionOk="0" h="1188" w="26798">
                  <a:moveTo>
                    <a:pt x="26682" y="0"/>
                  </a:moveTo>
                  <a:lnTo>
                    <a:pt x="115" y="957"/>
                  </a:lnTo>
                  <a:cubicBezTo>
                    <a:pt x="58" y="957"/>
                    <a:pt x="0" y="996"/>
                    <a:pt x="0" y="1072"/>
                  </a:cubicBezTo>
                  <a:cubicBezTo>
                    <a:pt x="0" y="1149"/>
                    <a:pt x="58" y="1187"/>
                    <a:pt x="115" y="1187"/>
                  </a:cubicBezTo>
                  <a:lnTo>
                    <a:pt x="26682" y="230"/>
                  </a:lnTo>
                  <a:cubicBezTo>
                    <a:pt x="26759" y="230"/>
                    <a:pt x="26797" y="192"/>
                    <a:pt x="26797" y="115"/>
                  </a:cubicBezTo>
                  <a:cubicBezTo>
                    <a:pt x="26797" y="39"/>
                    <a:pt x="26759" y="0"/>
                    <a:pt x="266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8"/>
            <p:cNvSpPr/>
            <p:nvPr/>
          </p:nvSpPr>
          <p:spPr>
            <a:xfrm>
              <a:off x="6047717" y="3987482"/>
              <a:ext cx="338258" cy="535272"/>
            </a:xfrm>
            <a:custGeom>
              <a:rect b="b" l="l" r="r" t="t"/>
              <a:pathLst>
                <a:path extrusionOk="0" h="9118" w="5762">
                  <a:moveTo>
                    <a:pt x="3193" y="0"/>
                  </a:moveTo>
                  <a:cubicBezTo>
                    <a:pt x="2126" y="0"/>
                    <a:pt x="1016" y="147"/>
                    <a:pt x="574" y="409"/>
                  </a:cubicBezTo>
                  <a:cubicBezTo>
                    <a:pt x="0" y="734"/>
                    <a:pt x="326" y="9117"/>
                    <a:pt x="326" y="9117"/>
                  </a:cubicBezTo>
                  <a:lnTo>
                    <a:pt x="5647" y="8850"/>
                  </a:lnTo>
                  <a:cubicBezTo>
                    <a:pt x="5647" y="8850"/>
                    <a:pt x="5761" y="1212"/>
                    <a:pt x="5627" y="600"/>
                  </a:cubicBezTo>
                  <a:cubicBezTo>
                    <a:pt x="5536" y="185"/>
                    <a:pt x="4391" y="0"/>
                    <a:pt x="31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8"/>
            <p:cNvSpPr/>
            <p:nvPr/>
          </p:nvSpPr>
          <p:spPr>
            <a:xfrm>
              <a:off x="6099378" y="4025699"/>
              <a:ext cx="248381" cy="497055"/>
            </a:xfrm>
            <a:custGeom>
              <a:rect b="b" l="l" r="r" t="t"/>
              <a:pathLst>
                <a:path extrusionOk="0" h="8467" w="4231">
                  <a:moveTo>
                    <a:pt x="2353" y="1"/>
                  </a:moveTo>
                  <a:cubicBezTo>
                    <a:pt x="1329" y="1"/>
                    <a:pt x="236" y="172"/>
                    <a:pt x="115" y="542"/>
                  </a:cubicBezTo>
                  <a:cubicBezTo>
                    <a:pt x="1" y="925"/>
                    <a:pt x="20" y="8466"/>
                    <a:pt x="20" y="8466"/>
                  </a:cubicBezTo>
                  <a:lnTo>
                    <a:pt x="4192" y="8237"/>
                  </a:lnTo>
                  <a:cubicBezTo>
                    <a:pt x="4192" y="8237"/>
                    <a:pt x="4231" y="944"/>
                    <a:pt x="4192" y="408"/>
                  </a:cubicBezTo>
                  <a:cubicBezTo>
                    <a:pt x="4165" y="143"/>
                    <a:pt x="3288" y="1"/>
                    <a:pt x="2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8"/>
            <p:cNvSpPr/>
            <p:nvPr/>
          </p:nvSpPr>
          <p:spPr>
            <a:xfrm>
              <a:off x="7142342" y="3855864"/>
              <a:ext cx="683033" cy="390623"/>
            </a:xfrm>
            <a:custGeom>
              <a:rect b="b" l="l" r="r" t="t"/>
              <a:pathLst>
                <a:path extrusionOk="0" h="6654" w="11635">
                  <a:moveTo>
                    <a:pt x="8349" y="1"/>
                  </a:moveTo>
                  <a:cubicBezTo>
                    <a:pt x="5174" y="1"/>
                    <a:pt x="495" y="86"/>
                    <a:pt x="495" y="86"/>
                  </a:cubicBezTo>
                  <a:cubicBezTo>
                    <a:pt x="492" y="85"/>
                    <a:pt x="488" y="85"/>
                    <a:pt x="485" y="85"/>
                  </a:cubicBezTo>
                  <a:cubicBezTo>
                    <a:pt x="1" y="85"/>
                    <a:pt x="304" y="6022"/>
                    <a:pt x="418" y="6402"/>
                  </a:cubicBezTo>
                  <a:cubicBezTo>
                    <a:pt x="475" y="6590"/>
                    <a:pt x="2878" y="6653"/>
                    <a:pt x="5386" y="6653"/>
                  </a:cubicBezTo>
                  <a:cubicBezTo>
                    <a:pt x="7987" y="6653"/>
                    <a:pt x="10700" y="6585"/>
                    <a:pt x="11022" y="6517"/>
                  </a:cubicBezTo>
                  <a:cubicBezTo>
                    <a:pt x="11635" y="6402"/>
                    <a:pt x="11405" y="277"/>
                    <a:pt x="11213" y="86"/>
                  </a:cubicBezTo>
                  <a:cubicBezTo>
                    <a:pt x="11150" y="22"/>
                    <a:pt x="9937" y="1"/>
                    <a:pt x="83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8"/>
            <p:cNvSpPr/>
            <p:nvPr/>
          </p:nvSpPr>
          <p:spPr>
            <a:xfrm>
              <a:off x="7173809" y="3889443"/>
              <a:ext cx="616755" cy="310960"/>
            </a:xfrm>
            <a:custGeom>
              <a:rect b="b" l="l" r="r" t="t"/>
              <a:pathLst>
                <a:path extrusionOk="0" h="5297" w="10506">
                  <a:moveTo>
                    <a:pt x="7526" y="1"/>
                  </a:moveTo>
                  <a:cubicBezTo>
                    <a:pt x="4667" y="1"/>
                    <a:pt x="456" y="69"/>
                    <a:pt x="456" y="69"/>
                  </a:cubicBezTo>
                  <a:cubicBezTo>
                    <a:pt x="454" y="68"/>
                    <a:pt x="451" y="68"/>
                    <a:pt x="448" y="68"/>
                  </a:cubicBezTo>
                  <a:cubicBezTo>
                    <a:pt x="0" y="68"/>
                    <a:pt x="285" y="4836"/>
                    <a:pt x="418" y="5122"/>
                  </a:cubicBezTo>
                  <a:cubicBezTo>
                    <a:pt x="474" y="5252"/>
                    <a:pt x="2596" y="5297"/>
                    <a:pt x="4824" y="5297"/>
                  </a:cubicBezTo>
                  <a:cubicBezTo>
                    <a:pt x="7171" y="5297"/>
                    <a:pt x="9636" y="5248"/>
                    <a:pt x="9931" y="5198"/>
                  </a:cubicBezTo>
                  <a:cubicBezTo>
                    <a:pt x="10505" y="5122"/>
                    <a:pt x="10256" y="203"/>
                    <a:pt x="10103" y="69"/>
                  </a:cubicBezTo>
                  <a:cubicBezTo>
                    <a:pt x="10046" y="18"/>
                    <a:pt x="8955" y="1"/>
                    <a:pt x="752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8"/>
            <p:cNvSpPr/>
            <p:nvPr/>
          </p:nvSpPr>
          <p:spPr>
            <a:xfrm>
              <a:off x="7634295" y="3860854"/>
              <a:ext cx="25889" cy="366378"/>
            </a:xfrm>
            <a:custGeom>
              <a:rect b="b" l="l" r="r" t="t"/>
              <a:pathLst>
                <a:path extrusionOk="0" h="6241" w="441">
                  <a:moveTo>
                    <a:pt x="135" y="1"/>
                  </a:moveTo>
                  <a:cubicBezTo>
                    <a:pt x="58" y="1"/>
                    <a:pt x="1" y="58"/>
                    <a:pt x="1" y="116"/>
                  </a:cubicBezTo>
                  <a:lnTo>
                    <a:pt x="192" y="6126"/>
                  </a:lnTo>
                  <a:cubicBezTo>
                    <a:pt x="192" y="6202"/>
                    <a:pt x="249" y="6241"/>
                    <a:pt x="326" y="6241"/>
                  </a:cubicBezTo>
                  <a:cubicBezTo>
                    <a:pt x="383" y="6241"/>
                    <a:pt x="441" y="6164"/>
                    <a:pt x="441" y="6126"/>
                  </a:cubicBezTo>
                  <a:lnTo>
                    <a:pt x="249" y="116"/>
                  </a:lnTo>
                  <a:cubicBezTo>
                    <a:pt x="249" y="58"/>
                    <a:pt x="192" y="1"/>
                    <a:pt x="1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8"/>
            <p:cNvSpPr/>
            <p:nvPr/>
          </p:nvSpPr>
          <p:spPr>
            <a:xfrm>
              <a:off x="7282590" y="3887858"/>
              <a:ext cx="13561" cy="339374"/>
            </a:xfrm>
            <a:custGeom>
              <a:rect b="b" l="l" r="r" t="t"/>
              <a:pathLst>
                <a:path extrusionOk="0" h="5781" w="231">
                  <a:moveTo>
                    <a:pt x="115" y="0"/>
                  </a:moveTo>
                  <a:cubicBezTo>
                    <a:pt x="39" y="0"/>
                    <a:pt x="1" y="38"/>
                    <a:pt x="1" y="115"/>
                  </a:cubicBezTo>
                  <a:lnTo>
                    <a:pt x="1" y="5666"/>
                  </a:lnTo>
                  <a:cubicBezTo>
                    <a:pt x="1" y="5742"/>
                    <a:pt x="39" y="5781"/>
                    <a:pt x="115" y="5781"/>
                  </a:cubicBezTo>
                  <a:cubicBezTo>
                    <a:pt x="192" y="5781"/>
                    <a:pt x="230" y="5742"/>
                    <a:pt x="230" y="5666"/>
                  </a:cubicBezTo>
                  <a:lnTo>
                    <a:pt x="230" y="115"/>
                  </a:lnTo>
                  <a:cubicBezTo>
                    <a:pt x="230" y="38"/>
                    <a:pt x="173"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8"/>
            <p:cNvSpPr/>
            <p:nvPr/>
          </p:nvSpPr>
          <p:spPr>
            <a:xfrm>
              <a:off x="7448903" y="3865374"/>
              <a:ext cx="25889" cy="380937"/>
            </a:xfrm>
            <a:custGeom>
              <a:rect b="b" l="l" r="r" t="t"/>
              <a:pathLst>
                <a:path extrusionOk="0" h="6489" w="441">
                  <a:moveTo>
                    <a:pt x="134" y="0"/>
                  </a:moveTo>
                  <a:cubicBezTo>
                    <a:pt x="58" y="0"/>
                    <a:pt x="0" y="39"/>
                    <a:pt x="0" y="115"/>
                  </a:cubicBezTo>
                  <a:lnTo>
                    <a:pt x="192" y="6355"/>
                  </a:lnTo>
                  <a:cubicBezTo>
                    <a:pt x="192" y="6431"/>
                    <a:pt x="249" y="6489"/>
                    <a:pt x="326" y="6489"/>
                  </a:cubicBezTo>
                  <a:cubicBezTo>
                    <a:pt x="383" y="6489"/>
                    <a:pt x="441" y="6431"/>
                    <a:pt x="441" y="6355"/>
                  </a:cubicBezTo>
                  <a:lnTo>
                    <a:pt x="249" y="115"/>
                  </a:lnTo>
                  <a:cubicBezTo>
                    <a:pt x="249" y="39"/>
                    <a:pt x="192" y="0"/>
                    <a:pt x="1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8"/>
            <p:cNvSpPr/>
            <p:nvPr/>
          </p:nvSpPr>
          <p:spPr>
            <a:xfrm>
              <a:off x="7164592" y="3957483"/>
              <a:ext cx="624856" cy="39391"/>
            </a:xfrm>
            <a:custGeom>
              <a:rect b="b" l="l" r="r" t="t"/>
              <a:pathLst>
                <a:path extrusionOk="0" h="671" w="10644">
                  <a:moveTo>
                    <a:pt x="10528" y="1"/>
                  </a:moveTo>
                  <a:lnTo>
                    <a:pt x="116" y="441"/>
                  </a:lnTo>
                  <a:cubicBezTo>
                    <a:pt x="39" y="441"/>
                    <a:pt x="1" y="479"/>
                    <a:pt x="1" y="556"/>
                  </a:cubicBezTo>
                  <a:cubicBezTo>
                    <a:pt x="1" y="632"/>
                    <a:pt x="39" y="671"/>
                    <a:pt x="116" y="671"/>
                  </a:cubicBezTo>
                  <a:lnTo>
                    <a:pt x="10528" y="250"/>
                  </a:lnTo>
                  <a:cubicBezTo>
                    <a:pt x="10586" y="250"/>
                    <a:pt x="10643" y="192"/>
                    <a:pt x="10643" y="135"/>
                  </a:cubicBezTo>
                  <a:cubicBezTo>
                    <a:pt x="10643" y="58"/>
                    <a:pt x="10586" y="1"/>
                    <a:pt x="105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8"/>
            <p:cNvSpPr/>
            <p:nvPr/>
          </p:nvSpPr>
          <p:spPr>
            <a:xfrm>
              <a:off x="7167997" y="4097966"/>
              <a:ext cx="648397" cy="21369"/>
            </a:xfrm>
            <a:custGeom>
              <a:rect b="b" l="l" r="r" t="t"/>
              <a:pathLst>
                <a:path extrusionOk="0" h="364" w="11045">
                  <a:moveTo>
                    <a:pt x="134" y="0"/>
                  </a:moveTo>
                  <a:cubicBezTo>
                    <a:pt x="58" y="0"/>
                    <a:pt x="0" y="58"/>
                    <a:pt x="0" y="134"/>
                  </a:cubicBezTo>
                  <a:cubicBezTo>
                    <a:pt x="0" y="192"/>
                    <a:pt x="58" y="249"/>
                    <a:pt x="134" y="249"/>
                  </a:cubicBezTo>
                  <a:lnTo>
                    <a:pt x="10910" y="364"/>
                  </a:lnTo>
                  <a:cubicBezTo>
                    <a:pt x="10968" y="364"/>
                    <a:pt x="11044" y="307"/>
                    <a:pt x="11044" y="249"/>
                  </a:cubicBezTo>
                  <a:cubicBezTo>
                    <a:pt x="11044" y="173"/>
                    <a:pt x="10987" y="134"/>
                    <a:pt x="10910" y="134"/>
                  </a:cubicBezTo>
                  <a:lnTo>
                    <a:pt x="13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8"/>
            <p:cNvSpPr/>
            <p:nvPr/>
          </p:nvSpPr>
          <p:spPr>
            <a:xfrm>
              <a:off x="6976969" y="3750722"/>
              <a:ext cx="1002329" cy="24774"/>
            </a:xfrm>
            <a:custGeom>
              <a:rect b="b" l="l" r="r" t="t"/>
              <a:pathLst>
                <a:path extrusionOk="0" h="422" w="17074">
                  <a:moveTo>
                    <a:pt x="134" y="1"/>
                  </a:moveTo>
                  <a:cubicBezTo>
                    <a:pt x="58" y="1"/>
                    <a:pt x="0" y="58"/>
                    <a:pt x="0" y="135"/>
                  </a:cubicBezTo>
                  <a:cubicBezTo>
                    <a:pt x="0" y="192"/>
                    <a:pt x="58" y="250"/>
                    <a:pt x="134" y="250"/>
                  </a:cubicBezTo>
                  <a:lnTo>
                    <a:pt x="16940" y="422"/>
                  </a:lnTo>
                  <a:cubicBezTo>
                    <a:pt x="16997" y="422"/>
                    <a:pt x="17074" y="365"/>
                    <a:pt x="17074" y="307"/>
                  </a:cubicBezTo>
                  <a:cubicBezTo>
                    <a:pt x="17074" y="231"/>
                    <a:pt x="17016" y="173"/>
                    <a:pt x="16940" y="173"/>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8"/>
            <p:cNvSpPr/>
            <p:nvPr/>
          </p:nvSpPr>
          <p:spPr>
            <a:xfrm>
              <a:off x="7356735" y="3269806"/>
              <a:ext cx="467527" cy="23658"/>
            </a:xfrm>
            <a:custGeom>
              <a:rect b="b" l="l" r="r" t="t"/>
              <a:pathLst>
                <a:path extrusionOk="0" h="403" w="7964">
                  <a:moveTo>
                    <a:pt x="116" y="1"/>
                  </a:moveTo>
                  <a:cubicBezTo>
                    <a:pt x="77" y="1"/>
                    <a:pt x="1" y="39"/>
                    <a:pt x="1" y="116"/>
                  </a:cubicBezTo>
                  <a:cubicBezTo>
                    <a:pt x="1" y="192"/>
                    <a:pt x="39" y="230"/>
                    <a:pt x="116" y="230"/>
                  </a:cubicBezTo>
                  <a:lnTo>
                    <a:pt x="7849" y="403"/>
                  </a:lnTo>
                  <a:cubicBezTo>
                    <a:pt x="7887" y="403"/>
                    <a:pt x="7963" y="364"/>
                    <a:pt x="7963" y="288"/>
                  </a:cubicBezTo>
                  <a:cubicBezTo>
                    <a:pt x="7963" y="211"/>
                    <a:pt x="7925" y="173"/>
                    <a:pt x="7849" y="173"/>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0" name="Google Shape;850;p28"/>
            <p:cNvGrpSpPr/>
            <p:nvPr/>
          </p:nvGrpSpPr>
          <p:grpSpPr>
            <a:xfrm>
              <a:off x="5488135" y="3192314"/>
              <a:ext cx="1413569" cy="1246143"/>
              <a:chOff x="5488135" y="3192314"/>
              <a:chExt cx="1413569" cy="1246143"/>
            </a:xfrm>
          </p:grpSpPr>
          <p:sp>
            <p:nvSpPr>
              <p:cNvPr id="851" name="Google Shape;851;p28"/>
              <p:cNvSpPr/>
              <p:nvPr/>
            </p:nvSpPr>
            <p:spPr>
              <a:xfrm>
                <a:off x="5488135" y="3781073"/>
                <a:ext cx="359627" cy="103438"/>
              </a:xfrm>
              <a:custGeom>
                <a:rect b="b" l="l" r="r" t="t"/>
                <a:pathLst>
                  <a:path extrusionOk="0" h="1762" w="6126">
                    <a:moveTo>
                      <a:pt x="249" y="269"/>
                    </a:moveTo>
                    <a:lnTo>
                      <a:pt x="5895" y="307"/>
                    </a:lnTo>
                    <a:cubicBezTo>
                      <a:pt x="5895" y="671"/>
                      <a:pt x="5876" y="1226"/>
                      <a:pt x="5876" y="1475"/>
                    </a:cubicBezTo>
                    <a:cubicBezTo>
                      <a:pt x="5685" y="1513"/>
                      <a:pt x="5072" y="1532"/>
                      <a:pt x="3139" y="1532"/>
                    </a:cubicBezTo>
                    <a:cubicBezTo>
                      <a:pt x="1952" y="1532"/>
                      <a:pt x="727" y="1513"/>
                      <a:pt x="364" y="1513"/>
                    </a:cubicBezTo>
                    <a:lnTo>
                      <a:pt x="249" y="269"/>
                    </a:lnTo>
                    <a:close/>
                    <a:moveTo>
                      <a:pt x="134" y="1"/>
                    </a:moveTo>
                    <a:cubicBezTo>
                      <a:pt x="77" y="1"/>
                      <a:pt x="58" y="20"/>
                      <a:pt x="38" y="39"/>
                    </a:cubicBezTo>
                    <a:cubicBezTo>
                      <a:pt x="0" y="77"/>
                      <a:pt x="0" y="116"/>
                      <a:pt x="0" y="135"/>
                    </a:cubicBezTo>
                    <a:lnTo>
                      <a:pt x="134" y="1628"/>
                    </a:lnTo>
                    <a:cubicBezTo>
                      <a:pt x="134" y="1704"/>
                      <a:pt x="172" y="1742"/>
                      <a:pt x="249" y="1742"/>
                    </a:cubicBezTo>
                    <a:cubicBezTo>
                      <a:pt x="249" y="1742"/>
                      <a:pt x="1704" y="1762"/>
                      <a:pt x="3139" y="1762"/>
                    </a:cubicBezTo>
                    <a:cubicBezTo>
                      <a:pt x="6010" y="1762"/>
                      <a:pt x="6029" y="1723"/>
                      <a:pt x="6087" y="1628"/>
                    </a:cubicBezTo>
                    <a:cubicBezTo>
                      <a:pt x="6106" y="1608"/>
                      <a:pt x="6106" y="1551"/>
                      <a:pt x="6106" y="1532"/>
                    </a:cubicBezTo>
                    <a:cubicBezTo>
                      <a:pt x="6087" y="1455"/>
                      <a:pt x="6106" y="785"/>
                      <a:pt x="6125" y="192"/>
                    </a:cubicBezTo>
                    <a:cubicBezTo>
                      <a:pt x="6125" y="135"/>
                      <a:pt x="6125" y="116"/>
                      <a:pt x="6106" y="96"/>
                    </a:cubicBezTo>
                    <a:cubicBezTo>
                      <a:pt x="6087" y="77"/>
                      <a:pt x="6029" y="39"/>
                      <a:pt x="6010" y="39"/>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8"/>
              <p:cNvSpPr/>
              <p:nvPr/>
            </p:nvSpPr>
            <p:spPr>
              <a:xfrm>
                <a:off x="5504984" y="3788822"/>
                <a:ext cx="336027" cy="92343"/>
              </a:xfrm>
              <a:custGeom>
                <a:rect b="b" l="l" r="r" t="t"/>
                <a:pathLst>
                  <a:path extrusionOk="0" h="1573" w="5724">
                    <a:moveTo>
                      <a:pt x="3586" y="1"/>
                    </a:moveTo>
                    <a:cubicBezTo>
                      <a:pt x="3275" y="1"/>
                      <a:pt x="3019" y="534"/>
                      <a:pt x="2871" y="960"/>
                    </a:cubicBezTo>
                    <a:cubicBezTo>
                      <a:pt x="2776" y="577"/>
                      <a:pt x="2622" y="156"/>
                      <a:pt x="2374" y="79"/>
                    </a:cubicBezTo>
                    <a:cubicBezTo>
                      <a:pt x="2357" y="74"/>
                      <a:pt x="2340" y="72"/>
                      <a:pt x="2322" y="72"/>
                    </a:cubicBezTo>
                    <a:cubicBezTo>
                      <a:pt x="2061" y="72"/>
                      <a:pt x="1728" y="588"/>
                      <a:pt x="1512" y="1036"/>
                    </a:cubicBezTo>
                    <a:cubicBezTo>
                      <a:pt x="1397" y="673"/>
                      <a:pt x="1206" y="194"/>
                      <a:pt x="919" y="79"/>
                    </a:cubicBezTo>
                    <a:cubicBezTo>
                      <a:pt x="887" y="71"/>
                      <a:pt x="852" y="67"/>
                      <a:pt x="817" y="67"/>
                    </a:cubicBezTo>
                    <a:cubicBezTo>
                      <a:pt x="766" y="67"/>
                      <a:pt x="715" y="76"/>
                      <a:pt x="670" y="98"/>
                    </a:cubicBezTo>
                    <a:cubicBezTo>
                      <a:pt x="306" y="271"/>
                      <a:pt x="58" y="1209"/>
                      <a:pt x="0" y="1400"/>
                    </a:cubicBezTo>
                    <a:cubicBezTo>
                      <a:pt x="0" y="1476"/>
                      <a:pt x="39" y="1515"/>
                      <a:pt x="96" y="1534"/>
                    </a:cubicBezTo>
                    <a:cubicBezTo>
                      <a:pt x="172" y="1534"/>
                      <a:pt x="230" y="1515"/>
                      <a:pt x="249" y="1438"/>
                    </a:cubicBezTo>
                    <a:cubicBezTo>
                      <a:pt x="345" y="1036"/>
                      <a:pt x="574" y="385"/>
                      <a:pt x="766" y="290"/>
                    </a:cubicBezTo>
                    <a:lnTo>
                      <a:pt x="823" y="290"/>
                    </a:lnTo>
                    <a:cubicBezTo>
                      <a:pt x="1034" y="366"/>
                      <a:pt x="1244" y="998"/>
                      <a:pt x="1340" y="1400"/>
                    </a:cubicBezTo>
                    <a:cubicBezTo>
                      <a:pt x="1340" y="1438"/>
                      <a:pt x="1397" y="1496"/>
                      <a:pt x="1436" y="1496"/>
                    </a:cubicBezTo>
                    <a:cubicBezTo>
                      <a:pt x="1493" y="1496"/>
                      <a:pt x="1531" y="1476"/>
                      <a:pt x="1570" y="1419"/>
                    </a:cubicBezTo>
                    <a:cubicBezTo>
                      <a:pt x="1819" y="845"/>
                      <a:pt x="2182" y="290"/>
                      <a:pt x="2297" y="290"/>
                    </a:cubicBezTo>
                    <a:cubicBezTo>
                      <a:pt x="2431" y="328"/>
                      <a:pt x="2622" y="864"/>
                      <a:pt x="2737" y="1476"/>
                    </a:cubicBezTo>
                    <a:cubicBezTo>
                      <a:pt x="2756" y="1515"/>
                      <a:pt x="2814" y="1572"/>
                      <a:pt x="2852" y="1572"/>
                    </a:cubicBezTo>
                    <a:cubicBezTo>
                      <a:pt x="2910" y="1572"/>
                      <a:pt x="2948" y="1534"/>
                      <a:pt x="3005" y="1476"/>
                    </a:cubicBezTo>
                    <a:cubicBezTo>
                      <a:pt x="3136" y="881"/>
                      <a:pt x="3393" y="231"/>
                      <a:pt x="3583" y="231"/>
                    </a:cubicBezTo>
                    <a:cubicBezTo>
                      <a:pt x="3588" y="231"/>
                      <a:pt x="3593" y="231"/>
                      <a:pt x="3599" y="232"/>
                    </a:cubicBezTo>
                    <a:cubicBezTo>
                      <a:pt x="3828" y="271"/>
                      <a:pt x="4020" y="921"/>
                      <a:pt x="4096" y="1343"/>
                    </a:cubicBezTo>
                    <a:cubicBezTo>
                      <a:pt x="4115" y="1400"/>
                      <a:pt x="4173" y="1438"/>
                      <a:pt x="4211" y="1438"/>
                    </a:cubicBezTo>
                    <a:cubicBezTo>
                      <a:pt x="4269" y="1438"/>
                      <a:pt x="4307" y="1400"/>
                      <a:pt x="4345" y="1343"/>
                    </a:cubicBezTo>
                    <a:cubicBezTo>
                      <a:pt x="4441" y="960"/>
                      <a:pt x="4632" y="347"/>
                      <a:pt x="4824" y="251"/>
                    </a:cubicBezTo>
                    <a:cubicBezTo>
                      <a:pt x="5015" y="328"/>
                      <a:pt x="5321" y="998"/>
                      <a:pt x="5494" y="1438"/>
                    </a:cubicBezTo>
                    <a:cubicBezTo>
                      <a:pt x="5508" y="1497"/>
                      <a:pt x="5534" y="1522"/>
                      <a:pt x="5579" y="1522"/>
                    </a:cubicBezTo>
                    <a:cubicBezTo>
                      <a:pt x="5594" y="1522"/>
                      <a:pt x="5609" y="1519"/>
                      <a:pt x="5628" y="1515"/>
                    </a:cubicBezTo>
                    <a:cubicBezTo>
                      <a:pt x="5704" y="1496"/>
                      <a:pt x="5723" y="1438"/>
                      <a:pt x="5704" y="1381"/>
                    </a:cubicBezTo>
                    <a:cubicBezTo>
                      <a:pt x="5628" y="1170"/>
                      <a:pt x="5264" y="175"/>
                      <a:pt x="4881" y="41"/>
                    </a:cubicBezTo>
                    <a:cubicBezTo>
                      <a:pt x="4855" y="24"/>
                      <a:pt x="4826" y="14"/>
                      <a:pt x="4794" y="14"/>
                    </a:cubicBezTo>
                    <a:cubicBezTo>
                      <a:pt x="4755" y="14"/>
                      <a:pt x="4713" y="28"/>
                      <a:pt x="4671" y="60"/>
                    </a:cubicBezTo>
                    <a:cubicBezTo>
                      <a:pt x="4479" y="156"/>
                      <a:pt x="4307" y="539"/>
                      <a:pt x="4211" y="845"/>
                    </a:cubicBezTo>
                    <a:cubicBezTo>
                      <a:pt x="4096" y="481"/>
                      <a:pt x="3924" y="60"/>
                      <a:pt x="3618" y="3"/>
                    </a:cubicBezTo>
                    <a:cubicBezTo>
                      <a:pt x="3607" y="1"/>
                      <a:pt x="3596" y="1"/>
                      <a:pt x="35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8"/>
              <p:cNvSpPr/>
              <p:nvPr/>
            </p:nvSpPr>
            <p:spPr>
              <a:xfrm>
                <a:off x="5993767" y="3765340"/>
                <a:ext cx="359627" cy="104554"/>
              </a:xfrm>
              <a:custGeom>
                <a:rect b="b" l="l" r="r" t="t"/>
                <a:pathLst>
                  <a:path extrusionOk="0" h="1781" w="6126">
                    <a:moveTo>
                      <a:pt x="249" y="269"/>
                    </a:moveTo>
                    <a:lnTo>
                      <a:pt x="5896" y="307"/>
                    </a:lnTo>
                    <a:cubicBezTo>
                      <a:pt x="5896" y="671"/>
                      <a:pt x="5877" y="1226"/>
                      <a:pt x="5877" y="1494"/>
                    </a:cubicBezTo>
                    <a:cubicBezTo>
                      <a:pt x="5685" y="1513"/>
                      <a:pt x="5073" y="1532"/>
                      <a:pt x="3139" y="1532"/>
                    </a:cubicBezTo>
                    <a:cubicBezTo>
                      <a:pt x="1953" y="1532"/>
                      <a:pt x="728" y="1513"/>
                      <a:pt x="364" y="1513"/>
                    </a:cubicBezTo>
                    <a:lnTo>
                      <a:pt x="249" y="269"/>
                    </a:lnTo>
                    <a:close/>
                    <a:moveTo>
                      <a:pt x="134" y="1"/>
                    </a:moveTo>
                    <a:cubicBezTo>
                      <a:pt x="77" y="1"/>
                      <a:pt x="58" y="20"/>
                      <a:pt x="39" y="58"/>
                    </a:cubicBezTo>
                    <a:cubicBezTo>
                      <a:pt x="0" y="77"/>
                      <a:pt x="0" y="116"/>
                      <a:pt x="0" y="135"/>
                    </a:cubicBezTo>
                    <a:lnTo>
                      <a:pt x="134" y="1628"/>
                    </a:lnTo>
                    <a:cubicBezTo>
                      <a:pt x="134" y="1704"/>
                      <a:pt x="173" y="1743"/>
                      <a:pt x="249" y="1743"/>
                    </a:cubicBezTo>
                    <a:cubicBezTo>
                      <a:pt x="249" y="1743"/>
                      <a:pt x="1704" y="1781"/>
                      <a:pt x="3139" y="1781"/>
                    </a:cubicBezTo>
                    <a:cubicBezTo>
                      <a:pt x="6011" y="1781"/>
                      <a:pt x="6030" y="1723"/>
                      <a:pt x="6087" y="1628"/>
                    </a:cubicBezTo>
                    <a:cubicBezTo>
                      <a:pt x="6106" y="1609"/>
                      <a:pt x="6106" y="1551"/>
                      <a:pt x="6106" y="1532"/>
                    </a:cubicBezTo>
                    <a:cubicBezTo>
                      <a:pt x="6087" y="1455"/>
                      <a:pt x="6106" y="785"/>
                      <a:pt x="6125" y="192"/>
                    </a:cubicBezTo>
                    <a:cubicBezTo>
                      <a:pt x="6125" y="154"/>
                      <a:pt x="6125" y="116"/>
                      <a:pt x="6106" y="96"/>
                    </a:cubicBezTo>
                    <a:cubicBezTo>
                      <a:pt x="6087" y="77"/>
                      <a:pt x="6030" y="58"/>
                      <a:pt x="6011" y="58"/>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8"/>
              <p:cNvSpPr/>
              <p:nvPr/>
            </p:nvSpPr>
            <p:spPr>
              <a:xfrm>
                <a:off x="6010615" y="3775202"/>
                <a:ext cx="336027" cy="91345"/>
              </a:xfrm>
              <a:custGeom>
                <a:rect b="b" l="l" r="r" t="t"/>
                <a:pathLst>
                  <a:path extrusionOk="0" h="1556" w="5724">
                    <a:moveTo>
                      <a:pt x="3571" y="1"/>
                    </a:moveTo>
                    <a:cubicBezTo>
                      <a:pt x="3267" y="1"/>
                      <a:pt x="3017" y="525"/>
                      <a:pt x="2872" y="962"/>
                    </a:cubicBezTo>
                    <a:cubicBezTo>
                      <a:pt x="2776" y="579"/>
                      <a:pt x="2623" y="139"/>
                      <a:pt x="2374" y="62"/>
                    </a:cubicBezTo>
                    <a:cubicBezTo>
                      <a:pt x="2361" y="60"/>
                      <a:pt x="2347" y="58"/>
                      <a:pt x="2333" y="58"/>
                    </a:cubicBezTo>
                    <a:cubicBezTo>
                      <a:pt x="2070" y="58"/>
                      <a:pt x="1731" y="565"/>
                      <a:pt x="1513" y="1019"/>
                    </a:cubicBezTo>
                    <a:cubicBezTo>
                      <a:pt x="1398" y="675"/>
                      <a:pt x="1206" y="196"/>
                      <a:pt x="919" y="62"/>
                    </a:cubicBezTo>
                    <a:cubicBezTo>
                      <a:pt x="891" y="55"/>
                      <a:pt x="861" y="51"/>
                      <a:pt x="829" y="51"/>
                    </a:cubicBezTo>
                    <a:cubicBezTo>
                      <a:pt x="775" y="51"/>
                      <a:pt x="719" y="64"/>
                      <a:pt x="670" y="101"/>
                    </a:cubicBezTo>
                    <a:cubicBezTo>
                      <a:pt x="307" y="254"/>
                      <a:pt x="58" y="1192"/>
                      <a:pt x="0" y="1383"/>
                    </a:cubicBezTo>
                    <a:cubicBezTo>
                      <a:pt x="0" y="1460"/>
                      <a:pt x="39" y="1498"/>
                      <a:pt x="96" y="1536"/>
                    </a:cubicBezTo>
                    <a:cubicBezTo>
                      <a:pt x="173" y="1536"/>
                      <a:pt x="230" y="1498"/>
                      <a:pt x="249" y="1441"/>
                    </a:cubicBezTo>
                    <a:cubicBezTo>
                      <a:pt x="345" y="1039"/>
                      <a:pt x="575" y="388"/>
                      <a:pt x="766" y="292"/>
                    </a:cubicBezTo>
                    <a:lnTo>
                      <a:pt x="824" y="292"/>
                    </a:lnTo>
                    <a:cubicBezTo>
                      <a:pt x="1034" y="369"/>
                      <a:pt x="1245" y="981"/>
                      <a:pt x="1340" y="1383"/>
                    </a:cubicBezTo>
                    <a:cubicBezTo>
                      <a:pt x="1340" y="1441"/>
                      <a:pt x="1398" y="1479"/>
                      <a:pt x="1436" y="1479"/>
                    </a:cubicBezTo>
                    <a:cubicBezTo>
                      <a:pt x="1493" y="1479"/>
                      <a:pt x="1532" y="1460"/>
                      <a:pt x="1570" y="1421"/>
                    </a:cubicBezTo>
                    <a:cubicBezTo>
                      <a:pt x="1819" y="847"/>
                      <a:pt x="2183" y="292"/>
                      <a:pt x="2297" y="292"/>
                    </a:cubicBezTo>
                    <a:cubicBezTo>
                      <a:pt x="2431" y="311"/>
                      <a:pt x="2623" y="866"/>
                      <a:pt x="2738" y="1460"/>
                    </a:cubicBezTo>
                    <a:cubicBezTo>
                      <a:pt x="2757" y="1498"/>
                      <a:pt x="2814" y="1555"/>
                      <a:pt x="2852" y="1555"/>
                    </a:cubicBezTo>
                    <a:cubicBezTo>
                      <a:pt x="2910" y="1555"/>
                      <a:pt x="2948" y="1517"/>
                      <a:pt x="3006" y="1460"/>
                    </a:cubicBezTo>
                    <a:cubicBezTo>
                      <a:pt x="3138" y="875"/>
                      <a:pt x="3400" y="215"/>
                      <a:pt x="3591" y="215"/>
                    </a:cubicBezTo>
                    <a:cubicBezTo>
                      <a:pt x="3594" y="215"/>
                      <a:pt x="3596" y="215"/>
                      <a:pt x="3599" y="216"/>
                    </a:cubicBezTo>
                    <a:cubicBezTo>
                      <a:pt x="3829" y="273"/>
                      <a:pt x="4020" y="905"/>
                      <a:pt x="4097" y="1345"/>
                    </a:cubicBezTo>
                    <a:cubicBezTo>
                      <a:pt x="4116" y="1383"/>
                      <a:pt x="4173" y="1441"/>
                      <a:pt x="4211" y="1441"/>
                    </a:cubicBezTo>
                    <a:cubicBezTo>
                      <a:pt x="4269" y="1441"/>
                      <a:pt x="4307" y="1383"/>
                      <a:pt x="4345" y="1345"/>
                    </a:cubicBezTo>
                    <a:cubicBezTo>
                      <a:pt x="4441" y="962"/>
                      <a:pt x="4633" y="330"/>
                      <a:pt x="4824" y="235"/>
                    </a:cubicBezTo>
                    <a:cubicBezTo>
                      <a:pt x="5015" y="311"/>
                      <a:pt x="5322" y="981"/>
                      <a:pt x="5494" y="1441"/>
                    </a:cubicBezTo>
                    <a:cubicBezTo>
                      <a:pt x="5508" y="1499"/>
                      <a:pt x="5534" y="1524"/>
                      <a:pt x="5580" y="1524"/>
                    </a:cubicBezTo>
                    <a:cubicBezTo>
                      <a:pt x="5594" y="1524"/>
                      <a:pt x="5610" y="1522"/>
                      <a:pt x="5628" y="1517"/>
                    </a:cubicBezTo>
                    <a:cubicBezTo>
                      <a:pt x="5704" y="1479"/>
                      <a:pt x="5724" y="1441"/>
                      <a:pt x="5704" y="1364"/>
                    </a:cubicBezTo>
                    <a:cubicBezTo>
                      <a:pt x="5628" y="1173"/>
                      <a:pt x="5264" y="177"/>
                      <a:pt x="4881" y="24"/>
                    </a:cubicBezTo>
                    <a:cubicBezTo>
                      <a:pt x="4858" y="16"/>
                      <a:pt x="4830" y="12"/>
                      <a:pt x="4802" y="12"/>
                    </a:cubicBezTo>
                    <a:cubicBezTo>
                      <a:pt x="4761" y="12"/>
                      <a:pt x="4716" y="21"/>
                      <a:pt x="4671" y="43"/>
                    </a:cubicBezTo>
                    <a:cubicBezTo>
                      <a:pt x="4479" y="139"/>
                      <a:pt x="4307" y="522"/>
                      <a:pt x="4211" y="847"/>
                    </a:cubicBezTo>
                    <a:cubicBezTo>
                      <a:pt x="4097" y="483"/>
                      <a:pt x="3924" y="43"/>
                      <a:pt x="3618" y="5"/>
                    </a:cubicBezTo>
                    <a:cubicBezTo>
                      <a:pt x="3602" y="2"/>
                      <a:pt x="3587" y="1"/>
                      <a:pt x="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8"/>
              <p:cNvSpPr/>
              <p:nvPr/>
            </p:nvSpPr>
            <p:spPr>
              <a:xfrm>
                <a:off x="6503919" y="3767629"/>
                <a:ext cx="359627" cy="104554"/>
              </a:xfrm>
              <a:custGeom>
                <a:rect b="b" l="l" r="r" t="t"/>
                <a:pathLst>
                  <a:path extrusionOk="0" h="1781" w="6126">
                    <a:moveTo>
                      <a:pt x="249" y="287"/>
                    </a:moveTo>
                    <a:lnTo>
                      <a:pt x="5896" y="345"/>
                    </a:lnTo>
                    <a:cubicBezTo>
                      <a:pt x="5896" y="708"/>
                      <a:pt x="5857" y="1244"/>
                      <a:pt x="5857" y="1512"/>
                    </a:cubicBezTo>
                    <a:cubicBezTo>
                      <a:pt x="5666" y="1531"/>
                      <a:pt x="5072" y="1570"/>
                      <a:pt x="3139" y="1570"/>
                    </a:cubicBezTo>
                    <a:cubicBezTo>
                      <a:pt x="1933" y="1570"/>
                      <a:pt x="728" y="1531"/>
                      <a:pt x="364" y="1531"/>
                    </a:cubicBezTo>
                    <a:lnTo>
                      <a:pt x="249" y="287"/>
                    </a:lnTo>
                    <a:close/>
                    <a:moveTo>
                      <a:pt x="115" y="0"/>
                    </a:moveTo>
                    <a:cubicBezTo>
                      <a:pt x="77" y="0"/>
                      <a:pt x="58" y="38"/>
                      <a:pt x="19" y="57"/>
                    </a:cubicBezTo>
                    <a:cubicBezTo>
                      <a:pt x="0" y="77"/>
                      <a:pt x="0" y="134"/>
                      <a:pt x="0" y="153"/>
                    </a:cubicBezTo>
                    <a:lnTo>
                      <a:pt x="115" y="1627"/>
                    </a:lnTo>
                    <a:cubicBezTo>
                      <a:pt x="115" y="1704"/>
                      <a:pt x="172" y="1761"/>
                      <a:pt x="249" y="1761"/>
                    </a:cubicBezTo>
                    <a:cubicBezTo>
                      <a:pt x="249" y="1761"/>
                      <a:pt x="1704" y="1780"/>
                      <a:pt x="3139" y="1780"/>
                    </a:cubicBezTo>
                    <a:cubicBezTo>
                      <a:pt x="5991" y="1780"/>
                      <a:pt x="6030" y="1742"/>
                      <a:pt x="6087" y="1627"/>
                    </a:cubicBezTo>
                    <a:cubicBezTo>
                      <a:pt x="6106" y="1608"/>
                      <a:pt x="6106" y="1570"/>
                      <a:pt x="6106" y="1531"/>
                    </a:cubicBezTo>
                    <a:cubicBezTo>
                      <a:pt x="6087" y="1474"/>
                      <a:pt x="6106" y="804"/>
                      <a:pt x="6125" y="191"/>
                    </a:cubicBezTo>
                    <a:cubicBezTo>
                      <a:pt x="6125" y="153"/>
                      <a:pt x="6125" y="134"/>
                      <a:pt x="6106" y="96"/>
                    </a:cubicBezTo>
                    <a:cubicBezTo>
                      <a:pt x="6087" y="77"/>
                      <a:pt x="6030" y="57"/>
                      <a:pt x="6010" y="57"/>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8"/>
              <p:cNvSpPr/>
              <p:nvPr/>
            </p:nvSpPr>
            <p:spPr>
              <a:xfrm>
                <a:off x="6519652" y="3777609"/>
                <a:ext cx="334912" cy="92284"/>
              </a:xfrm>
              <a:custGeom>
                <a:rect b="b" l="l" r="r" t="t"/>
                <a:pathLst>
                  <a:path extrusionOk="0" h="1572" w="5705">
                    <a:moveTo>
                      <a:pt x="3567" y="0"/>
                    </a:moveTo>
                    <a:cubicBezTo>
                      <a:pt x="3256" y="0"/>
                      <a:pt x="3001" y="534"/>
                      <a:pt x="2871" y="959"/>
                    </a:cubicBezTo>
                    <a:cubicBezTo>
                      <a:pt x="2776" y="576"/>
                      <a:pt x="2603" y="155"/>
                      <a:pt x="2354" y="79"/>
                    </a:cubicBezTo>
                    <a:cubicBezTo>
                      <a:pt x="2339" y="74"/>
                      <a:pt x="2323" y="72"/>
                      <a:pt x="2306" y="72"/>
                    </a:cubicBezTo>
                    <a:cubicBezTo>
                      <a:pt x="2060" y="72"/>
                      <a:pt x="1726" y="587"/>
                      <a:pt x="1493" y="1036"/>
                    </a:cubicBezTo>
                    <a:cubicBezTo>
                      <a:pt x="1378" y="672"/>
                      <a:pt x="1187" y="194"/>
                      <a:pt x="900" y="79"/>
                    </a:cubicBezTo>
                    <a:cubicBezTo>
                      <a:pt x="868" y="71"/>
                      <a:pt x="833" y="66"/>
                      <a:pt x="799" y="66"/>
                    </a:cubicBezTo>
                    <a:cubicBezTo>
                      <a:pt x="751" y="66"/>
                      <a:pt x="704" y="76"/>
                      <a:pt x="670" y="98"/>
                    </a:cubicBezTo>
                    <a:cubicBezTo>
                      <a:pt x="306" y="270"/>
                      <a:pt x="38" y="1208"/>
                      <a:pt x="0" y="1400"/>
                    </a:cubicBezTo>
                    <a:cubicBezTo>
                      <a:pt x="0" y="1476"/>
                      <a:pt x="19" y="1514"/>
                      <a:pt x="96" y="1534"/>
                    </a:cubicBezTo>
                    <a:cubicBezTo>
                      <a:pt x="172" y="1534"/>
                      <a:pt x="211" y="1514"/>
                      <a:pt x="230" y="1438"/>
                    </a:cubicBezTo>
                    <a:cubicBezTo>
                      <a:pt x="326" y="1036"/>
                      <a:pt x="574" y="385"/>
                      <a:pt x="766" y="289"/>
                    </a:cubicBezTo>
                    <a:lnTo>
                      <a:pt x="804" y="289"/>
                    </a:lnTo>
                    <a:cubicBezTo>
                      <a:pt x="1034" y="366"/>
                      <a:pt x="1244" y="998"/>
                      <a:pt x="1340" y="1400"/>
                    </a:cubicBezTo>
                    <a:cubicBezTo>
                      <a:pt x="1340" y="1438"/>
                      <a:pt x="1378" y="1495"/>
                      <a:pt x="1436" y="1495"/>
                    </a:cubicBezTo>
                    <a:cubicBezTo>
                      <a:pt x="1474" y="1495"/>
                      <a:pt x="1531" y="1476"/>
                      <a:pt x="1551" y="1419"/>
                    </a:cubicBezTo>
                    <a:cubicBezTo>
                      <a:pt x="1819" y="844"/>
                      <a:pt x="2182" y="289"/>
                      <a:pt x="2297" y="289"/>
                    </a:cubicBezTo>
                    <a:cubicBezTo>
                      <a:pt x="2412" y="328"/>
                      <a:pt x="2603" y="864"/>
                      <a:pt x="2718" y="1476"/>
                    </a:cubicBezTo>
                    <a:cubicBezTo>
                      <a:pt x="2756" y="1514"/>
                      <a:pt x="2795" y="1572"/>
                      <a:pt x="2852" y="1572"/>
                    </a:cubicBezTo>
                    <a:cubicBezTo>
                      <a:pt x="2910" y="1572"/>
                      <a:pt x="2967" y="1514"/>
                      <a:pt x="2986" y="1476"/>
                    </a:cubicBezTo>
                    <a:cubicBezTo>
                      <a:pt x="3116" y="880"/>
                      <a:pt x="3373" y="230"/>
                      <a:pt x="3564" y="230"/>
                    </a:cubicBezTo>
                    <a:cubicBezTo>
                      <a:pt x="3569" y="230"/>
                      <a:pt x="3574" y="231"/>
                      <a:pt x="3579" y="232"/>
                    </a:cubicBezTo>
                    <a:cubicBezTo>
                      <a:pt x="3828" y="270"/>
                      <a:pt x="4020" y="921"/>
                      <a:pt x="4077" y="1342"/>
                    </a:cubicBezTo>
                    <a:cubicBezTo>
                      <a:pt x="4115" y="1400"/>
                      <a:pt x="4154" y="1438"/>
                      <a:pt x="4211" y="1438"/>
                    </a:cubicBezTo>
                    <a:cubicBezTo>
                      <a:pt x="4249" y="1438"/>
                      <a:pt x="4307" y="1400"/>
                      <a:pt x="4326" y="1342"/>
                    </a:cubicBezTo>
                    <a:cubicBezTo>
                      <a:pt x="4422" y="959"/>
                      <a:pt x="4613" y="347"/>
                      <a:pt x="4804" y="251"/>
                    </a:cubicBezTo>
                    <a:cubicBezTo>
                      <a:pt x="4996" y="328"/>
                      <a:pt x="5302" y="998"/>
                      <a:pt x="5474" y="1438"/>
                    </a:cubicBezTo>
                    <a:cubicBezTo>
                      <a:pt x="5489" y="1496"/>
                      <a:pt x="5526" y="1521"/>
                      <a:pt x="5568" y="1521"/>
                    </a:cubicBezTo>
                    <a:cubicBezTo>
                      <a:pt x="5581" y="1521"/>
                      <a:pt x="5595" y="1519"/>
                      <a:pt x="5608" y="1514"/>
                    </a:cubicBezTo>
                    <a:cubicBezTo>
                      <a:pt x="5685" y="1495"/>
                      <a:pt x="5704" y="1438"/>
                      <a:pt x="5685" y="1380"/>
                    </a:cubicBezTo>
                    <a:cubicBezTo>
                      <a:pt x="5608" y="1189"/>
                      <a:pt x="5264" y="175"/>
                      <a:pt x="4881" y="41"/>
                    </a:cubicBezTo>
                    <a:cubicBezTo>
                      <a:pt x="4847" y="23"/>
                      <a:pt x="4812" y="14"/>
                      <a:pt x="4778" y="14"/>
                    </a:cubicBezTo>
                    <a:cubicBezTo>
                      <a:pt x="4736" y="14"/>
                      <a:pt x="4694" y="28"/>
                      <a:pt x="4651" y="60"/>
                    </a:cubicBezTo>
                    <a:cubicBezTo>
                      <a:pt x="4479" y="155"/>
                      <a:pt x="4307" y="538"/>
                      <a:pt x="4211" y="844"/>
                    </a:cubicBezTo>
                    <a:cubicBezTo>
                      <a:pt x="4077" y="481"/>
                      <a:pt x="3924" y="60"/>
                      <a:pt x="3599" y="2"/>
                    </a:cubicBezTo>
                    <a:cubicBezTo>
                      <a:pt x="3588" y="1"/>
                      <a:pt x="3577" y="0"/>
                      <a:pt x="35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8"/>
              <p:cNvSpPr/>
              <p:nvPr/>
            </p:nvSpPr>
            <p:spPr>
              <a:xfrm>
                <a:off x="5570147" y="4333904"/>
                <a:ext cx="359627" cy="104554"/>
              </a:xfrm>
              <a:custGeom>
                <a:rect b="b" l="l" r="r" t="t"/>
                <a:pathLst>
                  <a:path extrusionOk="0" h="1781" w="6126">
                    <a:moveTo>
                      <a:pt x="230" y="269"/>
                    </a:moveTo>
                    <a:lnTo>
                      <a:pt x="5877" y="326"/>
                    </a:lnTo>
                    <a:cubicBezTo>
                      <a:pt x="5877" y="671"/>
                      <a:pt x="5857" y="1226"/>
                      <a:pt x="5857" y="1494"/>
                    </a:cubicBezTo>
                    <a:cubicBezTo>
                      <a:pt x="5666" y="1513"/>
                      <a:pt x="5073" y="1532"/>
                      <a:pt x="3139" y="1532"/>
                    </a:cubicBezTo>
                    <a:cubicBezTo>
                      <a:pt x="1934" y="1532"/>
                      <a:pt x="709" y="1513"/>
                      <a:pt x="364" y="1513"/>
                    </a:cubicBezTo>
                    <a:lnTo>
                      <a:pt x="230" y="269"/>
                    </a:lnTo>
                    <a:close/>
                    <a:moveTo>
                      <a:pt x="115" y="1"/>
                    </a:moveTo>
                    <a:cubicBezTo>
                      <a:pt x="96" y="20"/>
                      <a:pt x="39" y="20"/>
                      <a:pt x="20" y="58"/>
                    </a:cubicBezTo>
                    <a:cubicBezTo>
                      <a:pt x="0" y="77"/>
                      <a:pt x="0" y="116"/>
                      <a:pt x="0" y="154"/>
                    </a:cubicBezTo>
                    <a:lnTo>
                      <a:pt x="115" y="1628"/>
                    </a:lnTo>
                    <a:cubicBezTo>
                      <a:pt x="115" y="1704"/>
                      <a:pt x="173" y="1762"/>
                      <a:pt x="230" y="1762"/>
                    </a:cubicBezTo>
                    <a:cubicBezTo>
                      <a:pt x="230" y="1762"/>
                      <a:pt x="1704" y="1781"/>
                      <a:pt x="3139" y="1781"/>
                    </a:cubicBezTo>
                    <a:cubicBezTo>
                      <a:pt x="5972" y="1781"/>
                      <a:pt x="6030" y="1724"/>
                      <a:pt x="6068" y="1666"/>
                    </a:cubicBezTo>
                    <a:cubicBezTo>
                      <a:pt x="6106" y="1628"/>
                      <a:pt x="6106" y="1590"/>
                      <a:pt x="6106" y="1570"/>
                    </a:cubicBezTo>
                    <a:cubicBezTo>
                      <a:pt x="6068" y="1494"/>
                      <a:pt x="6106" y="824"/>
                      <a:pt x="6125" y="231"/>
                    </a:cubicBezTo>
                    <a:cubicBezTo>
                      <a:pt x="6125" y="173"/>
                      <a:pt x="6125" y="154"/>
                      <a:pt x="6106" y="135"/>
                    </a:cubicBezTo>
                    <a:cubicBezTo>
                      <a:pt x="6068" y="97"/>
                      <a:pt x="6030" y="77"/>
                      <a:pt x="6011" y="7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8"/>
              <p:cNvSpPr/>
              <p:nvPr/>
            </p:nvSpPr>
            <p:spPr>
              <a:xfrm>
                <a:off x="5584765" y="4343825"/>
                <a:ext cx="336027" cy="91286"/>
              </a:xfrm>
              <a:custGeom>
                <a:rect b="b" l="l" r="r" t="t"/>
                <a:pathLst>
                  <a:path extrusionOk="0" h="1555" w="5724">
                    <a:moveTo>
                      <a:pt x="3571" y="0"/>
                    </a:moveTo>
                    <a:cubicBezTo>
                      <a:pt x="3267" y="0"/>
                      <a:pt x="3017" y="524"/>
                      <a:pt x="2871" y="961"/>
                    </a:cubicBezTo>
                    <a:cubicBezTo>
                      <a:pt x="2776" y="578"/>
                      <a:pt x="2622" y="138"/>
                      <a:pt x="2374" y="81"/>
                    </a:cubicBezTo>
                    <a:cubicBezTo>
                      <a:pt x="2357" y="76"/>
                      <a:pt x="2340" y="74"/>
                      <a:pt x="2322" y="74"/>
                    </a:cubicBezTo>
                    <a:cubicBezTo>
                      <a:pt x="2063" y="74"/>
                      <a:pt x="1746" y="589"/>
                      <a:pt x="1512" y="1038"/>
                    </a:cubicBezTo>
                    <a:cubicBezTo>
                      <a:pt x="1397" y="674"/>
                      <a:pt x="1206" y="196"/>
                      <a:pt x="919" y="81"/>
                    </a:cubicBezTo>
                    <a:cubicBezTo>
                      <a:pt x="885" y="63"/>
                      <a:pt x="846" y="54"/>
                      <a:pt x="808" y="54"/>
                    </a:cubicBezTo>
                    <a:cubicBezTo>
                      <a:pt x="760" y="54"/>
                      <a:pt x="712" y="68"/>
                      <a:pt x="670" y="100"/>
                    </a:cubicBezTo>
                    <a:cubicBezTo>
                      <a:pt x="326" y="272"/>
                      <a:pt x="58" y="1210"/>
                      <a:pt x="0" y="1382"/>
                    </a:cubicBezTo>
                    <a:cubicBezTo>
                      <a:pt x="0" y="1459"/>
                      <a:pt x="38" y="1516"/>
                      <a:pt x="96" y="1535"/>
                    </a:cubicBezTo>
                    <a:cubicBezTo>
                      <a:pt x="172" y="1535"/>
                      <a:pt x="230" y="1516"/>
                      <a:pt x="249" y="1440"/>
                    </a:cubicBezTo>
                    <a:cubicBezTo>
                      <a:pt x="345" y="1038"/>
                      <a:pt x="594" y="387"/>
                      <a:pt x="785" y="291"/>
                    </a:cubicBezTo>
                    <a:lnTo>
                      <a:pt x="823" y="291"/>
                    </a:lnTo>
                    <a:cubicBezTo>
                      <a:pt x="1034" y="368"/>
                      <a:pt x="1263" y="980"/>
                      <a:pt x="1359" y="1401"/>
                    </a:cubicBezTo>
                    <a:cubicBezTo>
                      <a:pt x="1359" y="1440"/>
                      <a:pt x="1397" y="1497"/>
                      <a:pt x="1455" y="1497"/>
                    </a:cubicBezTo>
                    <a:cubicBezTo>
                      <a:pt x="1493" y="1497"/>
                      <a:pt x="1551" y="1459"/>
                      <a:pt x="1570" y="1421"/>
                    </a:cubicBezTo>
                    <a:cubicBezTo>
                      <a:pt x="1838" y="846"/>
                      <a:pt x="2182" y="291"/>
                      <a:pt x="2316" y="291"/>
                    </a:cubicBezTo>
                    <a:cubicBezTo>
                      <a:pt x="2431" y="310"/>
                      <a:pt x="2622" y="865"/>
                      <a:pt x="2737" y="1459"/>
                    </a:cubicBezTo>
                    <a:cubicBezTo>
                      <a:pt x="2756" y="1516"/>
                      <a:pt x="2814" y="1555"/>
                      <a:pt x="2852" y="1555"/>
                    </a:cubicBezTo>
                    <a:cubicBezTo>
                      <a:pt x="2929" y="1555"/>
                      <a:pt x="2986" y="1516"/>
                      <a:pt x="3005" y="1459"/>
                    </a:cubicBezTo>
                    <a:cubicBezTo>
                      <a:pt x="3137" y="874"/>
                      <a:pt x="3400" y="214"/>
                      <a:pt x="3591" y="214"/>
                    </a:cubicBezTo>
                    <a:cubicBezTo>
                      <a:pt x="3593" y="214"/>
                      <a:pt x="3596" y="214"/>
                      <a:pt x="3599" y="215"/>
                    </a:cubicBezTo>
                    <a:cubicBezTo>
                      <a:pt x="3828" y="272"/>
                      <a:pt x="4039" y="923"/>
                      <a:pt x="4096" y="1344"/>
                    </a:cubicBezTo>
                    <a:cubicBezTo>
                      <a:pt x="4135" y="1401"/>
                      <a:pt x="4173" y="1440"/>
                      <a:pt x="4211" y="1440"/>
                    </a:cubicBezTo>
                    <a:cubicBezTo>
                      <a:pt x="4269" y="1440"/>
                      <a:pt x="4307" y="1401"/>
                      <a:pt x="4345" y="1344"/>
                    </a:cubicBezTo>
                    <a:cubicBezTo>
                      <a:pt x="4441" y="961"/>
                      <a:pt x="4632" y="349"/>
                      <a:pt x="4824" y="253"/>
                    </a:cubicBezTo>
                    <a:cubicBezTo>
                      <a:pt x="5015" y="310"/>
                      <a:pt x="5321" y="980"/>
                      <a:pt x="5494" y="1440"/>
                    </a:cubicBezTo>
                    <a:cubicBezTo>
                      <a:pt x="5508" y="1498"/>
                      <a:pt x="5545" y="1523"/>
                      <a:pt x="5587" y="1523"/>
                    </a:cubicBezTo>
                    <a:cubicBezTo>
                      <a:pt x="5600" y="1523"/>
                      <a:pt x="5614" y="1521"/>
                      <a:pt x="5628" y="1516"/>
                    </a:cubicBezTo>
                    <a:cubicBezTo>
                      <a:pt x="5704" y="1497"/>
                      <a:pt x="5723" y="1440"/>
                      <a:pt x="5704" y="1363"/>
                    </a:cubicBezTo>
                    <a:cubicBezTo>
                      <a:pt x="5628" y="1172"/>
                      <a:pt x="5264" y="176"/>
                      <a:pt x="4881" y="23"/>
                    </a:cubicBezTo>
                    <a:cubicBezTo>
                      <a:pt x="4860" y="16"/>
                      <a:pt x="4836" y="12"/>
                      <a:pt x="4811" y="12"/>
                    </a:cubicBezTo>
                    <a:cubicBezTo>
                      <a:pt x="4768" y="12"/>
                      <a:pt x="4719" y="25"/>
                      <a:pt x="4671" y="62"/>
                    </a:cubicBezTo>
                    <a:cubicBezTo>
                      <a:pt x="4479" y="157"/>
                      <a:pt x="4307" y="540"/>
                      <a:pt x="4211" y="846"/>
                    </a:cubicBezTo>
                    <a:cubicBezTo>
                      <a:pt x="4096" y="483"/>
                      <a:pt x="3924" y="62"/>
                      <a:pt x="3618" y="4"/>
                    </a:cubicBezTo>
                    <a:cubicBezTo>
                      <a:pt x="3602" y="1"/>
                      <a:pt x="3587" y="0"/>
                      <a:pt x="35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8"/>
              <p:cNvSpPr/>
              <p:nvPr/>
            </p:nvSpPr>
            <p:spPr>
              <a:xfrm>
                <a:off x="6542136" y="4299091"/>
                <a:ext cx="359568" cy="104554"/>
              </a:xfrm>
              <a:custGeom>
                <a:rect b="b" l="l" r="r" t="t"/>
                <a:pathLst>
                  <a:path extrusionOk="0" h="1781" w="6125">
                    <a:moveTo>
                      <a:pt x="230" y="268"/>
                    </a:moveTo>
                    <a:lnTo>
                      <a:pt x="5876" y="307"/>
                    </a:lnTo>
                    <a:cubicBezTo>
                      <a:pt x="5876" y="670"/>
                      <a:pt x="5857" y="1225"/>
                      <a:pt x="5857" y="1493"/>
                    </a:cubicBezTo>
                    <a:cubicBezTo>
                      <a:pt x="5666" y="1513"/>
                      <a:pt x="5072" y="1532"/>
                      <a:pt x="3139" y="1532"/>
                    </a:cubicBezTo>
                    <a:cubicBezTo>
                      <a:pt x="1933" y="1532"/>
                      <a:pt x="708" y="1513"/>
                      <a:pt x="364" y="1513"/>
                    </a:cubicBezTo>
                    <a:lnTo>
                      <a:pt x="230" y="268"/>
                    </a:lnTo>
                    <a:close/>
                    <a:moveTo>
                      <a:pt x="115" y="1"/>
                    </a:moveTo>
                    <a:cubicBezTo>
                      <a:pt x="77" y="1"/>
                      <a:pt x="38" y="20"/>
                      <a:pt x="19" y="58"/>
                    </a:cubicBezTo>
                    <a:cubicBezTo>
                      <a:pt x="0" y="77"/>
                      <a:pt x="0" y="115"/>
                      <a:pt x="0" y="134"/>
                    </a:cubicBezTo>
                    <a:lnTo>
                      <a:pt x="115" y="1627"/>
                    </a:lnTo>
                    <a:cubicBezTo>
                      <a:pt x="115" y="1704"/>
                      <a:pt x="172" y="1742"/>
                      <a:pt x="230" y="1742"/>
                    </a:cubicBezTo>
                    <a:cubicBezTo>
                      <a:pt x="230" y="1742"/>
                      <a:pt x="1704" y="1781"/>
                      <a:pt x="3139" y="1781"/>
                    </a:cubicBezTo>
                    <a:cubicBezTo>
                      <a:pt x="6010" y="1781"/>
                      <a:pt x="6029" y="1723"/>
                      <a:pt x="6068" y="1627"/>
                    </a:cubicBezTo>
                    <a:cubicBezTo>
                      <a:pt x="6106" y="1608"/>
                      <a:pt x="6106" y="1551"/>
                      <a:pt x="6106" y="1532"/>
                    </a:cubicBezTo>
                    <a:cubicBezTo>
                      <a:pt x="6068" y="1455"/>
                      <a:pt x="6106" y="785"/>
                      <a:pt x="6125" y="192"/>
                    </a:cubicBezTo>
                    <a:cubicBezTo>
                      <a:pt x="6125" y="154"/>
                      <a:pt x="6125" y="115"/>
                      <a:pt x="6106" y="96"/>
                    </a:cubicBezTo>
                    <a:cubicBezTo>
                      <a:pt x="6068" y="77"/>
                      <a:pt x="6029" y="58"/>
                      <a:pt x="6010" y="58"/>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8"/>
              <p:cNvSpPr/>
              <p:nvPr/>
            </p:nvSpPr>
            <p:spPr>
              <a:xfrm>
                <a:off x="6558985" y="4308954"/>
                <a:ext cx="336027" cy="91345"/>
              </a:xfrm>
              <a:custGeom>
                <a:rect b="b" l="l" r="r" t="t"/>
                <a:pathLst>
                  <a:path extrusionOk="0" h="1556" w="5724">
                    <a:moveTo>
                      <a:pt x="3568" y="1"/>
                    </a:moveTo>
                    <a:cubicBezTo>
                      <a:pt x="3248" y="1"/>
                      <a:pt x="2999" y="525"/>
                      <a:pt x="2871" y="962"/>
                    </a:cubicBezTo>
                    <a:cubicBezTo>
                      <a:pt x="2775" y="579"/>
                      <a:pt x="2603" y="139"/>
                      <a:pt x="2374" y="62"/>
                    </a:cubicBezTo>
                    <a:cubicBezTo>
                      <a:pt x="2360" y="59"/>
                      <a:pt x="2347" y="58"/>
                      <a:pt x="2333" y="58"/>
                    </a:cubicBezTo>
                    <a:cubicBezTo>
                      <a:pt x="2070" y="58"/>
                      <a:pt x="1730" y="565"/>
                      <a:pt x="1493" y="1019"/>
                    </a:cubicBezTo>
                    <a:cubicBezTo>
                      <a:pt x="1378" y="675"/>
                      <a:pt x="1187" y="196"/>
                      <a:pt x="900" y="62"/>
                    </a:cubicBezTo>
                    <a:cubicBezTo>
                      <a:pt x="879" y="55"/>
                      <a:pt x="850" y="51"/>
                      <a:pt x="819" y="51"/>
                    </a:cubicBezTo>
                    <a:cubicBezTo>
                      <a:pt x="766" y="51"/>
                      <a:pt x="706" y="64"/>
                      <a:pt x="670" y="100"/>
                    </a:cubicBezTo>
                    <a:cubicBezTo>
                      <a:pt x="306" y="254"/>
                      <a:pt x="38" y="1191"/>
                      <a:pt x="0" y="1383"/>
                    </a:cubicBezTo>
                    <a:cubicBezTo>
                      <a:pt x="0" y="1459"/>
                      <a:pt x="19" y="1498"/>
                      <a:pt x="96" y="1536"/>
                    </a:cubicBezTo>
                    <a:cubicBezTo>
                      <a:pt x="172" y="1536"/>
                      <a:pt x="211" y="1498"/>
                      <a:pt x="230" y="1440"/>
                    </a:cubicBezTo>
                    <a:cubicBezTo>
                      <a:pt x="325" y="1038"/>
                      <a:pt x="574" y="388"/>
                      <a:pt x="766" y="292"/>
                    </a:cubicBezTo>
                    <a:lnTo>
                      <a:pt x="804" y="292"/>
                    </a:lnTo>
                    <a:cubicBezTo>
                      <a:pt x="1034" y="368"/>
                      <a:pt x="1244" y="981"/>
                      <a:pt x="1340" y="1383"/>
                    </a:cubicBezTo>
                    <a:cubicBezTo>
                      <a:pt x="1340" y="1440"/>
                      <a:pt x="1378" y="1479"/>
                      <a:pt x="1436" y="1479"/>
                    </a:cubicBezTo>
                    <a:cubicBezTo>
                      <a:pt x="1474" y="1479"/>
                      <a:pt x="1531" y="1459"/>
                      <a:pt x="1550" y="1421"/>
                    </a:cubicBezTo>
                    <a:cubicBezTo>
                      <a:pt x="1818" y="847"/>
                      <a:pt x="2182" y="292"/>
                      <a:pt x="2297" y="292"/>
                    </a:cubicBezTo>
                    <a:cubicBezTo>
                      <a:pt x="2412" y="311"/>
                      <a:pt x="2603" y="866"/>
                      <a:pt x="2718" y="1459"/>
                    </a:cubicBezTo>
                    <a:cubicBezTo>
                      <a:pt x="2756" y="1498"/>
                      <a:pt x="2795" y="1555"/>
                      <a:pt x="2852" y="1555"/>
                    </a:cubicBezTo>
                    <a:cubicBezTo>
                      <a:pt x="2890" y="1555"/>
                      <a:pt x="2948" y="1517"/>
                      <a:pt x="2986" y="1459"/>
                    </a:cubicBezTo>
                    <a:cubicBezTo>
                      <a:pt x="3137" y="874"/>
                      <a:pt x="3381" y="215"/>
                      <a:pt x="3571" y="215"/>
                    </a:cubicBezTo>
                    <a:cubicBezTo>
                      <a:pt x="3574" y="215"/>
                      <a:pt x="3577" y="215"/>
                      <a:pt x="3579" y="215"/>
                    </a:cubicBezTo>
                    <a:cubicBezTo>
                      <a:pt x="3828" y="273"/>
                      <a:pt x="4020" y="904"/>
                      <a:pt x="4096" y="1345"/>
                    </a:cubicBezTo>
                    <a:cubicBezTo>
                      <a:pt x="4115" y="1383"/>
                      <a:pt x="4154" y="1440"/>
                      <a:pt x="4211" y="1440"/>
                    </a:cubicBezTo>
                    <a:cubicBezTo>
                      <a:pt x="4249" y="1440"/>
                      <a:pt x="4307" y="1383"/>
                      <a:pt x="4326" y="1345"/>
                    </a:cubicBezTo>
                    <a:cubicBezTo>
                      <a:pt x="4422" y="962"/>
                      <a:pt x="4613" y="330"/>
                      <a:pt x="4804" y="234"/>
                    </a:cubicBezTo>
                    <a:cubicBezTo>
                      <a:pt x="4996" y="311"/>
                      <a:pt x="5302" y="981"/>
                      <a:pt x="5474" y="1440"/>
                    </a:cubicBezTo>
                    <a:cubicBezTo>
                      <a:pt x="5489" y="1499"/>
                      <a:pt x="5526" y="1524"/>
                      <a:pt x="5577" y="1524"/>
                    </a:cubicBezTo>
                    <a:cubicBezTo>
                      <a:pt x="5592" y="1524"/>
                      <a:pt x="5609" y="1521"/>
                      <a:pt x="5627" y="1517"/>
                    </a:cubicBezTo>
                    <a:cubicBezTo>
                      <a:pt x="5685" y="1479"/>
                      <a:pt x="5723" y="1440"/>
                      <a:pt x="5685" y="1364"/>
                    </a:cubicBezTo>
                    <a:cubicBezTo>
                      <a:pt x="5627" y="1172"/>
                      <a:pt x="5264" y="177"/>
                      <a:pt x="4881" y="24"/>
                    </a:cubicBezTo>
                    <a:cubicBezTo>
                      <a:pt x="4849" y="16"/>
                      <a:pt x="4818" y="11"/>
                      <a:pt x="4787" y="11"/>
                    </a:cubicBezTo>
                    <a:cubicBezTo>
                      <a:pt x="4744" y="11"/>
                      <a:pt x="4704" y="21"/>
                      <a:pt x="4670" y="43"/>
                    </a:cubicBezTo>
                    <a:cubicBezTo>
                      <a:pt x="4479" y="139"/>
                      <a:pt x="4307" y="522"/>
                      <a:pt x="4211" y="847"/>
                    </a:cubicBezTo>
                    <a:cubicBezTo>
                      <a:pt x="4096" y="483"/>
                      <a:pt x="3924" y="43"/>
                      <a:pt x="3618" y="5"/>
                    </a:cubicBezTo>
                    <a:cubicBezTo>
                      <a:pt x="3601" y="2"/>
                      <a:pt x="3585" y="1"/>
                      <a:pt x="35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8"/>
              <p:cNvSpPr/>
              <p:nvPr/>
            </p:nvSpPr>
            <p:spPr>
              <a:xfrm>
                <a:off x="6043197" y="3192314"/>
                <a:ext cx="359627" cy="103380"/>
              </a:xfrm>
              <a:custGeom>
                <a:rect b="b" l="l" r="r" t="t"/>
                <a:pathLst>
                  <a:path extrusionOk="0" h="1761" w="6126">
                    <a:moveTo>
                      <a:pt x="249" y="287"/>
                    </a:moveTo>
                    <a:lnTo>
                      <a:pt x="5896" y="325"/>
                    </a:lnTo>
                    <a:cubicBezTo>
                      <a:pt x="5896" y="689"/>
                      <a:pt x="5858" y="1244"/>
                      <a:pt x="5858" y="1512"/>
                    </a:cubicBezTo>
                    <a:cubicBezTo>
                      <a:pt x="5666" y="1531"/>
                      <a:pt x="5073" y="1550"/>
                      <a:pt x="3140" y="1550"/>
                    </a:cubicBezTo>
                    <a:cubicBezTo>
                      <a:pt x="1934" y="1550"/>
                      <a:pt x="728" y="1531"/>
                      <a:pt x="364" y="1531"/>
                    </a:cubicBezTo>
                    <a:lnTo>
                      <a:pt x="249" y="287"/>
                    </a:lnTo>
                    <a:close/>
                    <a:moveTo>
                      <a:pt x="115" y="0"/>
                    </a:moveTo>
                    <a:cubicBezTo>
                      <a:pt x="77" y="0"/>
                      <a:pt x="58" y="19"/>
                      <a:pt x="20" y="38"/>
                    </a:cubicBezTo>
                    <a:cubicBezTo>
                      <a:pt x="1" y="77"/>
                      <a:pt x="1" y="115"/>
                      <a:pt x="1" y="134"/>
                    </a:cubicBezTo>
                    <a:lnTo>
                      <a:pt x="115" y="1627"/>
                    </a:lnTo>
                    <a:cubicBezTo>
                      <a:pt x="115" y="1704"/>
                      <a:pt x="173" y="1742"/>
                      <a:pt x="249" y="1742"/>
                    </a:cubicBezTo>
                    <a:cubicBezTo>
                      <a:pt x="249" y="1742"/>
                      <a:pt x="1704" y="1761"/>
                      <a:pt x="3140" y="1761"/>
                    </a:cubicBezTo>
                    <a:cubicBezTo>
                      <a:pt x="6011" y="1761"/>
                      <a:pt x="6030" y="1723"/>
                      <a:pt x="6087" y="1627"/>
                    </a:cubicBezTo>
                    <a:cubicBezTo>
                      <a:pt x="6106" y="1608"/>
                      <a:pt x="6106" y="1550"/>
                      <a:pt x="6106" y="1531"/>
                    </a:cubicBezTo>
                    <a:cubicBezTo>
                      <a:pt x="6087" y="1455"/>
                      <a:pt x="6106" y="785"/>
                      <a:pt x="6126" y="191"/>
                    </a:cubicBezTo>
                    <a:cubicBezTo>
                      <a:pt x="6126" y="153"/>
                      <a:pt x="6126" y="115"/>
                      <a:pt x="6106" y="96"/>
                    </a:cubicBezTo>
                    <a:cubicBezTo>
                      <a:pt x="6087" y="77"/>
                      <a:pt x="6030" y="38"/>
                      <a:pt x="6011" y="3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8"/>
              <p:cNvSpPr/>
              <p:nvPr/>
            </p:nvSpPr>
            <p:spPr>
              <a:xfrm>
                <a:off x="6060046" y="3202177"/>
                <a:ext cx="336027" cy="91286"/>
              </a:xfrm>
              <a:custGeom>
                <a:rect b="b" l="l" r="r" t="t"/>
                <a:pathLst>
                  <a:path extrusionOk="0" h="1555" w="5724">
                    <a:moveTo>
                      <a:pt x="3569" y="0"/>
                    </a:moveTo>
                    <a:cubicBezTo>
                      <a:pt x="3250" y="0"/>
                      <a:pt x="3018" y="524"/>
                      <a:pt x="2872" y="961"/>
                    </a:cubicBezTo>
                    <a:cubicBezTo>
                      <a:pt x="2776" y="578"/>
                      <a:pt x="2604" y="138"/>
                      <a:pt x="2374" y="81"/>
                    </a:cubicBezTo>
                    <a:cubicBezTo>
                      <a:pt x="2357" y="76"/>
                      <a:pt x="2340" y="74"/>
                      <a:pt x="2323" y="74"/>
                    </a:cubicBezTo>
                    <a:cubicBezTo>
                      <a:pt x="2061" y="74"/>
                      <a:pt x="1728" y="589"/>
                      <a:pt x="1513" y="1038"/>
                    </a:cubicBezTo>
                    <a:cubicBezTo>
                      <a:pt x="1379" y="674"/>
                      <a:pt x="1207" y="196"/>
                      <a:pt x="900" y="81"/>
                    </a:cubicBezTo>
                    <a:cubicBezTo>
                      <a:pt x="874" y="64"/>
                      <a:pt x="841" y="54"/>
                      <a:pt x="805" y="54"/>
                    </a:cubicBezTo>
                    <a:cubicBezTo>
                      <a:pt x="761" y="54"/>
                      <a:pt x="713" y="68"/>
                      <a:pt x="671" y="100"/>
                    </a:cubicBezTo>
                    <a:cubicBezTo>
                      <a:pt x="307" y="253"/>
                      <a:pt x="58" y="1191"/>
                      <a:pt x="1" y="1382"/>
                    </a:cubicBezTo>
                    <a:cubicBezTo>
                      <a:pt x="1" y="1459"/>
                      <a:pt x="20" y="1516"/>
                      <a:pt x="96" y="1536"/>
                    </a:cubicBezTo>
                    <a:cubicBezTo>
                      <a:pt x="173" y="1536"/>
                      <a:pt x="211" y="1516"/>
                      <a:pt x="250" y="1440"/>
                    </a:cubicBezTo>
                    <a:cubicBezTo>
                      <a:pt x="345" y="1038"/>
                      <a:pt x="575" y="387"/>
                      <a:pt x="766" y="291"/>
                    </a:cubicBezTo>
                    <a:lnTo>
                      <a:pt x="824" y="291"/>
                    </a:lnTo>
                    <a:cubicBezTo>
                      <a:pt x="1034" y="368"/>
                      <a:pt x="1245" y="980"/>
                      <a:pt x="1341" y="1382"/>
                    </a:cubicBezTo>
                    <a:cubicBezTo>
                      <a:pt x="1341" y="1440"/>
                      <a:pt x="1398" y="1478"/>
                      <a:pt x="1436" y="1478"/>
                    </a:cubicBezTo>
                    <a:cubicBezTo>
                      <a:pt x="1494" y="1478"/>
                      <a:pt x="1532" y="1459"/>
                      <a:pt x="1551" y="1421"/>
                    </a:cubicBezTo>
                    <a:cubicBezTo>
                      <a:pt x="1819" y="846"/>
                      <a:pt x="2183" y="291"/>
                      <a:pt x="2298" y="291"/>
                    </a:cubicBezTo>
                    <a:cubicBezTo>
                      <a:pt x="2412" y="311"/>
                      <a:pt x="2604" y="866"/>
                      <a:pt x="2738" y="1459"/>
                    </a:cubicBezTo>
                    <a:cubicBezTo>
                      <a:pt x="2757" y="1516"/>
                      <a:pt x="2795" y="1555"/>
                      <a:pt x="2853" y="1555"/>
                    </a:cubicBezTo>
                    <a:cubicBezTo>
                      <a:pt x="2891" y="1555"/>
                      <a:pt x="2948" y="1516"/>
                      <a:pt x="2987" y="1459"/>
                    </a:cubicBezTo>
                    <a:cubicBezTo>
                      <a:pt x="3138" y="874"/>
                      <a:pt x="3400" y="214"/>
                      <a:pt x="3591" y="214"/>
                    </a:cubicBezTo>
                    <a:cubicBezTo>
                      <a:pt x="3594" y="214"/>
                      <a:pt x="3596" y="215"/>
                      <a:pt x="3599" y="215"/>
                    </a:cubicBezTo>
                    <a:cubicBezTo>
                      <a:pt x="3829" y="272"/>
                      <a:pt x="4020" y="904"/>
                      <a:pt x="4097" y="1344"/>
                    </a:cubicBezTo>
                    <a:cubicBezTo>
                      <a:pt x="4116" y="1382"/>
                      <a:pt x="4173" y="1440"/>
                      <a:pt x="4212" y="1440"/>
                    </a:cubicBezTo>
                    <a:cubicBezTo>
                      <a:pt x="4269" y="1440"/>
                      <a:pt x="4307" y="1382"/>
                      <a:pt x="4326" y="1344"/>
                    </a:cubicBezTo>
                    <a:cubicBezTo>
                      <a:pt x="4422" y="961"/>
                      <a:pt x="4614" y="330"/>
                      <a:pt x="4805" y="234"/>
                    </a:cubicBezTo>
                    <a:cubicBezTo>
                      <a:pt x="4996" y="311"/>
                      <a:pt x="5303" y="980"/>
                      <a:pt x="5475" y="1440"/>
                    </a:cubicBezTo>
                    <a:cubicBezTo>
                      <a:pt x="5504" y="1498"/>
                      <a:pt x="5533" y="1523"/>
                      <a:pt x="5580" y="1523"/>
                    </a:cubicBezTo>
                    <a:cubicBezTo>
                      <a:pt x="5594" y="1523"/>
                      <a:pt x="5610" y="1521"/>
                      <a:pt x="5628" y="1516"/>
                    </a:cubicBezTo>
                    <a:cubicBezTo>
                      <a:pt x="5685" y="1478"/>
                      <a:pt x="5724" y="1440"/>
                      <a:pt x="5685" y="1363"/>
                    </a:cubicBezTo>
                    <a:cubicBezTo>
                      <a:pt x="5628" y="1172"/>
                      <a:pt x="5264" y="177"/>
                      <a:pt x="4882" y="23"/>
                    </a:cubicBezTo>
                    <a:cubicBezTo>
                      <a:pt x="4850" y="15"/>
                      <a:pt x="4818" y="11"/>
                      <a:pt x="4788" y="11"/>
                    </a:cubicBezTo>
                    <a:cubicBezTo>
                      <a:pt x="4745" y="11"/>
                      <a:pt x="4705" y="20"/>
                      <a:pt x="4671" y="43"/>
                    </a:cubicBezTo>
                    <a:cubicBezTo>
                      <a:pt x="4480" y="138"/>
                      <a:pt x="4307" y="521"/>
                      <a:pt x="4212" y="846"/>
                    </a:cubicBezTo>
                    <a:cubicBezTo>
                      <a:pt x="4097" y="483"/>
                      <a:pt x="3925" y="43"/>
                      <a:pt x="3618" y="4"/>
                    </a:cubicBezTo>
                    <a:cubicBezTo>
                      <a:pt x="3602" y="2"/>
                      <a:pt x="3585" y="0"/>
                      <a:pt x="3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3" name="Google Shape;863;p28"/>
            <p:cNvSpPr/>
            <p:nvPr/>
          </p:nvSpPr>
          <p:spPr>
            <a:xfrm>
              <a:off x="5978034" y="4477204"/>
              <a:ext cx="474219" cy="95220"/>
            </a:xfrm>
            <a:custGeom>
              <a:rect b="b" l="l" r="r" t="t"/>
              <a:pathLst>
                <a:path extrusionOk="0" h="1622" w="8078">
                  <a:moveTo>
                    <a:pt x="3080" y="1"/>
                  </a:moveTo>
                  <a:cubicBezTo>
                    <a:pt x="1638" y="1"/>
                    <a:pt x="441" y="10"/>
                    <a:pt x="441" y="10"/>
                  </a:cubicBezTo>
                  <a:cubicBezTo>
                    <a:pt x="441" y="10"/>
                    <a:pt x="0" y="1331"/>
                    <a:pt x="211" y="1484"/>
                  </a:cubicBezTo>
                  <a:cubicBezTo>
                    <a:pt x="343" y="1603"/>
                    <a:pt x="4026" y="1621"/>
                    <a:pt x="6280" y="1621"/>
                  </a:cubicBezTo>
                  <a:cubicBezTo>
                    <a:pt x="7282" y="1621"/>
                    <a:pt x="8001" y="1618"/>
                    <a:pt x="8001" y="1618"/>
                  </a:cubicBezTo>
                  <a:cubicBezTo>
                    <a:pt x="8001" y="1618"/>
                    <a:pt x="8078" y="297"/>
                    <a:pt x="8001" y="125"/>
                  </a:cubicBezTo>
                  <a:cubicBezTo>
                    <a:pt x="7955" y="21"/>
                    <a:pt x="5243" y="1"/>
                    <a:pt x="30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8"/>
            <p:cNvSpPr/>
            <p:nvPr/>
          </p:nvSpPr>
          <p:spPr>
            <a:xfrm>
              <a:off x="6999453" y="4236922"/>
              <a:ext cx="1003445" cy="288065"/>
            </a:xfrm>
            <a:custGeom>
              <a:rect b="b" l="l" r="r" t="t"/>
              <a:pathLst>
                <a:path extrusionOk="0" h="4907" w="17093">
                  <a:moveTo>
                    <a:pt x="10389" y="0"/>
                  </a:moveTo>
                  <a:cubicBezTo>
                    <a:pt x="6287" y="0"/>
                    <a:pt x="1574" y="171"/>
                    <a:pt x="1015" y="504"/>
                  </a:cubicBezTo>
                  <a:cubicBezTo>
                    <a:pt x="0" y="1117"/>
                    <a:pt x="1015" y="4696"/>
                    <a:pt x="1015" y="4696"/>
                  </a:cubicBezTo>
                  <a:lnTo>
                    <a:pt x="16653" y="4907"/>
                  </a:lnTo>
                  <a:cubicBezTo>
                    <a:pt x="16653" y="4907"/>
                    <a:pt x="17093" y="792"/>
                    <a:pt x="16614" y="313"/>
                  </a:cubicBezTo>
                  <a:cubicBezTo>
                    <a:pt x="16405" y="104"/>
                    <a:pt x="13582" y="0"/>
                    <a:pt x="1038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8"/>
            <p:cNvSpPr/>
            <p:nvPr/>
          </p:nvSpPr>
          <p:spPr>
            <a:xfrm>
              <a:off x="6288176" y="4019535"/>
              <a:ext cx="376416" cy="336908"/>
            </a:xfrm>
            <a:custGeom>
              <a:rect b="b" l="l" r="r" t="t"/>
              <a:pathLst>
                <a:path extrusionOk="0" h="5739" w="6412">
                  <a:moveTo>
                    <a:pt x="3523" y="1"/>
                  </a:moveTo>
                  <a:cubicBezTo>
                    <a:pt x="3375" y="1"/>
                    <a:pt x="3232" y="76"/>
                    <a:pt x="3101" y="245"/>
                  </a:cubicBezTo>
                  <a:cubicBezTo>
                    <a:pt x="3101" y="245"/>
                    <a:pt x="0" y="5069"/>
                    <a:pt x="2986" y="5681"/>
                  </a:cubicBezTo>
                  <a:cubicBezTo>
                    <a:pt x="3179" y="5720"/>
                    <a:pt x="3357" y="5738"/>
                    <a:pt x="3521" y="5738"/>
                  </a:cubicBezTo>
                  <a:cubicBezTo>
                    <a:pt x="6411" y="5738"/>
                    <a:pt x="4805" y="1"/>
                    <a:pt x="352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8"/>
            <p:cNvSpPr/>
            <p:nvPr/>
          </p:nvSpPr>
          <p:spPr>
            <a:xfrm>
              <a:off x="6424138" y="4355272"/>
              <a:ext cx="150637" cy="223666"/>
            </a:xfrm>
            <a:custGeom>
              <a:rect b="b" l="l" r="r" t="t"/>
              <a:pathLst>
                <a:path extrusionOk="0" h="3810" w="2566">
                  <a:moveTo>
                    <a:pt x="0" y="1"/>
                  </a:moveTo>
                  <a:lnTo>
                    <a:pt x="287" y="3790"/>
                  </a:lnTo>
                  <a:lnTo>
                    <a:pt x="2125" y="3810"/>
                  </a:lnTo>
                  <a:lnTo>
                    <a:pt x="2565" y="96"/>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7" name="Google Shape;867;p28"/>
            <p:cNvGrpSpPr/>
            <p:nvPr/>
          </p:nvGrpSpPr>
          <p:grpSpPr>
            <a:xfrm>
              <a:off x="6429715" y="4120450"/>
              <a:ext cx="113594" cy="379821"/>
              <a:chOff x="6429715" y="4120450"/>
              <a:chExt cx="113594" cy="379821"/>
            </a:xfrm>
          </p:grpSpPr>
          <p:sp>
            <p:nvSpPr>
              <p:cNvPr id="868" name="Google Shape;868;p28"/>
              <p:cNvSpPr/>
              <p:nvPr/>
            </p:nvSpPr>
            <p:spPr>
              <a:xfrm>
                <a:off x="6481434" y="4120450"/>
                <a:ext cx="14676" cy="379821"/>
              </a:xfrm>
              <a:custGeom>
                <a:rect b="b" l="l" r="r" t="t"/>
                <a:pathLst>
                  <a:path extrusionOk="0" h="6470" w="250">
                    <a:moveTo>
                      <a:pt x="115" y="0"/>
                    </a:moveTo>
                    <a:cubicBezTo>
                      <a:pt x="58" y="0"/>
                      <a:pt x="0" y="58"/>
                      <a:pt x="0" y="134"/>
                    </a:cubicBezTo>
                    <a:lnTo>
                      <a:pt x="0" y="6355"/>
                    </a:lnTo>
                    <a:cubicBezTo>
                      <a:pt x="0" y="6412"/>
                      <a:pt x="58" y="6470"/>
                      <a:pt x="115" y="6470"/>
                    </a:cubicBezTo>
                    <a:cubicBezTo>
                      <a:pt x="173" y="6470"/>
                      <a:pt x="249" y="6412"/>
                      <a:pt x="249" y="6355"/>
                    </a:cubicBezTo>
                    <a:lnTo>
                      <a:pt x="249" y="134"/>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8"/>
              <p:cNvSpPr/>
              <p:nvPr/>
            </p:nvSpPr>
            <p:spPr>
              <a:xfrm>
                <a:off x="6434235" y="4145811"/>
                <a:ext cx="109074" cy="102792"/>
              </a:xfrm>
              <a:custGeom>
                <a:rect b="b" l="l" r="r" t="t"/>
                <a:pathLst>
                  <a:path extrusionOk="0" h="1751" w="1858">
                    <a:moveTo>
                      <a:pt x="115" y="1"/>
                    </a:moveTo>
                    <a:cubicBezTo>
                      <a:pt x="98" y="1"/>
                      <a:pt x="78" y="3"/>
                      <a:pt x="58" y="8"/>
                    </a:cubicBezTo>
                    <a:cubicBezTo>
                      <a:pt x="20" y="47"/>
                      <a:pt x="1" y="123"/>
                      <a:pt x="20" y="181"/>
                    </a:cubicBezTo>
                    <a:lnTo>
                      <a:pt x="728" y="1674"/>
                    </a:lnTo>
                    <a:cubicBezTo>
                      <a:pt x="766" y="1731"/>
                      <a:pt x="804" y="1750"/>
                      <a:pt x="862" y="1750"/>
                    </a:cubicBezTo>
                    <a:cubicBezTo>
                      <a:pt x="900" y="1750"/>
                      <a:pt x="919" y="1750"/>
                      <a:pt x="919" y="1674"/>
                    </a:cubicBezTo>
                    <a:lnTo>
                      <a:pt x="1819" y="429"/>
                    </a:lnTo>
                    <a:cubicBezTo>
                      <a:pt x="1857" y="391"/>
                      <a:pt x="1838" y="315"/>
                      <a:pt x="1781" y="276"/>
                    </a:cubicBezTo>
                    <a:cubicBezTo>
                      <a:pt x="1765" y="252"/>
                      <a:pt x="1742" y="242"/>
                      <a:pt x="1718" y="242"/>
                    </a:cubicBezTo>
                    <a:cubicBezTo>
                      <a:pt x="1685" y="242"/>
                      <a:pt x="1650" y="262"/>
                      <a:pt x="1627" y="295"/>
                    </a:cubicBezTo>
                    <a:lnTo>
                      <a:pt x="862" y="1367"/>
                    </a:lnTo>
                    <a:lnTo>
                      <a:pt x="230" y="47"/>
                    </a:lnTo>
                    <a:cubicBezTo>
                      <a:pt x="202" y="19"/>
                      <a:pt x="164"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8"/>
              <p:cNvSpPr/>
              <p:nvPr/>
            </p:nvSpPr>
            <p:spPr>
              <a:xfrm>
                <a:off x="6429715" y="4221130"/>
                <a:ext cx="109074" cy="103849"/>
              </a:xfrm>
              <a:custGeom>
                <a:rect b="b" l="l" r="r" t="t"/>
                <a:pathLst>
                  <a:path extrusionOk="0" h="1769" w="1858">
                    <a:moveTo>
                      <a:pt x="120" y="1"/>
                    </a:moveTo>
                    <a:cubicBezTo>
                      <a:pt x="106" y="1"/>
                      <a:pt x="92" y="3"/>
                      <a:pt x="78" y="8"/>
                    </a:cubicBezTo>
                    <a:cubicBezTo>
                      <a:pt x="20" y="65"/>
                      <a:pt x="1" y="142"/>
                      <a:pt x="20" y="180"/>
                    </a:cubicBezTo>
                    <a:lnTo>
                      <a:pt x="747" y="1692"/>
                    </a:lnTo>
                    <a:cubicBezTo>
                      <a:pt x="767" y="1730"/>
                      <a:pt x="805" y="1769"/>
                      <a:pt x="862" y="1769"/>
                    </a:cubicBezTo>
                    <a:cubicBezTo>
                      <a:pt x="901" y="1769"/>
                      <a:pt x="958" y="1730"/>
                      <a:pt x="939" y="1692"/>
                    </a:cubicBezTo>
                    <a:lnTo>
                      <a:pt x="1819" y="448"/>
                    </a:lnTo>
                    <a:cubicBezTo>
                      <a:pt x="1858" y="391"/>
                      <a:pt x="1838" y="333"/>
                      <a:pt x="1800" y="276"/>
                    </a:cubicBezTo>
                    <a:cubicBezTo>
                      <a:pt x="1778" y="261"/>
                      <a:pt x="1753" y="255"/>
                      <a:pt x="1729" y="255"/>
                    </a:cubicBezTo>
                    <a:cubicBezTo>
                      <a:pt x="1690" y="255"/>
                      <a:pt x="1652" y="271"/>
                      <a:pt x="1628" y="295"/>
                    </a:cubicBezTo>
                    <a:lnTo>
                      <a:pt x="862" y="1386"/>
                    </a:lnTo>
                    <a:lnTo>
                      <a:pt x="231" y="65"/>
                    </a:lnTo>
                    <a:cubicBezTo>
                      <a:pt x="202" y="22"/>
                      <a:pt x="162"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1" name="Google Shape;871;p28"/>
            <p:cNvSpPr/>
            <p:nvPr/>
          </p:nvSpPr>
          <p:spPr>
            <a:xfrm>
              <a:off x="5761175" y="4011962"/>
              <a:ext cx="376358" cy="336791"/>
            </a:xfrm>
            <a:custGeom>
              <a:rect b="b" l="l" r="r" t="t"/>
              <a:pathLst>
                <a:path extrusionOk="0" h="5737" w="6411">
                  <a:moveTo>
                    <a:pt x="3518" y="1"/>
                  </a:moveTo>
                  <a:cubicBezTo>
                    <a:pt x="3373" y="1"/>
                    <a:pt x="3231" y="75"/>
                    <a:pt x="3101" y="240"/>
                  </a:cubicBezTo>
                  <a:cubicBezTo>
                    <a:pt x="3101" y="240"/>
                    <a:pt x="0" y="5083"/>
                    <a:pt x="2986" y="5676"/>
                  </a:cubicBezTo>
                  <a:cubicBezTo>
                    <a:pt x="3184" y="5717"/>
                    <a:pt x="3366" y="5736"/>
                    <a:pt x="3532" y="5736"/>
                  </a:cubicBezTo>
                  <a:cubicBezTo>
                    <a:pt x="6410" y="5736"/>
                    <a:pt x="4799" y="1"/>
                    <a:pt x="35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8"/>
            <p:cNvSpPr/>
            <p:nvPr/>
          </p:nvSpPr>
          <p:spPr>
            <a:xfrm>
              <a:off x="5897137" y="4348521"/>
              <a:ext cx="150637" cy="223666"/>
            </a:xfrm>
            <a:custGeom>
              <a:rect b="b" l="l" r="r" t="t"/>
              <a:pathLst>
                <a:path extrusionOk="0" h="3810" w="2566">
                  <a:moveTo>
                    <a:pt x="0" y="1"/>
                  </a:moveTo>
                  <a:lnTo>
                    <a:pt x="287" y="3771"/>
                  </a:lnTo>
                  <a:lnTo>
                    <a:pt x="2125" y="3810"/>
                  </a:lnTo>
                  <a:lnTo>
                    <a:pt x="2565" y="96"/>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3" name="Google Shape;873;p28"/>
            <p:cNvGrpSpPr/>
            <p:nvPr/>
          </p:nvGrpSpPr>
          <p:grpSpPr>
            <a:xfrm>
              <a:off x="5902714" y="4113699"/>
              <a:ext cx="113594" cy="379821"/>
              <a:chOff x="5902714" y="4113699"/>
              <a:chExt cx="113594" cy="379821"/>
            </a:xfrm>
          </p:grpSpPr>
          <p:sp>
            <p:nvSpPr>
              <p:cNvPr id="874" name="Google Shape;874;p28"/>
              <p:cNvSpPr/>
              <p:nvPr/>
            </p:nvSpPr>
            <p:spPr>
              <a:xfrm>
                <a:off x="5954434" y="4113699"/>
                <a:ext cx="14676" cy="379821"/>
              </a:xfrm>
              <a:custGeom>
                <a:rect b="b" l="l" r="r" t="t"/>
                <a:pathLst>
                  <a:path extrusionOk="0" h="6470" w="250">
                    <a:moveTo>
                      <a:pt x="134" y="0"/>
                    </a:moveTo>
                    <a:cubicBezTo>
                      <a:pt x="58" y="0"/>
                      <a:pt x="0" y="58"/>
                      <a:pt x="0" y="115"/>
                    </a:cubicBezTo>
                    <a:lnTo>
                      <a:pt x="0" y="6336"/>
                    </a:lnTo>
                    <a:cubicBezTo>
                      <a:pt x="0" y="6412"/>
                      <a:pt x="58" y="6470"/>
                      <a:pt x="134" y="6470"/>
                    </a:cubicBezTo>
                    <a:cubicBezTo>
                      <a:pt x="173" y="6470"/>
                      <a:pt x="249" y="6412"/>
                      <a:pt x="249" y="6336"/>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8"/>
              <p:cNvSpPr/>
              <p:nvPr/>
            </p:nvSpPr>
            <p:spPr>
              <a:xfrm>
                <a:off x="5907235" y="4138590"/>
                <a:ext cx="109074" cy="103262"/>
              </a:xfrm>
              <a:custGeom>
                <a:rect b="b" l="l" r="r" t="t"/>
                <a:pathLst>
                  <a:path extrusionOk="0" h="1759" w="1858">
                    <a:moveTo>
                      <a:pt x="119" y="1"/>
                    </a:moveTo>
                    <a:cubicBezTo>
                      <a:pt x="103" y="1"/>
                      <a:pt x="88" y="5"/>
                      <a:pt x="77" y="17"/>
                    </a:cubicBezTo>
                    <a:cubicBezTo>
                      <a:pt x="20" y="55"/>
                      <a:pt x="1" y="131"/>
                      <a:pt x="20" y="170"/>
                    </a:cubicBezTo>
                    <a:lnTo>
                      <a:pt x="747" y="1682"/>
                    </a:lnTo>
                    <a:cubicBezTo>
                      <a:pt x="766" y="1739"/>
                      <a:pt x="804" y="1758"/>
                      <a:pt x="862" y="1758"/>
                    </a:cubicBezTo>
                    <a:cubicBezTo>
                      <a:pt x="900" y="1758"/>
                      <a:pt x="938" y="1758"/>
                      <a:pt x="938" y="1682"/>
                    </a:cubicBezTo>
                    <a:lnTo>
                      <a:pt x="1819" y="438"/>
                    </a:lnTo>
                    <a:cubicBezTo>
                      <a:pt x="1857" y="399"/>
                      <a:pt x="1838" y="323"/>
                      <a:pt x="1800" y="265"/>
                    </a:cubicBezTo>
                    <a:cubicBezTo>
                      <a:pt x="1779" y="252"/>
                      <a:pt x="1757" y="245"/>
                      <a:pt x="1734" y="245"/>
                    </a:cubicBezTo>
                    <a:cubicBezTo>
                      <a:pt x="1693" y="245"/>
                      <a:pt x="1652" y="267"/>
                      <a:pt x="1628" y="304"/>
                    </a:cubicBezTo>
                    <a:lnTo>
                      <a:pt x="862" y="1376"/>
                    </a:lnTo>
                    <a:lnTo>
                      <a:pt x="230" y="55"/>
                    </a:lnTo>
                    <a:cubicBezTo>
                      <a:pt x="203" y="28"/>
                      <a:pt x="157"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8"/>
              <p:cNvSpPr/>
              <p:nvPr/>
            </p:nvSpPr>
            <p:spPr>
              <a:xfrm>
                <a:off x="5902714" y="4214379"/>
                <a:ext cx="110189" cy="102734"/>
              </a:xfrm>
              <a:custGeom>
                <a:rect b="b" l="l" r="r" t="t"/>
                <a:pathLst>
                  <a:path extrusionOk="0" h="1750" w="1877">
                    <a:moveTo>
                      <a:pt x="113" y="1"/>
                    </a:moveTo>
                    <a:cubicBezTo>
                      <a:pt x="99" y="1"/>
                      <a:pt x="87" y="3"/>
                      <a:pt x="78" y="8"/>
                    </a:cubicBezTo>
                    <a:cubicBezTo>
                      <a:pt x="20" y="65"/>
                      <a:pt x="1" y="123"/>
                      <a:pt x="20" y="180"/>
                    </a:cubicBezTo>
                    <a:lnTo>
                      <a:pt x="747" y="1692"/>
                    </a:lnTo>
                    <a:cubicBezTo>
                      <a:pt x="767" y="1731"/>
                      <a:pt x="824" y="1750"/>
                      <a:pt x="862" y="1750"/>
                    </a:cubicBezTo>
                    <a:cubicBezTo>
                      <a:pt x="920" y="1750"/>
                      <a:pt x="958" y="1731"/>
                      <a:pt x="939" y="1692"/>
                    </a:cubicBezTo>
                    <a:lnTo>
                      <a:pt x="1819" y="448"/>
                    </a:lnTo>
                    <a:cubicBezTo>
                      <a:pt x="1877" y="391"/>
                      <a:pt x="1838" y="314"/>
                      <a:pt x="1800" y="276"/>
                    </a:cubicBezTo>
                    <a:cubicBezTo>
                      <a:pt x="1779" y="255"/>
                      <a:pt x="1758" y="247"/>
                      <a:pt x="1737" y="247"/>
                    </a:cubicBezTo>
                    <a:cubicBezTo>
                      <a:pt x="1701" y="247"/>
                      <a:pt x="1664" y="271"/>
                      <a:pt x="1628" y="295"/>
                    </a:cubicBezTo>
                    <a:lnTo>
                      <a:pt x="862" y="1367"/>
                    </a:lnTo>
                    <a:lnTo>
                      <a:pt x="250" y="65"/>
                    </a:lnTo>
                    <a:cubicBezTo>
                      <a:pt x="207" y="22"/>
                      <a:pt x="153" y="1"/>
                      <a:pt x="1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7" name="Google Shape;877;p28"/>
            <p:cNvSpPr/>
            <p:nvPr/>
          </p:nvSpPr>
          <p:spPr>
            <a:xfrm>
              <a:off x="7529799" y="3392794"/>
              <a:ext cx="261883" cy="264407"/>
            </a:xfrm>
            <a:custGeom>
              <a:rect b="b" l="l" r="r" t="t"/>
              <a:pathLst>
                <a:path extrusionOk="0" h="4504" w="4461">
                  <a:moveTo>
                    <a:pt x="2832" y="1"/>
                  </a:moveTo>
                  <a:cubicBezTo>
                    <a:pt x="1708" y="1"/>
                    <a:pt x="288" y="88"/>
                    <a:pt x="288" y="88"/>
                  </a:cubicBezTo>
                  <a:cubicBezTo>
                    <a:pt x="1" y="145"/>
                    <a:pt x="58" y="4241"/>
                    <a:pt x="288" y="4394"/>
                  </a:cubicBezTo>
                  <a:cubicBezTo>
                    <a:pt x="408" y="4471"/>
                    <a:pt x="1558" y="4504"/>
                    <a:pt x="2579" y="4504"/>
                  </a:cubicBezTo>
                  <a:cubicBezTo>
                    <a:pt x="3351" y="4504"/>
                    <a:pt x="4050" y="4485"/>
                    <a:pt x="4173" y="4452"/>
                  </a:cubicBezTo>
                  <a:cubicBezTo>
                    <a:pt x="4460" y="4414"/>
                    <a:pt x="4326" y="432"/>
                    <a:pt x="4173" y="145"/>
                  </a:cubicBezTo>
                  <a:cubicBezTo>
                    <a:pt x="4122" y="35"/>
                    <a:pt x="3535" y="1"/>
                    <a:pt x="28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8"/>
            <p:cNvSpPr/>
            <p:nvPr/>
          </p:nvSpPr>
          <p:spPr>
            <a:xfrm>
              <a:off x="7554514" y="3423262"/>
              <a:ext cx="203472" cy="206465"/>
            </a:xfrm>
            <a:custGeom>
              <a:rect b="b" l="l" r="r" t="t"/>
              <a:pathLst>
                <a:path extrusionOk="0" h="3517" w="3466">
                  <a:moveTo>
                    <a:pt x="2223" y="0"/>
                  </a:moveTo>
                  <a:cubicBezTo>
                    <a:pt x="1339" y="0"/>
                    <a:pt x="211" y="66"/>
                    <a:pt x="211" y="66"/>
                  </a:cubicBezTo>
                  <a:cubicBezTo>
                    <a:pt x="1" y="105"/>
                    <a:pt x="58" y="3339"/>
                    <a:pt x="211" y="3435"/>
                  </a:cubicBezTo>
                  <a:cubicBezTo>
                    <a:pt x="317" y="3494"/>
                    <a:pt x="1356" y="3516"/>
                    <a:pt x="2194" y="3516"/>
                  </a:cubicBezTo>
                  <a:cubicBezTo>
                    <a:pt x="2724" y="3516"/>
                    <a:pt x="3173" y="3507"/>
                    <a:pt x="3255" y="3493"/>
                  </a:cubicBezTo>
                  <a:cubicBezTo>
                    <a:pt x="3465" y="3416"/>
                    <a:pt x="3369" y="334"/>
                    <a:pt x="3255" y="105"/>
                  </a:cubicBezTo>
                  <a:cubicBezTo>
                    <a:pt x="3211" y="25"/>
                    <a:pt x="2763" y="0"/>
                    <a:pt x="222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8"/>
            <p:cNvSpPr/>
            <p:nvPr/>
          </p:nvSpPr>
          <p:spPr>
            <a:xfrm>
              <a:off x="7544417" y="3477682"/>
              <a:ext cx="234879" cy="16907"/>
            </a:xfrm>
            <a:custGeom>
              <a:rect b="b" l="l" r="r" t="t"/>
              <a:pathLst>
                <a:path extrusionOk="0" h="288" w="4001">
                  <a:moveTo>
                    <a:pt x="134" y="1"/>
                  </a:moveTo>
                  <a:cubicBezTo>
                    <a:pt x="58" y="1"/>
                    <a:pt x="0" y="39"/>
                    <a:pt x="0" y="116"/>
                  </a:cubicBezTo>
                  <a:cubicBezTo>
                    <a:pt x="0" y="192"/>
                    <a:pt x="58" y="230"/>
                    <a:pt x="134" y="230"/>
                  </a:cubicBezTo>
                  <a:lnTo>
                    <a:pt x="3886" y="288"/>
                  </a:lnTo>
                  <a:cubicBezTo>
                    <a:pt x="3963" y="288"/>
                    <a:pt x="4001" y="211"/>
                    <a:pt x="4001" y="173"/>
                  </a:cubicBezTo>
                  <a:cubicBezTo>
                    <a:pt x="4001" y="96"/>
                    <a:pt x="3963" y="39"/>
                    <a:pt x="3886" y="39"/>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8"/>
            <p:cNvSpPr/>
            <p:nvPr/>
          </p:nvSpPr>
          <p:spPr>
            <a:xfrm>
              <a:off x="7648913" y="3477682"/>
              <a:ext cx="18022" cy="169716"/>
            </a:xfrm>
            <a:custGeom>
              <a:rect b="b" l="l" r="r" t="t"/>
              <a:pathLst>
                <a:path extrusionOk="0" h="2891" w="307">
                  <a:moveTo>
                    <a:pt x="115" y="1"/>
                  </a:moveTo>
                  <a:cubicBezTo>
                    <a:pt x="39" y="1"/>
                    <a:pt x="0" y="39"/>
                    <a:pt x="0" y="116"/>
                  </a:cubicBezTo>
                  <a:lnTo>
                    <a:pt x="77" y="2776"/>
                  </a:lnTo>
                  <a:cubicBezTo>
                    <a:pt x="77" y="2834"/>
                    <a:pt x="115" y="2891"/>
                    <a:pt x="192" y="2891"/>
                  </a:cubicBezTo>
                  <a:cubicBezTo>
                    <a:pt x="268" y="2891"/>
                    <a:pt x="307" y="2814"/>
                    <a:pt x="307" y="2776"/>
                  </a:cubicBezTo>
                  <a:lnTo>
                    <a:pt x="230" y="116"/>
                  </a:lnTo>
                  <a:cubicBezTo>
                    <a:pt x="230"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8"/>
            <p:cNvSpPr/>
            <p:nvPr/>
          </p:nvSpPr>
          <p:spPr>
            <a:xfrm>
              <a:off x="7126433" y="3402539"/>
              <a:ext cx="262940" cy="264701"/>
            </a:xfrm>
            <a:custGeom>
              <a:rect b="b" l="l" r="r" t="t"/>
              <a:pathLst>
                <a:path extrusionOk="0" h="4509" w="4479">
                  <a:moveTo>
                    <a:pt x="2721" y="0"/>
                  </a:moveTo>
                  <a:cubicBezTo>
                    <a:pt x="1614" y="0"/>
                    <a:pt x="287" y="75"/>
                    <a:pt x="287" y="75"/>
                  </a:cubicBezTo>
                  <a:cubicBezTo>
                    <a:pt x="0" y="132"/>
                    <a:pt x="77" y="4248"/>
                    <a:pt x="287" y="4382"/>
                  </a:cubicBezTo>
                  <a:cubicBezTo>
                    <a:pt x="411" y="4471"/>
                    <a:pt x="1624" y="4508"/>
                    <a:pt x="2670" y="4508"/>
                  </a:cubicBezTo>
                  <a:cubicBezTo>
                    <a:pt x="3409" y="4508"/>
                    <a:pt x="4065" y="4490"/>
                    <a:pt x="4192" y="4458"/>
                  </a:cubicBezTo>
                  <a:cubicBezTo>
                    <a:pt x="4479" y="4401"/>
                    <a:pt x="4326" y="439"/>
                    <a:pt x="4192" y="151"/>
                  </a:cubicBezTo>
                  <a:cubicBezTo>
                    <a:pt x="4130" y="35"/>
                    <a:pt x="3476" y="0"/>
                    <a:pt x="27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8"/>
            <p:cNvSpPr/>
            <p:nvPr/>
          </p:nvSpPr>
          <p:spPr>
            <a:xfrm>
              <a:off x="7153379" y="3431833"/>
              <a:ext cx="203413" cy="206642"/>
            </a:xfrm>
            <a:custGeom>
              <a:rect b="b" l="l" r="r" t="t"/>
              <a:pathLst>
                <a:path extrusionOk="0" h="3520" w="3465">
                  <a:moveTo>
                    <a:pt x="2093" y="1"/>
                  </a:moveTo>
                  <a:cubicBezTo>
                    <a:pt x="1233" y="1"/>
                    <a:pt x="211" y="54"/>
                    <a:pt x="211" y="54"/>
                  </a:cubicBezTo>
                  <a:cubicBezTo>
                    <a:pt x="0" y="131"/>
                    <a:pt x="39" y="3308"/>
                    <a:pt x="211" y="3442"/>
                  </a:cubicBezTo>
                  <a:cubicBezTo>
                    <a:pt x="308" y="3496"/>
                    <a:pt x="1189" y="3520"/>
                    <a:pt x="1981" y="3520"/>
                  </a:cubicBezTo>
                  <a:cubicBezTo>
                    <a:pt x="2594" y="3520"/>
                    <a:pt x="3154" y="3506"/>
                    <a:pt x="3254" y="3481"/>
                  </a:cubicBezTo>
                  <a:cubicBezTo>
                    <a:pt x="3465" y="3404"/>
                    <a:pt x="3369" y="322"/>
                    <a:pt x="3254" y="112"/>
                  </a:cubicBezTo>
                  <a:cubicBezTo>
                    <a:pt x="3200" y="26"/>
                    <a:pt x="2685" y="1"/>
                    <a:pt x="209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8"/>
            <p:cNvSpPr/>
            <p:nvPr/>
          </p:nvSpPr>
          <p:spPr>
            <a:xfrm>
              <a:off x="7143282" y="3485549"/>
              <a:ext cx="234879" cy="16907"/>
            </a:xfrm>
            <a:custGeom>
              <a:rect b="b" l="l" r="r" t="t"/>
              <a:pathLst>
                <a:path extrusionOk="0" h="288" w="4001">
                  <a:moveTo>
                    <a:pt x="115" y="1"/>
                  </a:moveTo>
                  <a:cubicBezTo>
                    <a:pt x="39" y="1"/>
                    <a:pt x="0" y="58"/>
                    <a:pt x="0" y="116"/>
                  </a:cubicBezTo>
                  <a:cubicBezTo>
                    <a:pt x="0" y="192"/>
                    <a:pt x="39" y="250"/>
                    <a:pt x="115" y="250"/>
                  </a:cubicBezTo>
                  <a:lnTo>
                    <a:pt x="3867" y="288"/>
                  </a:lnTo>
                  <a:cubicBezTo>
                    <a:pt x="3924" y="288"/>
                    <a:pt x="4001" y="250"/>
                    <a:pt x="4001" y="173"/>
                  </a:cubicBezTo>
                  <a:cubicBezTo>
                    <a:pt x="4001" y="96"/>
                    <a:pt x="3943" y="58"/>
                    <a:pt x="3867"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8"/>
            <p:cNvSpPr/>
            <p:nvPr/>
          </p:nvSpPr>
          <p:spPr>
            <a:xfrm>
              <a:off x="7245547" y="3487780"/>
              <a:ext cx="20253" cy="169775"/>
            </a:xfrm>
            <a:custGeom>
              <a:rect b="b" l="l" r="r" t="t"/>
              <a:pathLst>
                <a:path extrusionOk="0" h="2892" w="345">
                  <a:moveTo>
                    <a:pt x="115" y="1"/>
                  </a:moveTo>
                  <a:cubicBezTo>
                    <a:pt x="57" y="1"/>
                    <a:pt x="0" y="39"/>
                    <a:pt x="0" y="116"/>
                  </a:cubicBezTo>
                  <a:lnTo>
                    <a:pt x="77" y="2776"/>
                  </a:lnTo>
                  <a:cubicBezTo>
                    <a:pt x="77" y="2834"/>
                    <a:pt x="115" y="2891"/>
                    <a:pt x="191" y="2891"/>
                  </a:cubicBezTo>
                  <a:cubicBezTo>
                    <a:pt x="268" y="2872"/>
                    <a:pt x="345" y="2815"/>
                    <a:pt x="306" y="2776"/>
                  </a:cubicBezTo>
                  <a:lnTo>
                    <a:pt x="249" y="116"/>
                  </a:lnTo>
                  <a:cubicBezTo>
                    <a:pt x="249" y="39"/>
                    <a:pt x="191"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8"/>
            <p:cNvSpPr/>
            <p:nvPr/>
          </p:nvSpPr>
          <p:spPr>
            <a:xfrm>
              <a:off x="7094967" y="2850824"/>
              <a:ext cx="262998" cy="263762"/>
            </a:xfrm>
            <a:custGeom>
              <a:rect b="b" l="l" r="r" t="t"/>
              <a:pathLst>
                <a:path extrusionOk="0" h="4493" w="4480">
                  <a:moveTo>
                    <a:pt x="2729" y="0"/>
                  </a:moveTo>
                  <a:cubicBezTo>
                    <a:pt x="1620" y="0"/>
                    <a:pt x="287" y="75"/>
                    <a:pt x="287" y="75"/>
                  </a:cubicBezTo>
                  <a:cubicBezTo>
                    <a:pt x="0" y="151"/>
                    <a:pt x="77" y="4267"/>
                    <a:pt x="287" y="4381"/>
                  </a:cubicBezTo>
                  <a:cubicBezTo>
                    <a:pt x="414" y="4466"/>
                    <a:pt x="1506" y="4492"/>
                    <a:pt x="2506" y="4492"/>
                  </a:cubicBezTo>
                  <a:cubicBezTo>
                    <a:pt x="3315" y="4492"/>
                    <a:pt x="4064" y="4475"/>
                    <a:pt x="4192" y="4458"/>
                  </a:cubicBezTo>
                  <a:cubicBezTo>
                    <a:pt x="4479" y="4401"/>
                    <a:pt x="4345" y="439"/>
                    <a:pt x="4192" y="151"/>
                  </a:cubicBezTo>
                  <a:cubicBezTo>
                    <a:pt x="4138" y="35"/>
                    <a:pt x="3486" y="0"/>
                    <a:pt x="27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8"/>
            <p:cNvSpPr/>
            <p:nvPr/>
          </p:nvSpPr>
          <p:spPr>
            <a:xfrm>
              <a:off x="7120797" y="2881233"/>
              <a:ext cx="203413" cy="206642"/>
            </a:xfrm>
            <a:custGeom>
              <a:rect b="b" l="l" r="r" t="t"/>
              <a:pathLst>
                <a:path extrusionOk="0" h="3520" w="3465">
                  <a:moveTo>
                    <a:pt x="2101" y="1"/>
                  </a:moveTo>
                  <a:cubicBezTo>
                    <a:pt x="1239" y="1"/>
                    <a:pt x="211" y="54"/>
                    <a:pt x="211" y="54"/>
                  </a:cubicBezTo>
                  <a:cubicBezTo>
                    <a:pt x="0" y="112"/>
                    <a:pt x="39" y="3308"/>
                    <a:pt x="211" y="3442"/>
                  </a:cubicBezTo>
                  <a:cubicBezTo>
                    <a:pt x="308" y="3496"/>
                    <a:pt x="1195" y="3520"/>
                    <a:pt x="1989" y="3520"/>
                  </a:cubicBezTo>
                  <a:cubicBezTo>
                    <a:pt x="2604" y="3520"/>
                    <a:pt x="3162" y="3506"/>
                    <a:pt x="3254" y="3481"/>
                  </a:cubicBezTo>
                  <a:cubicBezTo>
                    <a:pt x="3465" y="3404"/>
                    <a:pt x="3369" y="322"/>
                    <a:pt x="3254" y="112"/>
                  </a:cubicBezTo>
                  <a:cubicBezTo>
                    <a:pt x="3208" y="26"/>
                    <a:pt x="2694" y="1"/>
                    <a:pt x="210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8"/>
            <p:cNvSpPr/>
            <p:nvPr/>
          </p:nvSpPr>
          <p:spPr>
            <a:xfrm>
              <a:off x="7110700" y="2934949"/>
              <a:ext cx="234879" cy="16907"/>
            </a:xfrm>
            <a:custGeom>
              <a:rect b="b" l="l" r="r" t="t"/>
              <a:pathLst>
                <a:path extrusionOk="0" h="288" w="4001">
                  <a:moveTo>
                    <a:pt x="115" y="1"/>
                  </a:moveTo>
                  <a:cubicBezTo>
                    <a:pt x="58" y="1"/>
                    <a:pt x="0" y="58"/>
                    <a:pt x="0" y="135"/>
                  </a:cubicBezTo>
                  <a:cubicBezTo>
                    <a:pt x="0" y="192"/>
                    <a:pt x="58" y="250"/>
                    <a:pt x="115" y="250"/>
                  </a:cubicBezTo>
                  <a:lnTo>
                    <a:pt x="3886" y="288"/>
                  </a:lnTo>
                  <a:cubicBezTo>
                    <a:pt x="3943" y="288"/>
                    <a:pt x="4001" y="250"/>
                    <a:pt x="4001" y="173"/>
                  </a:cubicBezTo>
                  <a:cubicBezTo>
                    <a:pt x="4001" y="97"/>
                    <a:pt x="3943" y="58"/>
                    <a:pt x="3886"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8"/>
            <p:cNvSpPr/>
            <p:nvPr/>
          </p:nvSpPr>
          <p:spPr>
            <a:xfrm>
              <a:off x="7215196" y="2934949"/>
              <a:ext cx="18022" cy="170890"/>
            </a:xfrm>
            <a:custGeom>
              <a:rect b="b" l="l" r="r" t="t"/>
              <a:pathLst>
                <a:path extrusionOk="0" h="2911" w="307">
                  <a:moveTo>
                    <a:pt x="115" y="1"/>
                  </a:moveTo>
                  <a:cubicBezTo>
                    <a:pt x="39" y="1"/>
                    <a:pt x="0" y="58"/>
                    <a:pt x="0" y="135"/>
                  </a:cubicBezTo>
                  <a:lnTo>
                    <a:pt x="58" y="2776"/>
                  </a:lnTo>
                  <a:cubicBezTo>
                    <a:pt x="58" y="2853"/>
                    <a:pt x="115" y="2910"/>
                    <a:pt x="192" y="2910"/>
                  </a:cubicBezTo>
                  <a:cubicBezTo>
                    <a:pt x="249" y="2910"/>
                    <a:pt x="306" y="2853"/>
                    <a:pt x="306" y="2776"/>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8"/>
            <p:cNvSpPr/>
            <p:nvPr/>
          </p:nvSpPr>
          <p:spPr>
            <a:xfrm>
              <a:off x="5144297" y="2260773"/>
              <a:ext cx="2222630" cy="1361897"/>
            </a:xfrm>
            <a:custGeom>
              <a:rect b="b" l="l" r="r" t="t"/>
              <a:pathLst>
                <a:path extrusionOk="0" h="23199" w="37861">
                  <a:moveTo>
                    <a:pt x="17303" y="0"/>
                  </a:moveTo>
                  <a:lnTo>
                    <a:pt x="0" y="19486"/>
                  </a:lnTo>
                  <a:lnTo>
                    <a:pt x="2412" y="23199"/>
                  </a:lnTo>
                  <a:lnTo>
                    <a:pt x="17954" y="5494"/>
                  </a:lnTo>
                  <a:lnTo>
                    <a:pt x="34568" y="22089"/>
                  </a:lnTo>
                  <a:lnTo>
                    <a:pt x="37860" y="17495"/>
                  </a:lnTo>
                  <a:lnTo>
                    <a:pt x="1730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8"/>
            <p:cNvSpPr/>
            <p:nvPr/>
          </p:nvSpPr>
          <p:spPr>
            <a:xfrm>
              <a:off x="6201643" y="4019300"/>
              <a:ext cx="21427" cy="465237"/>
            </a:xfrm>
            <a:custGeom>
              <a:rect b="b" l="l" r="r" t="t"/>
              <a:pathLst>
                <a:path extrusionOk="0" h="7925" w="365">
                  <a:moveTo>
                    <a:pt x="134" y="0"/>
                  </a:moveTo>
                  <a:cubicBezTo>
                    <a:pt x="58" y="0"/>
                    <a:pt x="0" y="58"/>
                    <a:pt x="0" y="115"/>
                  </a:cubicBezTo>
                  <a:lnTo>
                    <a:pt x="134" y="7810"/>
                  </a:lnTo>
                  <a:cubicBezTo>
                    <a:pt x="134" y="7867"/>
                    <a:pt x="173" y="7925"/>
                    <a:pt x="249" y="7925"/>
                  </a:cubicBezTo>
                  <a:cubicBezTo>
                    <a:pt x="326" y="7906"/>
                    <a:pt x="364" y="7848"/>
                    <a:pt x="364" y="7810"/>
                  </a:cubicBezTo>
                  <a:lnTo>
                    <a:pt x="249" y="115"/>
                  </a:lnTo>
                  <a:cubicBezTo>
                    <a:pt x="249" y="58"/>
                    <a:pt x="173"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8"/>
            <p:cNvSpPr/>
            <p:nvPr/>
          </p:nvSpPr>
          <p:spPr>
            <a:xfrm>
              <a:off x="6164542" y="4200642"/>
              <a:ext cx="19197" cy="54713"/>
            </a:xfrm>
            <a:custGeom>
              <a:rect b="b" l="l" r="r" t="t"/>
              <a:pathLst>
                <a:path extrusionOk="0" h="932" w="327">
                  <a:moveTo>
                    <a:pt x="162" y="0"/>
                  </a:moveTo>
                  <a:cubicBezTo>
                    <a:pt x="105" y="0"/>
                    <a:pt x="58" y="48"/>
                    <a:pt x="58" y="108"/>
                  </a:cubicBezTo>
                  <a:cubicBezTo>
                    <a:pt x="58" y="127"/>
                    <a:pt x="1" y="586"/>
                    <a:pt x="58" y="835"/>
                  </a:cubicBezTo>
                  <a:cubicBezTo>
                    <a:pt x="96" y="893"/>
                    <a:pt x="135" y="931"/>
                    <a:pt x="192" y="931"/>
                  </a:cubicBezTo>
                  <a:cubicBezTo>
                    <a:pt x="288" y="912"/>
                    <a:pt x="326" y="854"/>
                    <a:pt x="307" y="797"/>
                  </a:cubicBezTo>
                  <a:cubicBezTo>
                    <a:pt x="250" y="606"/>
                    <a:pt x="288" y="261"/>
                    <a:pt x="307" y="146"/>
                  </a:cubicBezTo>
                  <a:cubicBezTo>
                    <a:pt x="326" y="70"/>
                    <a:pt x="288" y="12"/>
                    <a:pt x="211" y="12"/>
                  </a:cubicBezTo>
                  <a:cubicBezTo>
                    <a:pt x="195" y="4"/>
                    <a:pt x="178" y="0"/>
                    <a:pt x="1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8"/>
            <p:cNvSpPr/>
            <p:nvPr/>
          </p:nvSpPr>
          <p:spPr>
            <a:xfrm>
              <a:off x="6239861" y="4199996"/>
              <a:ext cx="20253" cy="55359"/>
            </a:xfrm>
            <a:custGeom>
              <a:rect b="b" l="l" r="r" t="t"/>
              <a:pathLst>
                <a:path extrusionOk="0" h="943" w="345">
                  <a:moveTo>
                    <a:pt x="145" y="0"/>
                  </a:moveTo>
                  <a:cubicBezTo>
                    <a:pt x="135" y="0"/>
                    <a:pt x="125" y="2"/>
                    <a:pt x="115" y="4"/>
                  </a:cubicBezTo>
                  <a:cubicBezTo>
                    <a:pt x="58" y="42"/>
                    <a:pt x="0" y="81"/>
                    <a:pt x="19" y="157"/>
                  </a:cubicBezTo>
                  <a:cubicBezTo>
                    <a:pt x="77" y="349"/>
                    <a:pt x="58" y="693"/>
                    <a:pt x="19" y="808"/>
                  </a:cubicBezTo>
                  <a:cubicBezTo>
                    <a:pt x="19" y="885"/>
                    <a:pt x="77" y="942"/>
                    <a:pt x="153" y="942"/>
                  </a:cubicBezTo>
                  <a:cubicBezTo>
                    <a:pt x="192" y="942"/>
                    <a:pt x="249" y="904"/>
                    <a:pt x="268" y="846"/>
                  </a:cubicBezTo>
                  <a:cubicBezTo>
                    <a:pt x="268" y="827"/>
                    <a:pt x="345" y="368"/>
                    <a:pt x="268" y="100"/>
                  </a:cubicBezTo>
                  <a:cubicBezTo>
                    <a:pt x="252" y="50"/>
                    <a:pt x="206" y="0"/>
                    <a:pt x="1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8"/>
            <p:cNvSpPr/>
            <p:nvPr/>
          </p:nvSpPr>
          <p:spPr>
            <a:xfrm>
              <a:off x="6019597" y="4511488"/>
              <a:ext cx="423674" cy="16907"/>
            </a:xfrm>
            <a:custGeom>
              <a:rect b="b" l="l" r="r" t="t"/>
              <a:pathLst>
                <a:path extrusionOk="0" h="288" w="7217">
                  <a:moveTo>
                    <a:pt x="115" y="0"/>
                  </a:moveTo>
                  <a:cubicBezTo>
                    <a:pt x="39" y="0"/>
                    <a:pt x="1" y="38"/>
                    <a:pt x="1" y="115"/>
                  </a:cubicBezTo>
                  <a:cubicBezTo>
                    <a:pt x="1" y="191"/>
                    <a:pt x="39" y="230"/>
                    <a:pt x="115" y="230"/>
                  </a:cubicBezTo>
                  <a:lnTo>
                    <a:pt x="7121" y="287"/>
                  </a:lnTo>
                  <a:cubicBezTo>
                    <a:pt x="7178" y="287"/>
                    <a:pt x="7217" y="230"/>
                    <a:pt x="7217" y="172"/>
                  </a:cubicBezTo>
                  <a:cubicBezTo>
                    <a:pt x="7217" y="96"/>
                    <a:pt x="7178" y="38"/>
                    <a:pt x="7102" y="3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4" name="Google Shape;894;p28"/>
            <p:cNvGrpSpPr/>
            <p:nvPr/>
          </p:nvGrpSpPr>
          <p:grpSpPr>
            <a:xfrm>
              <a:off x="5184745" y="2266174"/>
              <a:ext cx="2137214" cy="1264390"/>
              <a:chOff x="5184745" y="2266174"/>
              <a:chExt cx="2137214" cy="1264390"/>
            </a:xfrm>
          </p:grpSpPr>
          <p:sp>
            <p:nvSpPr>
              <p:cNvPr id="895" name="Google Shape;895;p28"/>
              <p:cNvSpPr/>
              <p:nvPr/>
            </p:nvSpPr>
            <p:spPr>
              <a:xfrm>
                <a:off x="5249908" y="2463014"/>
                <a:ext cx="2002369" cy="1067550"/>
              </a:xfrm>
              <a:custGeom>
                <a:rect b="b" l="l" r="r" t="t"/>
                <a:pathLst>
                  <a:path extrusionOk="0" h="18185" w="34109">
                    <a:moveTo>
                      <a:pt x="16021" y="1"/>
                    </a:moveTo>
                    <a:cubicBezTo>
                      <a:pt x="16002" y="1"/>
                      <a:pt x="15983" y="20"/>
                      <a:pt x="15964" y="58"/>
                    </a:cubicBezTo>
                    <a:lnTo>
                      <a:pt x="39" y="17993"/>
                    </a:lnTo>
                    <a:cubicBezTo>
                      <a:pt x="0" y="18050"/>
                      <a:pt x="0" y="18108"/>
                      <a:pt x="39" y="18165"/>
                    </a:cubicBezTo>
                    <a:cubicBezTo>
                      <a:pt x="77" y="18184"/>
                      <a:pt x="96" y="18184"/>
                      <a:pt x="115" y="18184"/>
                    </a:cubicBezTo>
                    <a:cubicBezTo>
                      <a:pt x="153" y="18184"/>
                      <a:pt x="192" y="18165"/>
                      <a:pt x="211" y="18146"/>
                    </a:cubicBezTo>
                    <a:lnTo>
                      <a:pt x="16059" y="269"/>
                    </a:lnTo>
                    <a:lnTo>
                      <a:pt x="33898" y="16653"/>
                    </a:lnTo>
                    <a:cubicBezTo>
                      <a:pt x="33927" y="16682"/>
                      <a:pt x="33956" y="16696"/>
                      <a:pt x="33984" y="16696"/>
                    </a:cubicBezTo>
                    <a:cubicBezTo>
                      <a:pt x="34013" y="16696"/>
                      <a:pt x="34042" y="16682"/>
                      <a:pt x="34071" y="16653"/>
                    </a:cubicBezTo>
                    <a:cubicBezTo>
                      <a:pt x="34109" y="16615"/>
                      <a:pt x="34109" y="16538"/>
                      <a:pt x="34071" y="16500"/>
                    </a:cubicBezTo>
                    <a:lnTo>
                      <a:pt x="16117" y="39"/>
                    </a:lnTo>
                    <a:cubicBezTo>
                      <a:pt x="16098" y="1"/>
                      <a:pt x="16059" y="1"/>
                      <a:pt x="160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8"/>
              <p:cNvSpPr/>
              <p:nvPr/>
            </p:nvSpPr>
            <p:spPr>
              <a:xfrm>
                <a:off x="5184745" y="2353470"/>
                <a:ext cx="2137214" cy="1095083"/>
              </a:xfrm>
              <a:custGeom>
                <a:rect b="b" l="l" r="r" t="t"/>
                <a:pathLst>
                  <a:path extrusionOk="0" h="18654" w="36406">
                    <a:moveTo>
                      <a:pt x="17007" y="1"/>
                    </a:moveTo>
                    <a:cubicBezTo>
                      <a:pt x="16978" y="1"/>
                      <a:pt x="16949" y="10"/>
                      <a:pt x="16920" y="29"/>
                    </a:cubicBezTo>
                    <a:lnTo>
                      <a:pt x="58" y="18443"/>
                    </a:lnTo>
                    <a:cubicBezTo>
                      <a:pt x="0" y="18500"/>
                      <a:pt x="0" y="18577"/>
                      <a:pt x="58" y="18615"/>
                    </a:cubicBezTo>
                    <a:cubicBezTo>
                      <a:pt x="77" y="18653"/>
                      <a:pt x="96" y="18653"/>
                      <a:pt x="134" y="18653"/>
                    </a:cubicBezTo>
                    <a:cubicBezTo>
                      <a:pt x="172" y="18653"/>
                      <a:pt x="192" y="18615"/>
                      <a:pt x="230" y="18596"/>
                    </a:cubicBezTo>
                    <a:lnTo>
                      <a:pt x="17016" y="278"/>
                    </a:lnTo>
                    <a:lnTo>
                      <a:pt x="36176" y="16950"/>
                    </a:lnTo>
                    <a:cubicBezTo>
                      <a:pt x="36205" y="16969"/>
                      <a:pt x="36238" y="16978"/>
                      <a:pt x="36269" y="16978"/>
                    </a:cubicBezTo>
                    <a:cubicBezTo>
                      <a:pt x="36300" y="16978"/>
                      <a:pt x="36329" y="16969"/>
                      <a:pt x="36348" y="16950"/>
                    </a:cubicBezTo>
                    <a:cubicBezTo>
                      <a:pt x="36406" y="16892"/>
                      <a:pt x="36406" y="16835"/>
                      <a:pt x="36348" y="16777"/>
                    </a:cubicBezTo>
                    <a:lnTo>
                      <a:pt x="17093" y="29"/>
                    </a:lnTo>
                    <a:cubicBezTo>
                      <a:pt x="17064" y="10"/>
                      <a:pt x="17035" y="1"/>
                      <a:pt x="170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8"/>
              <p:cNvSpPr/>
              <p:nvPr/>
            </p:nvSpPr>
            <p:spPr>
              <a:xfrm>
                <a:off x="5262236" y="3353520"/>
                <a:ext cx="70857" cy="95043"/>
              </a:xfrm>
              <a:custGeom>
                <a:rect b="b" l="l" r="r" t="t"/>
                <a:pathLst>
                  <a:path extrusionOk="0" h="1619" w="1207">
                    <a:moveTo>
                      <a:pt x="132" y="0"/>
                    </a:moveTo>
                    <a:cubicBezTo>
                      <a:pt x="111" y="0"/>
                      <a:pt x="91" y="8"/>
                      <a:pt x="77" y="29"/>
                    </a:cubicBezTo>
                    <a:cubicBezTo>
                      <a:pt x="20" y="68"/>
                      <a:pt x="1" y="144"/>
                      <a:pt x="58" y="202"/>
                    </a:cubicBezTo>
                    <a:lnTo>
                      <a:pt x="958" y="1561"/>
                    </a:lnTo>
                    <a:cubicBezTo>
                      <a:pt x="977" y="1580"/>
                      <a:pt x="996" y="1618"/>
                      <a:pt x="1054" y="1618"/>
                    </a:cubicBezTo>
                    <a:cubicBezTo>
                      <a:pt x="1073" y="1618"/>
                      <a:pt x="1111" y="1618"/>
                      <a:pt x="1130" y="1580"/>
                    </a:cubicBezTo>
                    <a:cubicBezTo>
                      <a:pt x="1168" y="1542"/>
                      <a:pt x="1207" y="1465"/>
                      <a:pt x="1149" y="1408"/>
                    </a:cubicBezTo>
                    <a:lnTo>
                      <a:pt x="250" y="49"/>
                    </a:lnTo>
                    <a:cubicBezTo>
                      <a:pt x="213" y="24"/>
                      <a:pt x="169" y="0"/>
                      <a:pt x="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8"/>
              <p:cNvSpPr/>
              <p:nvPr/>
            </p:nvSpPr>
            <p:spPr>
              <a:xfrm>
                <a:off x="5300454" y="3208576"/>
                <a:ext cx="55124" cy="56826"/>
              </a:xfrm>
              <a:custGeom>
                <a:rect b="b" l="l" r="r" t="t"/>
                <a:pathLst>
                  <a:path extrusionOk="0" h="968" w="939">
                    <a:moveTo>
                      <a:pt x="132" y="1"/>
                    </a:moveTo>
                    <a:cubicBezTo>
                      <a:pt x="101" y="1"/>
                      <a:pt x="68" y="10"/>
                      <a:pt x="39" y="29"/>
                    </a:cubicBezTo>
                    <a:cubicBezTo>
                      <a:pt x="1" y="87"/>
                      <a:pt x="1" y="144"/>
                      <a:pt x="39" y="202"/>
                    </a:cubicBezTo>
                    <a:lnTo>
                      <a:pt x="709" y="929"/>
                    </a:lnTo>
                    <a:cubicBezTo>
                      <a:pt x="747" y="948"/>
                      <a:pt x="785" y="967"/>
                      <a:pt x="805" y="967"/>
                    </a:cubicBezTo>
                    <a:cubicBezTo>
                      <a:pt x="843" y="967"/>
                      <a:pt x="862" y="948"/>
                      <a:pt x="881" y="929"/>
                    </a:cubicBezTo>
                    <a:cubicBezTo>
                      <a:pt x="939" y="871"/>
                      <a:pt x="939" y="795"/>
                      <a:pt x="881" y="757"/>
                    </a:cubicBezTo>
                    <a:lnTo>
                      <a:pt x="211" y="29"/>
                    </a:lnTo>
                    <a:cubicBezTo>
                      <a:pt x="192" y="10"/>
                      <a:pt x="163"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8"/>
              <p:cNvSpPr/>
              <p:nvPr/>
            </p:nvSpPr>
            <p:spPr>
              <a:xfrm>
                <a:off x="5413931" y="3178518"/>
                <a:ext cx="89995" cy="92460"/>
              </a:xfrm>
              <a:custGeom>
                <a:rect b="b" l="l" r="r" t="t"/>
                <a:pathLst>
                  <a:path extrusionOk="0" h="1575" w="1533">
                    <a:moveTo>
                      <a:pt x="135" y="1"/>
                    </a:moveTo>
                    <a:cubicBezTo>
                      <a:pt x="106" y="1"/>
                      <a:pt x="77" y="15"/>
                      <a:pt x="58" y="44"/>
                    </a:cubicBezTo>
                    <a:cubicBezTo>
                      <a:pt x="1" y="82"/>
                      <a:pt x="1" y="158"/>
                      <a:pt x="58" y="216"/>
                    </a:cubicBezTo>
                    <a:lnTo>
                      <a:pt x="1322" y="1517"/>
                    </a:lnTo>
                    <a:cubicBezTo>
                      <a:pt x="1341" y="1556"/>
                      <a:pt x="1398" y="1575"/>
                      <a:pt x="1417" y="1575"/>
                    </a:cubicBezTo>
                    <a:cubicBezTo>
                      <a:pt x="1436" y="1575"/>
                      <a:pt x="1456" y="1556"/>
                      <a:pt x="1494" y="1517"/>
                    </a:cubicBezTo>
                    <a:cubicBezTo>
                      <a:pt x="1532" y="1479"/>
                      <a:pt x="1532" y="1403"/>
                      <a:pt x="1494" y="1364"/>
                    </a:cubicBezTo>
                    <a:lnTo>
                      <a:pt x="211" y="44"/>
                    </a:lnTo>
                    <a:cubicBezTo>
                      <a:pt x="192" y="15"/>
                      <a:pt x="164"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8"/>
              <p:cNvSpPr/>
              <p:nvPr/>
            </p:nvSpPr>
            <p:spPr>
              <a:xfrm>
                <a:off x="5488135" y="3006335"/>
                <a:ext cx="55065" cy="56768"/>
              </a:xfrm>
              <a:custGeom>
                <a:rect b="b" l="l" r="r" t="t"/>
                <a:pathLst>
                  <a:path extrusionOk="0" h="967" w="938">
                    <a:moveTo>
                      <a:pt x="136" y="0"/>
                    </a:moveTo>
                    <a:cubicBezTo>
                      <a:pt x="105" y="0"/>
                      <a:pt x="77" y="10"/>
                      <a:pt x="58" y="29"/>
                    </a:cubicBezTo>
                    <a:cubicBezTo>
                      <a:pt x="0" y="86"/>
                      <a:pt x="0" y="163"/>
                      <a:pt x="58" y="201"/>
                    </a:cubicBezTo>
                    <a:lnTo>
                      <a:pt x="727" y="929"/>
                    </a:lnTo>
                    <a:cubicBezTo>
                      <a:pt x="747" y="948"/>
                      <a:pt x="804" y="967"/>
                      <a:pt x="823" y="967"/>
                    </a:cubicBezTo>
                    <a:cubicBezTo>
                      <a:pt x="842" y="967"/>
                      <a:pt x="861" y="967"/>
                      <a:pt x="900" y="929"/>
                    </a:cubicBezTo>
                    <a:cubicBezTo>
                      <a:pt x="938" y="871"/>
                      <a:pt x="938" y="795"/>
                      <a:pt x="900" y="756"/>
                    </a:cubicBezTo>
                    <a:lnTo>
                      <a:pt x="230" y="29"/>
                    </a:lnTo>
                    <a:cubicBezTo>
                      <a:pt x="201" y="10"/>
                      <a:pt x="168" y="0"/>
                      <a:pt x="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8"/>
              <p:cNvSpPr/>
              <p:nvPr/>
            </p:nvSpPr>
            <p:spPr>
              <a:xfrm>
                <a:off x="5630790" y="2957139"/>
                <a:ext cx="75377" cy="72266"/>
              </a:xfrm>
              <a:custGeom>
                <a:rect b="b" l="l" r="r" t="t"/>
                <a:pathLst>
                  <a:path extrusionOk="0" h="1231" w="1284">
                    <a:moveTo>
                      <a:pt x="125" y="1"/>
                    </a:moveTo>
                    <a:cubicBezTo>
                      <a:pt x="97" y="1"/>
                      <a:pt x="68" y="15"/>
                      <a:pt x="39" y="44"/>
                    </a:cubicBezTo>
                    <a:cubicBezTo>
                      <a:pt x="1" y="82"/>
                      <a:pt x="1" y="159"/>
                      <a:pt x="39" y="197"/>
                    </a:cubicBezTo>
                    <a:lnTo>
                      <a:pt x="1073" y="1211"/>
                    </a:lnTo>
                    <a:cubicBezTo>
                      <a:pt x="1092" y="1231"/>
                      <a:pt x="1111" y="1231"/>
                      <a:pt x="1149" y="1231"/>
                    </a:cubicBezTo>
                    <a:cubicBezTo>
                      <a:pt x="1169" y="1231"/>
                      <a:pt x="1207" y="1211"/>
                      <a:pt x="1245" y="1211"/>
                    </a:cubicBezTo>
                    <a:cubicBezTo>
                      <a:pt x="1283" y="1154"/>
                      <a:pt x="1283" y="1097"/>
                      <a:pt x="1245" y="1039"/>
                    </a:cubicBezTo>
                    <a:lnTo>
                      <a:pt x="212" y="44"/>
                    </a:lnTo>
                    <a:cubicBezTo>
                      <a:pt x="183" y="15"/>
                      <a:pt x="154"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8"/>
              <p:cNvSpPr/>
              <p:nvPr/>
            </p:nvSpPr>
            <p:spPr>
              <a:xfrm>
                <a:off x="5682510" y="2793820"/>
                <a:ext cx="61875" cy="53539"/>
              </a:xfrm>
              <a:custGeom>
                <a:rect b="b" l="l" r="r" t="t"/>
                <a:pathLst>
                  <a:path extrusionOk="0" h="912" w="1054">
                    <a:moveTo>
                      <a:pt x="129" y="1"/>
                    </a:moveTo>
                    <a:cubicBezTo>
                      <a:pt x="92" y="1"/>
                      <a:pt x="56" y="14"/>
                      <a:pt x="20" y="51"/>
                    </a:cubicBezTo>
                    <a:cubicBezTo>
                      <a:pt x="0" y="89"/>
                      <a:pt x="0" y="165"/>
                      <a:pt x="39" y="204"/>
                    </a:cubicBezTo>
                    <a:lnTo>
                      <a:pt x="862" y="874"/>
                    </a:lnTo>
                    <a:cubicBezTo>
                      <a:pt x="881" y="912"/>
                      <a:pt x="900" y="912"/>
                      <a:pt x="938" y="912"/>
                    </a:cubicBezTo>
                    <a:cubicBezTo>
                      <a:pt x="977" y="912"/>
                      <a:pt x="996" y="874"/>
                      <a:pt x="1034" y="854"/>
                    </a:cubicBezTo>
                    <a:cubicBezTo>
                      <a:pt x="1053" y="816"/>
                      <a:pt x="1053" y="740"/>
                      <a:pt x="996" y="682"/>
                    </a:cubicBezTo>
                    <a:lnTo>
                      <a:pt x="192" y="12"/>
                    </a:lnTo>
                    <a:cubicBezTo>
                      <a:pt x="171" y="5"/>
                      <a:pt x="150"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8"/>
              <p:cNvSpPr/>
              <p:nvPr/>
            </p:nvSpPr>
            <p:spPr>
              <a:xfrm>
                <a:off x="5821818" y="2738050"/>
                <a:ext cx="70857" cy="73381"/>
              </a:xfrm>
              <a:custGeom>
                <a:rect b="b" l="l" r="r" t="t"/>
                <a:pathLst>
                  <a:path extrusionOk="0" h="1250" w="1207">
                    <a:moveTo>
                      <a:pt x="125" y="0"/>
                    </a:moveTo>
                    <a:cubicBezTo>
                      <a:pt x="97" y="0"/>
                      <a:pt x="68" y="15"/>
                      <a:pt x="39" y="43"/>
                    </a:cubicBezTo>
                    <a:cubicBezTo>
                      <a:pt x="1" y="82"/>
                      <a:pt x="1" y="158"/>
                      <a:pt x="39" y="197"/>
                    </a:cubicBezTo>
                    <a:lnTo>
                      <a:pt x="996" y="1211"/>
                    </a:lnTo>
                    <a:cubicBezTo>
                      <a:pt x="1015" y="1230"/>
                      <a:pt x="1073" y="1249"/>
                      <a:pt x="1092" y="1249"/>
                    </a:cubicBezTo>
                    <a:cubicBezTo>
                      <a:pt x="1111" y="1249"/>
                      <a:pt x="1168" y="1249"/>
                      <a:pt x="1168" y="1211"/>
                    </a:cubicBezTo>
                    <a:cubicBezTo>
                      <a:pt x="1207" y="1154"/>
                      <a:pt x="1207" y="1096"/>
                      <a:pt x="1168" y="1039"/>
                    </a:cubicBezTo>
                    <a:lnTo>
                      <a:pt x="211" y="43"/>
                    </a:lnTo>
                    <a:cubicBezTo>
                      <a:pt x="183" y="15"/>
                      <a:pt x="154" y="0"/>
                      <a:pt x="1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8"/>
              <p:cNvSpPr/>
              <p:nvPr/>
            </p:nvSpPr>
            <p:spPr>
              <a:xfrm>
                <a:off x="5855574" y="2595043"/>
                <a:ext cx="65221" cy="61288"/>
              </a:xfrm>
              <a:custGeom>
                <a:rect b="b" l="l" r="r" t="t"/>
                <a:pathLst>
                  <a:path extrusionOk="0" h="1044" w="1111">
                    <a:moveTo>
                      <a:pt x="125" y="1"/>
                    </a:moveTo>
                    <a:cubicBezTo>
                      <a:pt x="96" y="1"/>
                      <a:pt x="67" y="10"/>
                      <a:pt x="38" y="29"/>
                    </a:cubicBezTo>
                    <a:cubicBezTo>
                      <a:pt x="0" y="87"/>
                      <a:pt x="0" y="144"/>
                      <a:pt x="38" y="202"/>
                    </a:cubicBezTo>
                    <a:lnTo>
                      <a:pt x="900" y="1006"/>
                    </a:lnTo>
                    <a:cubicBezTo>
                      <a:pt x="919" y="1044"/>
                      <a:pt x="957" y="1044"/>
                      <a:pt x="976" y="1044"/>
                    </a:cubicBezTo>
                    <a:cubicBezTo>
                      <a:pt x="995" y="1044"/>
                      <a:pt x="1053" y="1006"/>
                      <a:pt x="1072" y="1006"/>
                    </a:cubicBezTo>
                    <a:cubicBezTo>
                      <a:pt x="1110" y="967"/>
                      <a:pt x="1110" y="891"/>
                      <a:pt x="1072" y="853"/>
                    </a:cubicBezTo>
                    <a:lnTo>
                      <a:pt x="211" y="29"/>
                    </a:lnTo>
                    <a:cubicBezTo>
                      <a:pt x="182" y="10"/>
                      <a:pt x="153"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8"/>
              <p:cNvSpPr/>
              <p:nvPr/>
            </p:nvSpPr>
            <p:spPr>
              <a:xfrm>
                <a:off x="5992651" y="2553773"/>
                <a:ext cx="68567" cy="64399"/>
              </a:xfrm>
              <a:custGeom>
                <a:rect b="b" l="l" r="r" t="t"/>
                <a:pathLst>
                  <a:path extrusionOk="0" h="1097" w="1168">
                    <a:moveTo>
                      <a:pt x="134" y="0"/>
                    </a:moveTo>
                    <a:cubicBezTo>
                      <a:pt x="106" y="0"/>
                      <a:pt x="77" y="15"/>
                      <a:pt x="58" y="43"/>
                    </a:cubicBezTo>
                    <a:cubicBezTo>
                      <a:pt x="0" y="82"/>
                      <a:pt x="0" y="158"/>
                      <a:pt x="58" y="197"/>
                    </a:cubicBezTo>
                    <a:lnTo>
                      <a:pt x="957" y="1077"/>
                    </a:lnTo>
                    <a:cubicBezTo>
                      <a:pt x="976" y="1096"/>
                      <a:pt x="1015" y="1096"/>
                      <a:pt x="1034" y="1096"/>
                    </a:cubicBezTo>
                    <a:cubicBezTo>
                      <a:pt x="1072" y="1096"/>
                      <a:pt x="1110" y="1096"/>
                      <a:pt x="1130" y="1077"/>
                    </a:cubicBezTo>
                    <a:cubicBezTo>
                      <a:pt x="1168" y="1020"/>
                      <a:pt x="1168" y="943"/>
                      <a:pt x="1130" y="905"/>
                    </a:cubicBezTo>
                    <a:lnTo>
                      <a:pt x="211" y="43"/>
                    </a:lnTo>
                    <a:cubicBezTo>
                      <a:pt x="192" y="15"/>
                      <a:pt x="163"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8"/>
              <p:cNvSpPr/>
              <p:nvPr/>
            </p:nvSpPr>
            <p:spPr>
              <a:xfrm>
                <a:off x="6024118" y="2414112"/>
                <a:ext cx="67452" cy="51249"/>
              </a:xfrm>
              <a:custGeom>
                <a:rect b="b" l="l" r="r" t="t"/>
                <a:pathLst>
                  <a:path extrusionOk="0" h="873" w="1149">
                    <a:moveTo>
                      <a:pt x="143" y="1"/>
                    </a:moveTo>
                    <a:cubicBezTo>
                      <a:pt x="102" y="1"/>
                      <a:pt x="63" y="25"/>
                      <a:pt x="38" y="49"/>
                    </a:cubicBezTo>
                    <a:cubicBezTo>
                      <a:pt x="0" y="106"/>
                      <a:pt x="19" y="164"/>
                      <a:pt x="58" y="221"/>
                    </a:cubicBezTo>
                    <a:lnTo>
                      <a:pt x="919" y="834"/>
                    </a:lnTo>
                    <a:cubicBezTo>
                      <a:pt x="957" y="872"/>
                      <a:pt x="976" y="872"/>
                      <a:pt x="995" y="872"/>
                    </a:cubicBezTo>
                    <a:cubicBezTo>
                      <a:pt x="1053" y="872"/>
                      <a:pt x="1072" y="834"/>
                      <a:pt x="1091" y="815"/>
                    </a:cubicBezTo>
                    <a:cubicBezTo>
                      <a:pt x="1149" y="776"/>
                      <a:pt x="1110" y="700"/>
                      <a:pt x="1072" y="642"/>
                    </a:cubicBezTo>
                    <a:lnTo>
                      <a:pt x="211" y="30"/>
                    </a:lnTo>
                    <a:cubicBezTo>
                      <a:pt x="190" y="9"/>
                      <a:pt x="166"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8"/>
              <p:cNvSpPr/>
              <p:nvPr/>
            </p:nvSpPr>
            <p:spPr>
              <a:xfrm>
                <a:off x="6155560" y="2266174"/>
                <a:ext cx="34871" cy="100268"/>
              </a:xfrm>
              <a:custGeom>
                <a:rect b="b" l="l" r="r" t="t"/>
                <a:pathLst>
                  <a:path extrusionOk="0" h="1708" w="594">
                    <a:moveTo>
                      <a:pt x="145" y="0"/>
                    </a:moveTo>
                    <a:cubicBezTo>
                      <a:pt x="136" y="0"/>
                      <a:pt x="126" y="2"/>
                      <a:pt x="115" y="4"/>
                    </a:cubicBezTo>
                    <a:cubicBezTo>
                      <a:pt x="58" y="42"/>
                      <a:pt x="1" y="81"/>
                      <a:pt x="20" y="157"/>
                    </a:cubicBezTo>
                    <a:lnTo>
                      <a:pt x="345" y="1612"/>
                    </a:lnTo>
                    <a:cubicBezTo>
                      <a:pt x="364" y="1669"/>
                      <a:pt x="403" y="1708"/>
                      <a:pt x="460" y="1708"/>
                    </a:cubicBezTo>
                    <a:cubicBezTo>
                      <a:pt x="556" y="1689"/>
                      <a:pt x="594" y="1631"/>
                      <a:pt x="575" y="1574"/>
                    </a:cubicBezTo>
                    <a:lnTo>
                      <a:pt x="269" y="100"/>
                    </a:lnTo>
                    <a:cubicBezTo>
                      <a:pt x="252" y="50"/>
                      <a:pt x="207" y="0"/>
                      <a:pt x="1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8"/>
              <p:cNvSpPr/>
              <p:nvPr/>
            </p:nvSpPr>
            <p:spPr>
              <a:xfrm>
                <a:off x="6280309" y="2487142"/>
                <a:ext cx="59586" cy="77080"/>
              </a:xfrm>
              <a:custGeom>
                <a:rect b="b" l="l" r="r" t="t"/>
                <a:pathLst>
                  <a:path extrusionOk="0" h="1313" w="1015">
                    <a:moveTo>
                      <a:pt x="883" y="1"/>
                    </a:moveTo>
                    <a:cubicBezTo>
                      <a:pt x="846" y="1"/>
                      <a:pt x="802" y="25"/>
                      <a:pt x="766" y="49"/>
                    </a:cubicBezTo>
                    <a:lnTo>
                      <a:pt x="58" y="1121"/>
                    </a:lnTo>
                    <a:cubicBezTo>
                      <a:pt x="0" y="1178"/>
                      <a:pt x="39" y="1255"/>
                      <a:pt x="77" y="1293"/>
                    </a:cubicBezTo>
                    <a:cubicBezTo>
                      <a:pt x="96" y="1312"/>
                      <a:pt x="134" y="1312"/>
                      <a:pt x="153" y="1312"/>
                    </a:cubicBezTo>
                    <a:cubicBezTo>
                      <a:pt x="192" y="1312"/>
                      <a:pt x="249" y="1312"/>
                      <a:pt x="249" y="1274"/>
                    </a:cubicBezTo>
                    <a:lnTo>
                      <a:pt x="957" y="183"/>
                    </a:lnTo>
                    <a:cubicBezTo>
                      <a:pt x="1015" y="145"/>
                      <a:pt x="996" y="68"/>
                      <a:pt x="938" y="30"/>
                    </a:cubicBezTo>
                    <a:cubicBezTo>
                      <a:pt x="924" y="9"/>
                      <a:pt x="905" y="1"/>
                      <a:pt x="8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8"/>
              <p:cNvSpPr/>
              <p:nvPr/>
            </p:nvSpPr>
            <p:spPr>
              <a:xfrm>
                <a:off x="6435351" y="2524773"/>
                <a:ext cx="49488" cy="56298"/>
              </a:xfrm>
              <a:custGeom>
                <a:rect b="b" l="l" r="r" t="t"/>
                <a:pathLst>
                  <a:path extrusionOk="0" h="959" w="843">
                    <a:moveTo>
                      <a:pt x="705" y="1"/>
                    </a:moveTo>
                    <a:cubicBezTo>
                      <a:pt x="668" y="1"/>
                      <a:pt x="631" y="22"/>
                      <a:pt x="594" y="59"/>
                    </a:cubicBezTo>
                    <a:lnTo>
                      <a:pt x="39" y="767"/>
                    </a:lnTo>
                    <a:cubicBezTo>
                      <a:pt x="1" y="825"/>
                      <a:pt x="20" y="901"/>
                      <a:pt x="77" y="939"/>
                    </a:cubicBezTo>
                    <a:cubicBezTo>
                      <a:pt x="96" y="959"/>
                      <a:pt x="115" y="959"/>
                      <a:pt x="135" y="959"/>
                    </a:cubicBezTo>
                    <a:cubicBezTo>
                      <a:pt x="173" y="959"/>
                      <a:pt x="211" y="939"/>
                      <a:pt x="230" y="920"/>
                    </a:cubicBezTo>
                    <a:lnTo>
                      <a:pt x="785" y="193"/>
                    </a:lnTo>
                    <a:cubicBezTo>
                      <a:pt x="843" y="155"/>
                      <a:pt x="805" y="78"/>
                      <a:pt x="766" y="21"/>
                    </a:cubicBezTo>
                    <a:cubicBezTo>
                      <a:pt x="746" y="7"/>
                      <a:pt x="726" y="1"/>
                      <a:pt x="7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8"/>
              <p:cNvSpPr/>
              <p:nvPr/>
            </p:nvSpPr>
            <p:spPr>
              <a:xfrm>
                <a:off x="6481434" y="2671595"/>
                <a:ext cx="65221" cy="74673"/>
              </a:xfrm>
              <a:custGeom>
                <a:rect b="b" l="l" r="r" t="t"/>
                <a:pathLst>
                  <a:path extrusionOk="0" h="1272" w="1111">
                    <a:moveTo>
                      <a:pt x="984" y="0"/>
                    </a:moveTo>
                    <a:cubicBezTo>
                      <a:pt x="950" y="0"/>
                      <a:pt x="912" y="15"/>
                      <a:pt x="881" y="46"/>
                    </a:cubicBezTo>
                    <a:lnTo>
                      <a:pt x="20" y="1080"/>
                    </a:lnTo>
                    <a:cubicBezTo>
                      <a:pt x="0" y="1118"/>
                      <a:pt x="0" y="1195"/>
                      <a:pt x="58" y="1233"/>
                    </a:cubicBezTo>
                    <a:cubicBezTo>
                      <a:pt x="77" y="1271"/>
                      <a:pt x="96" y="1271"/>
                      <a:pt x="115" y="1271"/>
                    </a:cubicBezTo>
                    <a:cubicBezTo>
                      <a:pt x="154" y="1271"/>
                      <a:pt x="192" y="1233"/>
                      <a:pt x="211" y="1214"/>
                    </a:cubicBezTo>
                    <a:lnTo>
                      <a:pt x="1072" y="180"/>
                    </a:lnTo>
                    <a:cubicBezTo>
                      <a:pt x="1111" y="142"/>
                      <a:pt x="1111" y="65"/>
                      <a:pt x="1053" y="27"/>
                    </a:cubicBezTo>
                    <a:cubicBezTo>
                      <a:pt x="1036" y="10"/>
                      <a:pt x="1011" y="0"/>
                      <a:pt x="9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8"/>
              <p:cNvSpPr/>
              <p:nvPr/>
            </p:nvSpPr>
            <p:spPr>
              <a:xfrm>
                <a:off x="6665711" y="2723139"/>
                <a:ext cx="49488" cy="59057"/>
              </a:xfrm>
              <a:custGeom>
                <a:rect b="b" l="l" r="r" t="t"/>
                <a:pathLst>
                  <a:path extrusionOk="0" h="1006" w="843">
                    <a:moveTo>
                      <a:pt x="703" y="0"/>
                    </a:moveTo>
                    <a:cubicBezTo>
                      <a:pt x="666" y="0"/>
                      <a:pt x="630" y="24"/>
                      <a:pt x="594" y="49"/>
                    </a:cubicBezTo>
                    <a:lnTo>
                      <a:pt x="39" y="814"/>
                    </a:lnTo>
                    <a:cubicBezTo>
                      <a:pt x="0" y="872"/>
                      <a:pt x="20" y="929"/>
                      <a:pt x="77" y="987"/>
                    </a:cubicBezTo>
                    <a:cubicBezTo>
                      <a:pt x="96" y="1006"/>
                      <a:pt x="115" y="1006"/>
                      <a:pt x="134" y="1006"/>
                    </a:cubicBezTo>
                    <a:cubicBezTo>
                      <a:pt x="192" y="1006"/>
                      <a:pt x="211" y="987"/>
                      <a:pt x="230" y="948"/>
                    </a:cubicBezTo>
                    <a:lnTo>
                      <a:pt x="785" y="183"/>
                    </a:lnTo>
                    <a:cubicBezTo>
                      <a:pt x="843" y="144"/>
                      <a:pt x="804" y="68"/>
                      <a:pt x="766" y="30"/>
                    </a:cubicBezTo>
                    <a:cubicBezTo>
                      <a:pt x="745" y="8"/>
                      <a:pt x="724" y="0"/>
                      <a:pt x="7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8"/>
              <p:cNvSpPr/>
              <p:nvPr/>
            </p:nvSpPr>
            <p:spPr>
              <a:xfrm>
                <a:off x="6698293" y="2850882"/>
                <a:ext cx="61875" cy="83009"/>
              </a:xfrm>
              <a:custGeom>
                <a:rect b="b" l="l" r="r" t="t"/>
                <a:pathLst>
                  <a:path extrusionOk="0" h="1414" w="1054">
                    <a:moveTo>
                      <a:pt x="905" y="1"/>
                    </a:moveTo>
                    <a:cubicBezTo>
                      <a:pt x="871" y="1"/>
                      <a:pt x="838" y="21"/>
                      <a:pt x="804" y="55"/>
                    </a:cubicBezTo>
                    <a:lnTo>
                      <a:pt x="39" y="1222"/>
                    </a:lnTo>
                    <a:cubicBezTo>
                      <a:pt x="1" y="1280"/>
                      <a:pt x="20" y="1337"/>
                      <a:pt x="58" y="1395"/>
                    </a:cubicBezTo>
                    <a:cubicBezTo>
                      <a:pt x="77" y="1414"/>
                      <a:pt x="115" y="1414"/>
                      <a:pt x="135" y="1414"/>
                    </a:cubicBezTo>
                    <a:cubicBezTo>
                      <a:pt x="154" y="1414"/>
                      <a:pt x="211" y="1395"/>
                      <a:pt x="230" y="1356"/>
                    </a:cubicBezTo>
                    <a:lnTo>
                      <a:pt x="996" y="189"/>
                    </a:lnTo>
                    <a:cubicBezTo>
                      <a:pt x="1053" y="150"/>
                      <a:pt x="1015" y="74"/>
                      <a:pt x="977" y="36"/>
                    </a:cubicBezTo>
                    <a:cubicBezTo>
                      <a:pt x="953" y="12"/>
                      <a:pt x="929" y="1"/>
                      <a:pt x="9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8"/>
              <p:cNvSpPr/>
              <p:nvPr/>
            </p:nvSpPr>
            <p:spPr>
              <a:xfrm>
                <a:off x="6851104" y="2887691"/>
                <a:ext cx="56239" cy="69800"/>
              </a:xfrm>
              <a:custGeom>
                <a:rect b="b" l="l" r="r" t="t"/>
                <a:pathLst>
                  <a:path extrusionOk="0" h="1189" w="958">
                    <a:moveTo>
                      <a:pt x="824" y="0"/>
                    </a:moveTo>
                    <a:cubicBezTo>
                      <a:pt x="787" y="0"/>
                      <a:pt x="744" y="17"/>
                      <a:pt x="709" y="40"/>
                    </a:cubicBezTo>
                    <a:lnTo>
                      <a:pt x="39" y="997"/>
                    </a:lnTo>
                    <a:cubicBezTo>
                      <a:pt x="1" y="1055"/>
                      <a:pt x="20" y="1131"/>
                      <a:pt x="77" y="1169"/>
                    </a:cubicBezTo>
                    <a:cubicBezTo>
                      <a:pt x="96" y="1189"/>
                      <a:pt x="116" y="1189"/>
                      <a:pt x="135" y="1189"/>
                    </a:cubicBezTo>
                    <a:cubicBezTo>
                      <a:pt x="192" y="1189"/>
                      <a:pt x="211" y="1169"/>
                      <a:pt x="230" y="1150"/>
                    </a:cubicBezTo>
                    <a:lnTo>
                      <a:pt x="900" y="193"/>
                    </a:lnTo>
                    <a:cubicBezTo>
                      <a:pt x="958" y="136"/>
                      <a:pt x="939" y="59"/>
                      <a:pt x="881" y="21"/>
                    </a:cubicBezTo>
                    <a:cubicBezTo>
                      <a:pt x="867" y="6"/>
                      <a:pt x="846" y="0"/>
                      <a:pt x="8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8"/>
              <p:cNvSpPr/>
              <p:nvPr/>
            </p:nvSpPr>
            <p:spPr>
              <a:xfrm>
                <a:off x="6857855" y="3012968"/>
                <a:ext cx="73088" cy="82715"/>
              </a:xfrm>
              <a:custGeom>
                <a:rect b="b" l="l" r="r" t="t"/>
                <a:pathLst>
                  <a:path extrusionOk="0" h="1409" w="1245">
                    <a:moveTo>
                      <a:pt x="1138" y="0"/>
                    </a:moveTo>
                    <a:cubicBezTo>
                      <a:pt x="1098" y="0"/>
                      <a:pt x="1058" y="14"/>
                      <a:pt x="1034" y="50"/>
                    </a:cubicBezTo>
                    <a:lnTo>
                      <a:pt x="20" y="1218"/>
                    </a:lnTo>
                    <a:cubicBezTo>
                      <a:pt x="1" y="1256"/>
                      <a:pt x="1" y="1332"/>
                      <a:pt x="58" y="1390"/>
                    </a:cubicBezTo>
                    <a:cubicBezTo>
                      <a:pt x="77" y="1409"/>
                      <a:pt x="96" y="1409"/>
                      <a:pt x="115" y="1409"/>
                    </a:cubicBezTo>
                    <a:cubicBezTo>
                      <a:pt x="173" y="1409"/>
                      <a:pt x="192" y="1390"/>
                      <a:pt x="211" y="1352"/>
                    </a:cubicBezTo>
                    <a:lnTo>
                      <a:pt x="1226" y="184"/>
                    </a:lnTo>
                    <a:cubicBezTo>
                      <a:pt x="1245" y="146"/>
                      <a:pt x="1245" y="69"/>
                      <a:pt x="1206" y="12"/>
                    </a:cubicBezTo>
                    <a:cubicBezTo>
                      <a:pt x="1185" y="5"/>
                      <a:pt x="1162" y="0"/>
                      <a:pt x="11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8"/>
              <p:cNvSpPr/>
              <p:nvPr/>
            </p:nvSpPr>
            <p:spPr>
              <a:xfrm>
                <a:off x="7010666" y="3028115"/>
                <a:ext cx="52893" cy="58588"/>
              </a:xfrm>
              <a:custGeom>
                <a:rect b="b" l="l" r="r" t="t"/>
                <a:pathLst>
                  <a:path extrusionOk="0" h="998" w="901">
                    <a:moveTo>
                      <a:pt x="758" y="1"/>
                    </a:moveTo>
                    <a:cubicBezTo>
                      <a:pt x="722" y="1"/>
                      <a:pt x="687" y="17"/>
                      <a:pt x="651" y="41"/>
                    </a:cubicBezTo>
                    <a:lnTo>
                      <a:pt x="58" y="806"/>
                    </a:lnTo>
                    <a:cubicBezTo>
                      <a:pt x="1" y="864"/>
                      <a:pt x="39" y="940"/>
                      <a:pt x="77" y="979"/>
                    </a:cubicBezTo>
                    <a:cubicBezTo>
                      <a:pt x="96" y="998"/>
                      <a:pt x="135" y="998"/>
                      <a:pt x="154" y="998"/>
                    </a:cubicBezTo>
                    <a:cubicBezTo>
                      <a:pt x="173" y="998"/>
                      <a:pt x="230" y="998"/>
                      <a:pt x="249" y="960"/>
                    </a:cubicBezTo>
                    <a:lnTo>
                      <a:pt x="843" y="194"/>
                    </a:lnTo>
                    <a:cubicBezTo>
                      <a:pt x="900" y="136"/>
                      <a:pt x="862" y="60"/>
                      <a:pt x="824" y="22"/>
                    </a:cubicBezTo>
                    <a:cubicBezTo>
                      <a:pt x="802" y="7"/>
                      <a:pt x="780" y="1"/>
                      <a:pt x="7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8"/>
              <p:cNvSpPr/>
              <p:nvPr/>
            </p:nvSpPr>
            <p:spPr>
              <a:xfrm>
                <a:off x="7033150" y="3164781"/>
                <a:ext cx="95572" cy="98331"/>
              </a:xfrm>
              <a:custGeom>
                <a:rect b="b" l="l" r="r" t="t"/>
                <a:pathLst>
                  <a:path extrusionOk="0" h="1675" w="1628">
                    <a:moveTo>
                      <a:pt x="1503" y="0"/>
                    </a:moveTo>
                    <a:cubicBezTo>
                      <a:pt x="1474" y="0"/>
                      <a:pt x="1446" y="10"/>
                      <a:pt x="1417" y="29"/>
                    </a:cubicBezTo>
                    <a:lnTo>
                      <a:pt x="58" y="1464"/>
                    </a:lnTo>
                    <a:cubicBezTo>
                      <a:pt x="0" y="1522"/>
                      <a:pt x="0" y="1598"/>
                      <a:pt x="58" y="1637"/>
                    </a:cubicBezTo>
                    <a:cubicBezTo>
                      <a:pt x="77" y="1675"/>
                      <a:pt x="96" y="1675"/>
                      <a:pt x="134" y="1675"/>
                    </a:cubicBezTo>
                    <a:cubicBezTo>
                      <a:pt x="154" y="1675"/>
                      <a:pt x="173" y="1675"/>
                      <a:pt x="230" y="1637"/>
                    </a:cubicBezTo>
                    <a:lnTo>
                      <a:pt x="1589" y="201"/>
                    </a:lnTo>
                    <a:cubicBezTo>
                      <a:pt x="1627" y="163"/>
                      <a:pt x="1627" y="86"/>
                      <a:pt x="1589" y="29"/>
                    </a:cubicBezTo>
                    <a:cubicBezTo>
                      <a:pt x="1560" y="10"/>
                      <a:pt x="1532" y="0"/>
                      <a:pt x="15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8"/>
              <p:cNvSpPr/>
              <p:nvPr/>
            </p:nvSpPr>
            <p:spPr>
              <a:xfrm>
                <a:off x="7220773" y="3197774"/>
                <a:ext cx="52893" cy="65339"/>
              </a:xfrm>
              <a:custGeom>
                <a:rect b="b" l="l" r="r" t="t"/>
                <a:pathLst>
                  <a:path extrusionOk="0" h="1113" w="901">
                    <a:moveTo>
                      <a:pt x="768" y="1"/>
                    </a:moveTo>
                    <a:cubicBezTo>
                      <a:pt x="733" y="1"/>
                      <a:pt x="695" y="17"/>
                      <a:pt x="671" y="41"/>
                    </a:cubicBezTo>
                    <a:lnTo>
                      <a:pt x="39" y="902"/>
                    </a:lnTo>
                    <a:cubicBezTo>
                      <a:pt x="1" y="960"/>
                      <a:pt x="20" y="1036"/>
                      <a:pt x="58" y="1075"/>
                    </a:cubicBezTo>
                    <a:cubicBezTo>
                      <a:pt x="97" y="1113"/>
                      <a:pt x="116" y="1113"/>
                      <a:pt x="135" y="1113"/>
                    </a:cubicBezTo>
                    <a:cubicBezTo>
                      <a:pt x="154" y="1113"/>
                      <a:pt x="211" y="1075"/>
                      <a:pt x="231" y="1055"/>
                    </a:cubicBezTo>
                    <a:lnTo>
                      <a:pt x="862" y="194"/>
                    </a:lnTo>
                    <a:cubicBezTo>
                      <a:pt x="901" y="137"/>
                      <a:pt x="881" y="79"/>
                      <a:pt x="824" y="22"/>
                    </a:cubicBezTo>
                    <a:cubicBezTo>
                      <a:pt x="809" y="7"/>
                      <a:pt x="789" y="1"/>
                      <a:pt x="7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8"/>
              <p:cNvSpPr/>
              <p:nvPr/>
            </p:nvSpPr>
            <p:spPr>
              <a:xfrm>
                <a:off x="7182614" y="3289120"/>
                <a:ext cx="83185" cy="104377"/>
              </a:xfrm>
              <a:custGeom>
                <a:rect b="b" l="l" r="r" t="t"/>
                <a:pathLst>
                  <a:path extrusionOk="0" h="1778" w="1417">
                    <a:moveTo>
                      <a:pt x="1268" y="1"/>
                    </a:moveTo>
                    <a:cubicBezTo>
                      <a:pt x="1234" y="1"/>
                      <a:pt x="1201" y="21"/>
                      <a:pt x="1168" y="55"/>
                    </a:cubicBezTo>
                    <a:lnTo>
                      <a:pt x="38" y="1586"/>
                    </a:lnTo>
                    <a:cubicBezTo>
                      <a:pt x="0" y="1624"/>
                      <a:pt x="19" y="1701"/>
                      <a:pt x="77" y="1758"/>
                    </a:cubicBezTo>
                    <a:cubicBezTo>
                      <a:pt x="96" y="1777"/>
                      <a:pt x="115" y="1777"/>
                      <a:pt x="134" y="1777"/>
                    </a:cubicBezTo>
                    <a:cubicBezTo>
                      <a:pt x="192" y="1777"/>
                      <a:pt x="211" y="1758"/>
                      <a:pt x="230" y="1720"/>
                    </a:cubicBezTo>
                    <a:lnTo>
                      <a:pt x="1359" y="189"/>
                    </a:lnTo>
                    <a:cubicBezTo>
                      <a:pt x="1417" y="150"/>
                      <a:pt x="1378" y="74"/>
                      <a:pt x="1340" y="35"/>
                    </a:cubicBezTo>
                    <a:cubicBezTo>
                      <a:pt x="1316" y="11"/>
                      <a:pt x="1292" y="1"/>
                      <a:pt x="1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9" name="Google Shape;919;p28"/>
            <p:cNvSpPr/>
            <p:nvPr/>
          </p:nvSpPr>
          <p:spPr>
            <a:xfrm>
              <a:off x="7419668" y="3133843"/>
              <a:ext cx="168601" cy="14676"/>
            </a:xfrm>
            <a:custGeom>
              <a:rect b="b" l="l" r="r" t="t"/>
              <a:pathLst>
                <a:path extrusionOk="0" h="250" w="2872">
                  <a:moveTo>
                    <a:pt x="2757" y="1"/>
                  </a:moveTo>
                  <a:lnTo>
                    <a:pt x="116" y="20"/>
                  </a:lnTo>
                  <a:cubicBezTo>
                    <a:pt x="58" y="20"/>
                    <a:pt x="1" y="58"/>
                    <a:pt x="1" y="135"/>
                  </a:cubicBezTo>
                  <a:cubicBezTo>
                    <a:pt x="1" y="211"/>
                    <a:pt x="58" y="250"/>
                    <a:pt x="116" y="250"/>
                  </a:cubicBezTo>
                  <a:lnTo>
                    <a:pt x="2757" y="230"/>
                  </a:lnTo>
                  <a:cubicBezTo>
                    <a:pt x="2834" y="230"/>
                    <a:pt x="2872" y="192"/>
                    <a:pt x="2872" y="116"/>
                  </a:cubicBezTo>
                  <a:cubicBezTo>
                    <a:pt x="2872" y="39"/>
                    <a:pt x="2834" y="1"/>
                    <a:pt x="2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0" name="Google Shape;920;p28"/>
            <p:cNvGrpSpPr/>
            <p:nvPr/>
          </p:nvGrpSpPr>
          <p:grpSpPr>
            <a:xfrm>
              <a:off x="6990471" y="3077662"/>
              <a:ext cx="995587" cy="839431"/>
              <a:chOff x="6990471" y="3077662"/>
              <a:chExt cx="995587" cy="839431"/>
            </a:xfrm>
          </p:grpSpPr>
          <p:sp>
            <p:nvSpPr>
              <p:cNvPr id="921" name="Google Shape;921;p28"/>
              <p:cNvSpPr/>
              <p:nvPr/>
            </p:nvSpPr>
            <p:spPr>
              <a:xfrm>
                <a:off x="7509605" y="3079717"/>
                <a:ext cx="21369" cy="68802"/>
              </a:xfrm>
              <a:custGeom>
                <a:rect b="b" l="l" r="r" t="t"/>
                <a:pathLst>
                  <a:path extrusionOk="0" h="1172" w="364">
                    <a:moveTo>
                      <a:pt x="109" y="1"/>
                    </a:moveTo>
                    <a:cubicBezTo>
                      <a:pt x="104" y="1"/>
                      <a:pt x="100" y="2"/>
                      <a:pt x="96" y="4"/>
                    </a:cubicBezTo>
                    <a:cubicBezTo>
                      <a:pt x="57" y="23"/>
                      <a:pt x="0" y="81"/>
                      <a:pt x="0" y="157"/>
                    </a:cubicBezTo>
                    <a:lnTo>
                      <a:pt x="96" y="1076"/>
                    </a:lnTo>
                    <a:cubicBezTo>
                      <a:pt x="96" y="1133"/>
                      <a:pt x="153" y="1172"/>
                      <a:pt x="211" y="1172"/>
                    </a:cubicBezTo>
                    <a:cubicBezTo>
                      <a:pt x="306" y="1152"/>
                      <a:pt x="364" y="1114"/>
                      <a:pt x="345" y="1018"/>
                    </a:cubicBezTo>
                    <a:lnTo>
                      <a:pt x="249" y="100"/>
                    </a:lnTo>
                    <a:cubicBezTo>
                      <a:pt x="215" y="66"/>
                      <a:pt x="150"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8"/>
              <p:cNvSpPr/>
              <p:nvPr/>
            </p:nvSpPr>
            <p:spPr>
              <a:xfrm>
                <a:off x="7448903" y="3084413"/>
                <a:ext cx="14676" cy="62990"/>
              </a:xfrm>
              <a:custGeom>
                <a:rect b="b" l="l" r="r" t="t"/>
                <a:pathLst>
                  <a:path extrusionOk="0" h="1073" w="250">
                    <a:moveTo>
                      <a:pt x="134" y="1"/>
                    </a:moveTo>
                    <a:cubicBezTo>
                      <a:pt x="58" y="1"/>
                      <a:pt x="0" y="39"/>
                      <a:pt x="0" y="115"/>
                    </a:cubicBezTo>
                    <a:lnTo>
                      <a:pt x="0" y="958"/>
                    </a:lnTo>
                    <a:cubicBezTo>
                      <a:pt x="0" y="1034"/>
                      <a:pt x="58" y="1072"/>
                      <a:pt x="134" y="1072"/>
                    </a:cubicBezTo>
                    <a:cubicBezTo>
                      <a:pt x="192" y="1072"/>
                      <a:pt x="249" y="1034"/>
                      <a:pt x="249" y="958"/>
                    </a:cubicBezTo>
                    <a:lnTo>
                      <a:pt x="249" y="115"/>
                    </a:lnTo>
                    <a:cubicBezTo>
                      <a:pt x="249" y="39"/>
                      <a:pt x="192" y="1"/>
                      <a:pt x="1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8"/>
              <p:cNvSpPr/>
              <p:nvPr/>
            </p:nvSpPr>
            <p:spPr>
              <a:xfrm>
                <a:off x="7491582" y="3134959"/>
                <a:ext cx="13561" cy="64106"/>
              </a:xfrm>
              <a:custGeom>
                <a:rect b="b" l="l" r="r" t="t"/>
                <a:pathLst>
                  <a:path extrusionOk="0" h="1092" w="231">
                    <a:moveTo>
                      <a:pt x="116" y="1"/>
                    </a:moveTo>
                    <a:cubicBezTo>
                      <a:pt x="39" y="1"/>
                      <a:pt x="1" y="39"/>
                      <a:pt x="1" y="116"/>
                    </a:cubicBezTo>
                    <a:lnTo>
                      <a:pt x="1" y="977"/>
                    </a:lnTo>
                    <a:cubicBezTo>
                      <a:pt x="1" y="1054"/>
                      <a:pt x="39" y="1092"/>
                      <a:pt x="116" y="1092"/>
                    </a:cubicBezTo>
                    <a:cubicBezTo>
                      <a:pt x="192" y="1092"/>
                      <a:pt x="230" y="1034"/>
                      <a:pt x="230" y="977"/>
                    </a:cubicBezTo>
                    <a:lnTo>
                      <a:pt x="230" y="116"/>
                    </a:lnTo>
                    <a:cubicBezTo>
                      <a:pt x="23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8"/>
              <p:cNvSpPr/>
              <p:nvPr/>
            </p:nvSpPr>
            <p:spPr>
              <a:xfrm>
                <a:off x="7426419" y="3191140"/>
                <a:ext cx="140540" cy="16907"/>
              </a:xfrm>
              <a:custGeom>
                <a:rect b="b" l="l" r="r" t="t"/>
                <a:pathLst>
                  <a:path extrusionOk="0" h="288" w="2394">
                    <a:moveTo>
                      <a:pt x="135" y="1"/>
                    </a:moveTo>
                    <a:cubicBezTo>
                      <a:pt x="58" y="1"/>
                      <a:pt x="1" y="39"/>
                      <a:pt x="1" y="116"/>
                    </a:cubicBezTo>
                    <a:cubicBezTo>
                      <a:pt x="1" y="192"/>
                      <a:pt x="58" y="231"/>
                      <a:pt x="135" y="231"/>
                    </a:cubicBezTo>
                    <a:lnTo>
                      <a:pt x="2278" y="288"/>
                    </a:lnTo>
                    <a:cubicBezTo>
                      <a:pt x="2355" y="288"/>
                      <a:pt x="2393" y="231"/>
                      <a:pt x="2393" y="173"/>
                    </a:cubicBezTo>
                    <a:cubicBezTo>
                      <a:pt x="2393" y="97"/>
                      <a:pt x="2355" y="39"/>
                      <a:pt x="2278" y="39"/>
                    </a:cubicBezTo>
                    <a:lnTo>
                      <a:pt x="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8"/>
              <p:cNvSpPr/>
              <p:nvPr/>
            </p:nvSpPr>
            <p:spPr>
              <a:xfrm>
                <a:off x="7407339" y="3077662"/>
                <a:ext cx="185449" cy="13561"/>
              </a:xfrm>
              <a:custGeom>
                <a:rect b="b" l="l" r="r" t="t"/>
                <a:pathLst>
                  <a:path extrusionOk="0" h="231" w="3159">
                    <a:moveTo>
                      <a:pt x="115" y="1"/>
                    </a:moveTo>
                    <a:cubicBezTo>
                      <a:pt x="39" y="1"/>
                      <a:pt x="0" y="39"/>
                      <a:pt x="0" y="116"/>
                    </a:cubicBezTo>
                    <a:cubicBezTo>
                      <a:pt x="0" y="192"/>
                      <a:pt x="39" y="230"/>
                      <a:pt x="115" y="230"/>
                    </a:cubicBezTo>
                    <a:lnTo>
                      <a:pt x="3044" y="230"/>
                    </a:lnTo>
                    <a:cubicBezTo>
                      <a:pt x="3082" y="230"/>
                      <a:pt x="3158" y="192"/>
                      <a:pt x="3158" y="116"/>
                    </a:cubicBezTo>
                    <a:cubicBezTo>
                      <a:pt x="3158" y="39"/>
                      <a:pt x="3101" y="1"/>
                      <a:pt x="30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8"/>
              <p:cNvSpPr/>
              <p:nvPr/>
            </p:nvSpPr>
            <p:spPr>
              <a:xfrm>
                <a:off x="7002799" y="3842890"/>
                <a:ext cx="168601" cy="14676"/>
              </a:xfrm>
              <a:custGeom>
                <a:rect b="b" l="l" r="r" t="t"/>
                <a:pathLst>
                  <a:path extrusionOk="0" h="250" w="2872">
                    <a:moveTo>
                      <a:pt x="2757" y="0"/>
                    </a:moveTo>
                    <a:lnTo>
                      <a:pt x="115" y="20"/>
                    </a:lnTo>
                    <a:cubicBezTo>
                      <a:pt x="39" y="20"/>
                      <a:pt x="1" y="77"/>
                      <a:pt x="1" y="134"/>
                    </a:cubicBezTo>
                    <a:cubicBezTo>
                      <a:pt x="1" y="211"/>
                      <a:pt x="39" y="249"/>
                      <a:pt x="115" y="249"/>
                    </a:cubicBezTo>
                    <a:lnTo>
                      <a:pt x="2757" y="230"/>
                    </a:lnTo>
                    <a:cubicBezTo>
                      <a:pt x="2814" y="230"/>
                      <a:pt x="2872" y="192"/>
                      <a:pt x="2872" y="115"/>
                    </a:cubicBezTo>
                    <a:cubicBezTo>
                      <a:pt x="2872" y="39"/>
                      <a:pt x="2814" y="0"/>
                      <a:pt x="27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8"/>
              <p:cNvSpPr/>
              <p:nvPr/>
            </p:nvSpPr>
            <p:spPr>
              <a:xfrm>
                <a:off x="7093851" y="3791170"/>
                <a:ext cx="20253" cy="66395"/>
              </a:xfrm>
              <a:custGeom>
                <a:rect b="b" l="l" r="r" t="t"/>
                <a:pathLst>
                  <a:path extrusionOk="0" h="1131" w="345">
                    <a:moveTo>
                      <a:pt x="96" y="1"/>
                    </a:moveTo>
                    <a:cubicBezTo>
                      <a:pt x="57" y="20"/>
                      <a:pt x="0" y="58"/>
                      <a:pt x="0" y="135"/>
                    </a:cubicBezTo>
                    <a:lnTo>
                      <a:pt x="96" y="1054"/>
                    </a:lnTo>
                    <a:cubicBezTo>
                      <a:pt x="96" y="1092"/>
                      <a:pt x="153" y="1130"/>
                      <a:pt x="211" y="1130"/>
                    </a:cubicBezTo>
                    <a:cubicBezTo>
                      <a:pt x="287" y="1111"/>
                      <a:pt x="345" y="1073"/>
                      <a:pt x="345" y="996"/>
                    </a:cubicBezTo>
                    <a:lnTo>
                      <a:pt x="249" y="97"/>
                    </a:lnTo>
                    <a:cubicBezTo>
                      <a:pt x="211" y="39"/>
                      <a:pt x="172"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8"/>
              <p:cNvSpPr/>
              <p:nvPr/>
            </p:nvSpPr>
            <p:spPr>
              <a:xfrm>
                <a:off x="7032034" y="3793460"/>
                <a:ext cx="14676" cy="62990"/>
              </a:xfrm>
              <a:custGeom>
                <a:rect b="b" l="l" r="r" t="t"/>
                <a:pathLst>
                  <a:path extrusionOk="0" h="1073" w="250">
                    <a:moveTo>
                      <a:pt x="115" y="0"/>
                    </a:moveTo>
                    <a:cubicBezTo>
                      <a:pt x="58" y="0"/>
                      <a:pt x="0" y="58"/>
                      <a:pt x="0" y="115"/>
                    </a:cubicBezTo>
                    <a:lnTo>
                      <a:pt x="0" y="957"/>
                    </a:lnTo>
                    <a:cubicBezTo>
                      <a:pt x="0" y="1034"/>
                      <a:pt x="58" y="1072"/>
                      <a:pt x="115" y="1072"/>
                    </a:cubicBezTo>
                    <a:cubicBezTo>
                      <a:pt x="192" y="1072"/>
                      <a:pt x="249" y="1034"/>
                      <a:pt x="249" y="957"/>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8"/>
              <p:cNvSpPr/>
              <p:nvPr/>
            </p:nvSpPr>
            <p:spPr>
              <a:xfrm>
                <a:off x="7074713" y="3844005"/>
                <a:ext cx="13561" cy="65221"/>
              </a:xfrm>
              <a:custGeom>
                <a:rect b="b" l="l" r="r" t="t"/>
                <a:pathLst>
                  <a:path extrusionOk="0" h="1111" w="231">
                    <a:moveTo>
                      <a:pt x="115" y="1"/>
                    </a:moveTo>
                    <a:cubicBezTo>
                      <a:pt x="39" y="1"/>
                      <a:pt x="1" y="58"/>
                      <a:pt x="1" y="115"/>
                    </a:cubicBezTo>
                    <a:lnTo>
                      <a:pt x="1" y="977"/>
                    </a:lnTo>
                    <a:cubicBezTo>
                      <a:pt x="1" y="1053"/>
                      <a:pt x="39" y="1111"/>
                      <a:pt x="115" y="1111"/>
                    </a:cubicBezTo>
                    <a:cubicBezTo>
                      <a:pt x="192" y="1111"/>
                      <a:pt x="230" y="1034"/>
                      <a:pt x="230" y="977"/>
                    </a:cubicBezTo>
                    <a:lnTo>
                      <a:pt x="230" y="115"/>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8"/>
              <p:cNvSpPr/>
              <p:nvPr/>
            </p:nvSpPr>
            <p:spPr>
              <a:xfrm>
                <a:off x="7009550" y="3900186"/>
                <a:ext cx="140540" cy="16907"/>
              </a:xfrm>
              <a:custGeom>
                <a:rect b="b" l="l" r="r" t="t"/>
                <a:pathLst>
                  <a:path extrusionOk="0" h="288" w="2394">
                    <a:moveTo>
                      <a:pt x="115" y="1"/>
                    </a:moveTo>
                    <a:cubicBezTo>
                      <a:pt x="58" y="1"/>
                      <a:pt x="0" y="58"/>
                      <a:pt x="0" y="115"/>
                    </a:cubicBezTo>
                    <a:cubicBezTo>
                      <a:pt x="0" y="192"/>
                      <a:pt x="58" y="230"/>
                      <a:pt x="115" y="230"/>
                    </a:cubicBezTo>
                    <a:lnTo>
                      <a:pt x="2278" y="288"/>
                    </a:lnTo>
                    <a:cubicBezTo>
                      <a:pt x="2355" y="288"/>
                      <a:pt x="2393" y="230"/>
                      <a:pt x="2393" y="173"/>
                    </a:cubicBezTo>
                    <a:cubicBezTo>
                      <a:pt x="2393" y="96"/>
                      <a:pt x="2355" y="58"/>
                      <a:pt x="2278" y="58"/>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8"/>
              <p:cNvSpPr/>
              <p:nvPr/>
            </p:nvSpPr>
            <p:spPr>
              <a:xfrm>
                <a:off x="6990471" y="3786709"/>
                <a:ext cx="185449" cy="13561"/>
              </a:xfrm>
              <a:custGeom>
                <a:rect b="b" l="l" r="r" t="t"/>
                <a:pathLst>
                  <a:path extrusionOk="0" h="231" w="3159">
                    <a:moveTo>
                      <a:pt x="115" y="0"/>
                    </a:moveTo>
                    <a:cubicBezTo>
                      <a:pt x="38" y="0"/>
                      <a:pt x="0" y="39"/>
                      <a:pt x="0" y="115"/>
                    </a:cubicBezTo>
                    <a:cubicBezTo>
                      <a:pt x="0" y="192"/>
                      <a:pt x="38" y="230"/>
                      <a:pt x="115" y="230"/>
                    </a:cubicBezTo>
                    <a:lnTo>
                      <a:pt x="3024" y="230"/>
                    </a:lnTo>
                    <a:cubicBezTo>
                      <a:pt x="3101" y="230"/>
                      <a:pt x="3158" y="192"/>
                      <a:pt x="3158" y="115"/>
                    </a:cubicBezTo>
                    <a:cubicBezTo>
                      <a:pt x="3158" y="39"/>
                      <a:pt x="3101" y="0"/>
                      <a:pt x="30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8"/>
              <p:cNvSpPr/>
              <p:nvPr/>
            </p:nvSpPr>
            <p:spPr>
              <a:xfrm>
                <a:off x="7812995" y="3646226"/>
                <a:ext cx="168601" cy="14676"/>
              </a:xfrm>
              <a:custGeom>
                <a:rect b="b" l="l" r="r" t="t"/>
                <a:pathLst>
                  <a:path extrusionOk="0" h="250" w="2872">
                    <a:moveTo>
                      <a:pt x="2756" y="1"/>
                    </a:moveTo>
                    <a:lnTo>
                      <a:pt x="115" y="20"/>
                    </a:lnTo>
                    <a:cubicBezTo>
                      <a:pt x="57" y="20"/>
                      <a:pt x="0" y="77"/>
                      <a:pt x="0" y="135"/>
                    </a:cubicBezTo>
                    <a:cubicBezTo>
                      <a:pt x="0" y="211"/>
                      <a:pt x="57" y="250"/>
                      <a:pt x="115" y="250"/>
                    </a:cubicBezTo>
                    <a:lnTo>
                      <a:pt x="2756" y="231"/>
                    </a:lnTo>
                    <a:cubicBezTo>
                      <a:pt x="2833" y="231"/>
                      <a:pt x="2871" y="192"/>
                      <a:pt x="2871" y="116"/>
                    </a:cubicBezTo>
                    <a:cubicBezTo>
                      <a:pt x="2871" y="39"/>
                      <a:pt x="2833" y="1"/>
                      <a:pt x="2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8"/>
              <p:cNvSpPr/>
              <p:nvPr/>
            </p:nvSpPr>
            <p:spPr>
              <a:xfrm>
                <a:off x="7902874" y="3594565"/>
                <a:ext cx="21369" cy="66337"/>
              </a:xfrm>
              <a:custGeom>
                <a:rect b="b" l="l" r="r" t="t"/>
                <a:pathLst>
                  <a:path extrusionOk="0" h="1130" w="364">
                    <a:moveTo>
                      <a:pt x="96" y="0"/>
                    </a:moveTo>
                    <a:cubicBezTo>
                      <a:pt x="58" y="19"/>
                      <a:pt x="0" y="58"/>
                      <a:pt x="0" y="134"/>
                    </a:cubicBezTo>
                    <a:lnTo>
                      <a:pt x="96" y="1053"/>
                    </a:lnTo>
                    <a:cubicBezTo>
                      <a:pt x="96" y="1091"/>
                      <a:pt x="153" y="1130"/>
                      <a:pt x="211" y="1130"/>
                    </a:cubicBezTo>
                    <a:cubicBezTo>
                      <a:pt x="307" y="1111"/>
                      <a:pt x="364" y="1072"/>
                      <a:pt x="345" y="996"/>
                    </a:cubicBezTo>
                    <a:lnTo>
                      <a:pt x="249" y="96"/>
                    </a:lnTo>
                    <a:cubicBezTo>
                      <a:pt x="211" y="39"/>
                      <a:pt x="173"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8"/>
              <p:cNvSpPr/>
              <p:nvPr/>
            </p:nvSpPr>
            <p:spPr>
              <a:xfrm>
                <a:off x="7842172" y="3596796"/>
                <a:ext cx="14676" cy="62990"/>
              </a:xfrm>
              <a:custGeom>
                <a:rect b="b" l="l" r="r" t="t"/>
                <a:pathLst>
                  <a:path extrusionOk="0" h="1073" w="250">
                    <a:moveTo>
                      <a:pt x="135" y="1"/>
                    </a:moveTo>
                    <a:cubicBezTo>
                      <a:pt x="58" y="1"/>
                      <a:pt x="1" y="58"/>
                      <a:pt x="1" y="115"/>
                    </a:cubicBezTo>
                    <a:lnTo>
                      <a:pt x="1" y="958"/>
                    </a:lnTo>
                    <a:cubicBezTo>
                      <a:pt x="1" y="1034"/>
                      <a:pt x="58" y="1073"/>
                      <a:pt x="135" y="1073"/>
                    </a:cubicBezTo>
                    <a:cubicBezTo>
                      <a:pt x="192" y="1073"/>
                      <a:pt x="250" y="1034"/>
                      <a:pt x="250" y="958"/>
                    </a:cubicBezTo>
                    <a:lnTo>
                      <a:pt x="250" y="115"/>
                    </a:lnTo>
                    <a:cubicBezTo>
                      <a:pt x="250" y="58"/>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8"/>
              <p:cNvSpPr/>
              <p:nvPr/>
            </p:nvSpPr>
            <p:spPr>
              <a:xfrm>
                <a:off x="7884910" y="3647341"/>
                <a:ext cx="13502" cy="65280"/>
              </a:xfrm>
              <a:custGeom>
                <a:rect b="b" l="l" r="r" t="t"/>
                <a:pathLst>
                  <a:path extrusionOk="0" h="1112" w="230">
                    <a:moveTo>
                      <a:pt x="115" y="1"/>
                    </a:moveTo>
                    <a:cubicBezTo>
                      <a:pt x="38" y="1"/>
                      <a:pt x="0" y="58"/>
                      <a:pt x="0" y="116"/>
                    </a:cubicBezTo>
                    <a:lnTo>
                      <a:pt x="0" y="977"/>
                    </a:lnTo>
                    <a:cubicBezTo>
                      <a:pt x="0" y="1054"/>
                      <a:pt x="38" y="1111"/>
                      <a:pt x="115" y="1111"/>
                    </a:cubicBezTo>
                    <a:cubicBezTo>
                      <a:pt x="191" y="1111"/>
                      <a:pt x="230" y="1035"/>
                      <a:pt x="230" y="977"/>
                    </a:cubicBezTo>
                    <a:lnTo>
                      <a:pt x="230" y="116"/>
                    </a:lnTo>
                    <a:cubicBezTo>
                      <a:pt x="230" y="58"/>
                      <a:pt x="19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8"/>
              <p:cNvSpPr/>
              <p:nvPr/>
            </p:nvSpPr>
            <p:spPr>
              <a:xfrm>
                <a:off x="7819688" y="3703523"/>
                <a:ext cx="140540" cy="16966"/>
              </a:xfrm>
              <a:custGeom>
                <a:rect b="b" l="l" r="r" t="t"/>
                <a:pathLst>
                  <a:path extrusionOk="0" h="289" w="2394">
                    <a:moveTo>
                      <a:pt x="135" y="1"/>
                    </a:moveTo>
                    <a:cubicBezTo>
                      <a:pt x="58" y="1"/>
                      <a:pt x="1" y="58"/>
                      <a:pt x="1" y="116"/>
                    </a:cubicBezTo>
                    <a:cubicBezTo>
                      <a:pt x="1" y="192"/>
                      <a:pt x="58" y="231"/>
                      <a:pt x="135" y="231"/>
                    </a:cubicBezTo>
                    <a:lnTo>
                      <a:pt x="2279" y="288"/>
                    </a:lnTo>
                    <a:cubicBezTo>
                      <a:pt x="2355" y="288"/>
                      <a:pt x="2393" y="231"/>
                      <a:pt x="2393" y="173"/>
                    </a:cubicBezTo>
                    <a:cubicBezTo>
                      <a:pt x="2393" y="97"/>
                      <a:pt x="2355" y="58"/>
                      <a:pt x="2279" y="58"/>
                    </a:cubicBezTo>
                    <a:lnTo>
                      <a:pt x="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8"/>
              <p:cNvSpPr/>
              <p:nvPr/>
            </p:nvSpPr>
            <p:spPr>
              <a:xfrm>
                <a:off x="7800608" y="3590045"/>
                <a:ext cx="185449" cy="13561"/>
              </a:xfrm>
              <a:custGeom>
                <a:rect b="b" l="l" r="r" t="t"/>
                <a:pathLst>
                  <a:path extrusionOk="0" h="231" w="3159">
                    <a:moveTo>
                      <a:pt x="115" y="1"/>
                    </a:moveTo>
                    <a:cubicBezTo>
                      <a:pt x="39" y="1"/>
                      <a:pt x="0" y="39"/>
                      <a:pt x="0" y="116"/>
                    </a:cubicBezTo>
                    <a:cubicBezTo>
                      <a:pt x="0" y="192"/>
                      <a:pt x="39" y="230"/>
                      <a:pt x="115" y="230"/>
                    </a:cubicBezTo>
                    <a:lnTo>
                      <a:pt x="3044" y="230"/>
                    </a:lnTo>
                    <a:cubicBezTo>
                      <a:pt x="3082" y="230"/>
                      <a:pt x="3159" y="192"/>
                      <a:pt x="3159" y="116"/>
                    </a:cubicBezTo>
                    <a:cubicBezTo>
                      <a:pt x="3159" y="39"/>
                      <a:pt x="3101" y="1"/>
                      <a:pt x="30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8" name="Google Shape;938;p28"/>
            <p:cNvGrpSpPr/>
            <p:nvPr/>
          </p:nvGrpSpPr>
          <p:grpSpPr>
            <a:xfrm>
              <a:off x="5738691" y="3147346"/>
              <a:ext cx="927077" cy="186566"/>
              <a:chOff x="5738691" y="3147346"/>
              <a:chExt cx="927077" cy="186566"/>
            </a:xfrm>
          </p:grpSpPr>
          <p:sp>
            <p:nvSpPr>
              <p:cNvPr id="939" name="Google Shape;939;p28"/>
              <p:cNvSpPr/>
              <p:nvPr/>
            </p:nvSpPr>
            <p:spPr>
              <a:xfrm>
                <a:off x="6493763" y="3203527"/>
                <a:ext cx="168659" cy="15792"/>
              </a:xfrm>
              <a:custGeom>
                <a:rect b="b" l="l" r="r" t="t"/>
                <a:pathLst>
                  <a:path extrusionOk="0" h="269" w="2873">
                    <a:moveTo>
                      <a:pt x="2757" y="0"/>
                    </a:moveTo>
                    <a:lnTo>
                      <a:pt x="135" y="20"/>
                    </a:lnTo>
                    <a:cubicBezTo>
                      <a:pt x="58" y="20"/>
                      <a:pt x="1" y="77"/>
                      <a:pt x="1" y="134"/>
                    </a:cubicBezTo>
                    <a:cubicBezTo>
                      <a:pt x="1" y="211"/>
                      <a:pt x="58" y="268"/>
                      <a:pt x="135" y="268"/>
                    </a:cubicBezTo>
                    <a:lnTo>
                      <a:pt x="2757" y="230"/>
                    </a:lnTo>
                    <a:cubicBezTo>
                      <a:pt x="2834" y="230"/>
                      <a:pt x="2872" y="192"/>
                      <a:pt x="2872" y="115"/>
                    </a:cubicBezTo>
                    <a:cubicBezTo>
                      <a:pt x="2872" y="58"/>
                      <a:pt x="2834" y="0"/>
                      <a:pt x="27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8"/>
              <p:cNvSpPr/>
              <p:nvPr/>
            </p:nvSpPr>
            <p:spPr>
              <a:xfrm>
                <a:off x="6583700" y="3151807"/>
                <a:ext cx="20253" cy="67511"/>
              </a:xfrm>
              <a:custGeom>
                <a:rect b="b" l="l" r="r" t="t"/>
                <a:pathLst>
                  <a:path extrusionOk="0" h="1150" w="345">
                    <a:moveTo>
                      <a:pt x="96" y="1"/>
                    </a:moveTo>
                    <a:cubicBezTo>
                      <a:pt x="58" y="20"/>
                      <a:pt x="0" y="78"/>
                      <a:pt x="0" y="135"/>
                    </a:cubicBezTo>
                    <a:lnTo>
                      <a:pt x="96" y="1054"/>
                    </a:lnTo>
                    <a:cubicBezTo>
                      <a:pt x="96" y="1092"/>
                      <a:pt x="153" y="1149"/>
                      <a:pt x="230" y="1149"/>
                    </a:cubicBezTo>
                    <a:cubicBezTo>
                      <a:pt x="287" y="1130"/>
                      <a:pt x="345" y="1073"/>
                      <a:pt x="345" y="996"/>
                    </a:cubicBezTo>
                    <a:lnTo>
                      <a:pt x="249" y="97"/>
                    </a:lnTo>
                    <a:cubicBezTo>
                      <a:pt x="230" y="39"/>
                      <a:pt x="172"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8"/>
              <p:cNvSpPr/>
              <p:nvPr/>
            </p:nvSpPr>
            <p:spPr>
              <a:xfrm>
                <a:off x="6521883" y="3154097"/>
                <a:ext cx="14676" cy="64106"/>
              </a:xfrm>
              <a:custGeom>
                <a:rect b="b" l="l" r="r" t="t"/>
                <a:pathLst>
                  <a:path extrusionOk="0" h="1092" w="250">
                    <a:moveTo>
                      <a:pt x="134" y="0"/>
                    </a:moveTo>
                    <a:cubicBezTo>
                      <a:pt x="58" y="0"/>
                      <a:pt x="0" y="58"/>
                      <a:pt x="0" y="134"/>
                    </a:cubicBezTo>
                    <a:lnTo>
                      <a:pt x="0" y="957"/>
                    </a:lnTo>
                    <a:cubicBezTo>
                      <a:pt x="0" y="1034"/>
                      <a:pt x="58" y="1091"/>
                      <a:pt x="134" y="1091"/>
                    </a:cubicBezTo>
                    <a:cubicBezTo>
                      <a:pt x="192" y="1091"/>
                      <a:pt x="249" y="1034"/>
                      <a:pt x="249" y="957"/>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8"/>
              <p:cNvSpPr/>
              <p:nvPr/>
            </p:nvSpPr>
            <p:spPr>
              <a:xfrm>
                <a:off x="6564562" y="3204642"/>
                <a:ext cx="13561" cy="65221"/>
              </a:xfrm>
              <a:custGeom>
                <a:rect b="b" l="l" r="r" t="t"/>
                <a:pathLst>
                  <a:path extrusionOk="0" h="1111" w="231">
                    <a:moveTo>
                      <a:pt x="116" y="1"/>
                    </a:moveTo>
                    <a:cubicBezTo>
                      <a:pt x="39" y="1"/>
                      <a:pt x="1" y="58"/>
                      <a:pt x="1" y="115"/>
                    </a:cubicBezTo>
                    <a:lnTo>
                      <a:pt x="1" y="996"/>
                    </a:lnTo>
                    <a:cubicBezTo>
                      <a:pt x="1" y="1053"/>
                      <a:pt x="39" y="1111"/>
                      <a:pt x="116" y="1111"/>
                    </a:cubicBezTo>
                    <a:cubicBezTo>
                      <a:pt x="192" y="1111"/>
                      <a:pt x="230" y="1034"/>
                      <a:pt x="230" y="996"/>
                    </a:cubicBezTo>
                    <a:lnTo>
                      <a:pt x="230" y="115"/>
                    </a:lnTo>
                    <a:cubicBezTo>
                      <a:pt x="230"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8"/>
              <p:cNvSpPr/>
              <p:nvPr/>
            </p:nvSpPr>
            <p:spPr>
              <a:xfrm>
                <a:off x="6501629" y="3260824"/>
                <a:ext cx="140540" cy="16907"/>
              </a:xfrm>
              <a:custGeom>
                <a:rect b="b" l="l" r="r" t="t"/>
                <a:pathLst>
                  <a:path extrusionOk="0" h="288" w="2394">
                    <a:moveTo>
                      <a:pt x="116" y="1"/>
                    </a:moveTo>
                    <a:cubicBezTo>
                      <a:pt x="39" y="1"/>
                      <a:pt x="1" y="58"/>
                      <a:pt x="1" y="115"/>
                    </a:cubicBezTo>
                    <a:cubicBezTo>
                      <a:pt x="1" y="192"/>
                      <a:pt x="39" y="249"/>
                      <a:pt x="116" y="249"/>
                    </a:cubicBezTo>
                    <a:lnTo>
                      <a:pt x="2260" y="288"/>
                    </a:lnTo>
                    <a:cubicBezTo>
                      <a:pt x="2317" y="288"/>
                      <a:pt x="2394" y="249"/>
                      <a:pt x="2394" y="173"/>
                    </a:cubicBezTo>
                    <a:cubicBezTo>
                      <a:pt x="2394" y="96"/>
                      <a:pt x="2336" y="58"/>
                      <a:pt x="2260" y="58"/>
                    </a:cubicBezTo>
                    <a:lnTo>
                      <a:pt x="1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8"/>
              <p:cNvSpPr/>
              <p:nvPr/>
            </p:nvSpPr>
            <p:spPr>
              <a:xfrm>
                <a:off x="6480319" y="3147346"/>
                <a:ext cx="185449" cy="14676"/>
              </a:xfrm>
              <a:custGeom>
                <a:rect b="b" l="l" r="r" t="t"/>
                <a:pathLst>
                  <a:path extrusionOk="0" h="250" w="3159">
                    <a:moveTo>
                      <a:pt x="115" y="0"/>
                    </a:moveTo>
                    <a:cubicBezTo>
                      <a:pt x="39" y="0"/>
                      <a:pt x="0" y="58"/>
                      <a:pt x="0" y="115"/>
                    </a:cubicBezTo>
                    <a:cubicBezTo>
                      <a:pt x="0" y="192"/>
                      <a:pt x="39" y="249"/>
                      <a:pt x="115" y="249"/>
                    </a:cubicBezTo>
                    <a:lnTo>
                      <a:pt x="3044" y="249"/>
                    </a:lnTo>
                    <a:cubicBezTo>
                      <a:pt x="3101" y="249"/>
                      <a:pt x="3158" y="192"/>
                      <a:pt x="3158" y="115"/>
                    </a:cubicBezTo>
                    <a:cubicBezTo>
                      <a:pt x="3158" y="58"/>
                      <a:pt x="3101" y="0"/>
                      <a:pt x="30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8"/>
              <p:cNvSpPr/>
              <p:nvPr/>
            </p:nvSpPr>
            <p:spPr>
              <a:xfrm>
                <a:off x="5752193" y="3259708"/>
                <a:ext cx="168601" cy="15792"/>
              </a:xfrm>
              <a:custGeom>
                <a:rect b="b" l="l" r="r" t="t"/>
                <a:pathLst>
                  <a:path extrusionOk="0" h="269" w="2872">
                    <a:moveTo>
                      <a:pt x="2756" y="0"/>
                    </a:moveTo>
                    <a:lnTo>
                      <a:pt x="134" y="20"/>
                    </a:lnTo>
                    <a:cubicBezTo>
                      <a:pt x="58" y="20"/>
                      <a:pt x="0" y="77"/>
                      <a:pt x="0" y="134"/>
                    </a:cubicBezTo>
                    <a:cubicBezTo>
                      <a:pt x="0" y="211"/>
                      <a:pt x="58" y="268"/>
                      <a:pt x="134" y="268"/>
                    </a:cubicBezTo>
                    <a:lnTo>
                      <a:pt x="2756" y="230"/>
                    </a:lnTo>
                    <a:cubicBezTo>
                      <a:pt x="2833" y="230"/>
                      <a:pt x="2871" y="192"/>
                      <a:pt x="2871" y="115"/>
                    </a:cubicBezTo>
                    <a:cubicBezTo>
                      <a:pt x="2871" y="58"/>
                      <a:pt x="2833"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8"/>
              <p:cNvSpPr/>
              <p:nvPr/>
            </p:nvSpPr>
            <p:spPr>
              <a:xfrm>
                <a:off x="5842072" y="3207989"/>
                <a:ext cx="20253" cy="67511"/>
              </a:xfrm>
              <a:custGeom>
                <a:rect b="b" l="l" r="r" t="t"/>
                <a:pathLst>
                  <a:path extrusionOk="0" h="1150" w="345">
                    <a:moveTo>
                      <a:pt x="96" y="1"/>
                    </a:moveTo>
                    <a:cubicBezTo>
                      <a:pt x="58" y="20"/>
                      <a:pt x="0" y="78"/>
                      <a:pt x="0" y="135"/>
                    </a:cubicBezTo>
                    <a:lnTo>
                      <a:pt x="96" y="1054"/>
                    </a:lnTo>
                    <a:cubicBezTo>
                      <a:pt x="96" y="1092"/>
                      <a:pt x="154" y="1149"/>
                      <a:pt x="230" y="1149"/>
                    </a:cubicBezTo>
                    <a:cubicBezTo>
                      <a:pt x="288" y="1130"/>
                      <a:pt x="345" y="1073"/>
                      <a:pt x="345" y="996"/>
                    </a:cubicBezTo>
                    <a:lnTo>
                      <a:pt x="249" y="97"/>
                    </a:lnTo>
                    <a:cubicBezTo>
                      <a:pt x="230" y="39"/>
                      <a:pt x="173"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8"/>
              <p:cNvSpPr/>
              <p:nvPr/>
            </p:nvSpPr>
            <p:spPr>
              <a:xfrm>
                <a:off x="5780255" y="3210278"/>
                <a:ext cx="14676" cy="64106"/>
              </a:xfrm>
              <a:custGeom>
                <a:rect b="b" l="l" r="r" t="t"/>
                <a:pathLst>
                  <a:path extrusionOk="0" h="1092" w="250">
                    <a:moveTo>
                      <a:pt x="135" y="0"/>
                    </a:moveTo>
                    <a:cubicBezTo>
                      <a:pt x="58" y="0"/>
                      <a:pt x="1" y="58"/>
                      <a:pt x="1" y="134"/>
                    </a:cubicBezTo>
                    <a:lnTo>
                      <a:pt x="1" y="957"/>
                    </a:lnTo>
                    <a:cubicBezTo>
                      <a:pt x="1" y="1034"/>
                      <a:pt x="58" y="1091"/>
                      <a:pt x="135" y="1091"/>
                    </a:cubicBezTo>
                    <a:cubicBezTo>
                      <a:pt x="192" y="1091"/>
                      <a:pt x="250" y="1034"/>
                      <a:pt x="250" y="957"/>
                    </a:cubicBezTo>
                    <a:lnTo>
                      <a:pt x="250" y="134"/>
                    </a:lnTo>
                    <a:cubicBezTo>
                      <a:pt x="250"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8"/>
              <p:cNvSpPr/>
              <p:nvPr/>
            </p:nvSpPr>
            <p:spPr>
              <a:xfrm>
                <a:off x="5822992" y="3260824"/>
                <a:ext cx="13502" cy="65221"/>
              </a:xfrm>
              <a:custGeom>
                <a:rect b="b" l="l" r="r" t="t"/>
                <a:pathLst>
                  <a:path extrusionOk="0" h="1111" w="230">
                    <a:moveTo>
                      <a:pt x="115" y="1"/>
                    </a:moveTo>
                    <a:cubicBezTo>
                      <a:pt x="38" y="1"/>
                      <a:pt x="0" y="58"/>
                      <a:pt x="0" y="115"/>
                    </a:cubicBezTo>
                    <a:lnTo>
                      <a:pt x="0" y="996"/>
                    </a:lnTo>
                    <a:cubicBezTo>
                      <a:pt x="0" y="1053"/>
                      <a:pt x="38" y="1111"/>
                      <a:pt x="115" y="1111"/>
                    </a:cubicBezTo>
                    <a:cubicBezTo>
                      <a:pt x="191" y="1111"/>
                      <a:pt x="230" y="1034"/>
                      <a:pt x="230" y="996"/>
                    </a:cubicBezTo>
                    <a:lnTo>
                      <a:pt x="230" y="115"/>
                    </a:lnTo>
                    <a:cubicBezTo>
                      <a:pt x="230" y="58"/>
                      <a:pt x="19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8"/>
              <p:cNvSpPr/>
              <p:nvPr/>
            </p:nvSpPr>
            <p:spPr>
              <a:xfrm>
                <a:off x="5760060" y="3317005"/>
                <a:ext cx="140481" cy="16907"/>
              </a:xfrm>
              <a:custGeom>
                <a:rect b="b" l="l" r="r" t="t"/>
                <a:pathLst>
                  <a:path extrusionOk="0" h="288" w="2393">
                    <a:moveTo>
                      <a:pt x="115" y="1"/>
                    </a:moveTo>
                    <a:cubicBezTo>
                      <a:pt x="38" y="1"/>
                      <a:pt x="0" y="58"/>
                      <a:pt x="0" y="115"/>
                    </a:cubicBezTo>
                    <a:cubicBezTo>
                      <a:pt x="0" y="192"/>
                      <a:pt x="38" y="249"/>
                      <a:pt x="115" y="249"/>
                    </a:cubicBezTo>
                    <a:lnTo>
                      <a:pt x="2259" y="288"/>
                    </a:lnTo>
                    <a:cubicBezTo>
                      <a:pt x="2316" y="288"/>
                      <a:pt x="2393" y="249"/>
                      <a:pt x="2393" y="173"/>
                    </a:cubicBezTo>
                    <a:cubicBezTo>
                      <a:pt x="2393" y="96"/>
                      <a:pt x="2335" y="58"/>
                      <a:pt x="2259" y="58"/>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8"/>
              <p:cNvSpPr/>
              <p:nvPr/>
            </p:nvSpPr>
            <p:spPr>
              <a:xfrm>
                <a:off x="5738691" y="3203527"/>
                <a:ext cx="185449" cy="14676"/>
              </a:xfrm>
              <a:custGeom>
                <a:rect b="b" l="l" r="r" t="t"/>
                <a:pathLst>
                  <a:path extrusionOk="0" h="250" w="3159">
                    <a:moveTo>
                      <a:pt x="115" y="0"/>
                    </a:moveTo>
                    <a:cubicBezTo>
                      <a:pt x="39" y="0"/>
                      <a:pt x="0" y="58"/>
                      <a:pt x="0" y="115"/>
                    </a:cubicBezTo>
                    <a:cubicBezTo>
                      <a:pt x="0" y="192"/>
                      <a:pt x="39" y="249"/>
                      <a:pt x="115" y="249"/>
                    </a:cubicBezTo>
                    <a:lnTo>
                      <a:pt x="3044" y="249"/>
                    </a:lnTo>
                    <a:cubicBezTo>
                      <a:pt x="3101" y="249"/>
                      <a:pt x="3159" y="192"/>
                      <a:pt x="3159" y="115"/>
                    </a:cubicBezTo>
                    <a:cubicBezTo>
                      <a:pt x="3159" y="58"/>
                      <a:pt x="3101" y="0"/>
                      <a:pt x="30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28"/>
            <p:cNvGrpSpPr/>
            <p:nvPr/>
          </p:nvGrpSpPr>
          <p:grpSpPr>
            <a:xfrm>
              <a:off x="6990471" y="4340655"/>
              <a:ext cx="1042777" cy="216915"/>
              <a:chOff x="6990471" y="4340655"/>
              <a:chExt cx="1042777" cy="216915"/>
            </a:xfrm>
          </p:grpSpPr>
          <p:sp>
            <p:nvSpPr>
              <p:cNvPr id="952" name="Google Shape;952;p28"/>
              <p:cNvSpPr/>
              <p:nvPr/>
            </p:nvSpPr>
            <p:spPr>
              <a:xfrm>
                <a:off x="6990471" y="4341770"/>
                <a:ext cx="1042777" cy="215800"/>
              </a:xfrm>
              <a:custGeom>
                <a:rect b="b" l="l" r="r" t="t"/>
                <a:pathLst>
                  <a:path extrusionOk="0" h="3676" w="17763">
                    <a:moveTo>
                      <a:pt x="9991" y="250"/>
                    </a:moveTo>
                    <a:cubicBezTo>
                      <a:pt x="15849" y="250"/>
                      <a:pt x="17227" y="384"/>
                      <a:pt x="17456" y="441"/>
                    </a:cubicBezTo>
                    <a:cubicBezTo>
                      <a:pt x="17514" y="862"/>
                      <a:pt x="17437" y="2623"/>
                      <a:pt x="17380" y="3446"/>
                    </a:cubicBezTo>
                    <a:lnTo>
                      <a:pt x="479" y="3274"/>
                    </a:lnTo>
                    <a:lnTo>
                      <a:pt x="230" y="326"/>
                    </a:lnTo>
                    <a:cubicBezTo>
                      <a:pt x="1072" y="307"/>
                      <a:pt x="5742" y="250"/>
                      <a:pt x="9991" y="250"/>
                    </a:cubicBezTo>
                    <a:close/>
                    <a:moveTo>
                      <a:pt x="9991" y="1"/>
                    </a:moveTo>
                    <a:cubicBezTo>
                      <a:pt x="5321" y="1"/>
                      <a:pt x="153" y="58"/>
                      <a:pt x="115" y="58"/>
                    </a:cubicBezTo>
                    <a:cubicBezTo>
                      <a:pt x="58" y="58"/>
                      <a:pt x="38" y="97"/>
                      <a:pt x="19" y="116"/>
                    </a:cubicBezTo>
                    <a:cubicBezTo>
                      <a:pt x="0" y="135"/>
                      <a:pt x="0" y="192"/>
                      <a:pt x="0" y="211"/>
                    </a:cubicBezTo>
                    <a:lnTo>
                      <a:pt x="230" y="3389"/>
                    </a:lnTo>
                    <a:cubicBezTo>
                      <a:pt x="230" y="3465"/>
                      <a:pt x="287" y="3504"/>
                      <a:pt x="345" y="3504"/>
                    </a:cubicBezTo>
                    <a:lnTo>
                      <a:pt x="17514" y="3676"/>
                    </a:lnTo>
                    <a:cubicBezTo>
                      <a:pt x="17571" y="3676"/>
                      <a:pt x="17629" y="3638"/>
                      <a:pt x="17629" y="3561"/>
                    </a:cubicBezTo>
                    <a:cubicBezTo>
                      <a:pt x="17629" y="3446"/>
                      <a:pt x="17763" y="728"/>
                      <a:pt x="17705" y="326"/>
                    </a:cubicBezTo>
                    <a:cubicBezTo>
                      <a:pt x="17648" y="154"/>
                      <a:pt x="17629" y="1"/>
                      <a:pt x="99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8"/>
              <p:cNvSpPr/>
              <p:nvPr/>
            </p:nvSpPr>
            <p:spPr>
              <a:xfrm>
                <a:off x="7016301" y="4340655"/>
                <a:ext cx="997868" cy="215800"/>
              </a:xfrm>
              <a:custGeom>
                <a:rect b="b" l="l" r="r" t="t"/>
                <a:pathLst>
                  <a:path extrusionOk="0" h="3676" w="16998">
                    <a:moveTo>
                      <a:pt x="5609" y="1"/>
                    </a:moveTo>
                    <a:cubicBezTo>
                      <a:pt x="5034" y="1"/>
                      <a:pt x="4671" y="1494"/>
                      <a:pt x="4479" y="2489"/>
                    </a:cubicBezTo>
                    <a:cubicBezTo>
                      <a:pt x="4326" y="1570"/>
                      <a:pt x="4077" y="326"/>
                      <a:pt x="3675" y="250"/>
                    </a:cubicBezTo>
                    <a:cubicBezTo>
                      <a:pt x="3650" y="246"/>
                      <a:pt x="3624" y="245"/>
                      <a:pt x="3597" y="245"/>
                    </a:cubicBezTo>
                    <a:cubicBezTo>
                      <a:pt x="3466" y="245"/>
                      <a:pt x="3328" y="285"/>
                      <a:pt x="3216" y="364"/>
                    </a:cubicBezTo>
                    <a:cubicBezTo>
                      <a:pt x="2737" y="728"/>
                      <a:pt x="2469" y="1704"/>
                      <a:pt x="2316" y="2432"/>
                    </a:cubicBezTo>
                    <a:cubicBezTo>
                      <a:pt x="2163" y="1589"/>
                      <a:pt x="1838" y="345"/>
                      <a:pt x="1302" y="192"/>
                    </a:cubicBezTo>
                    <a:cubicBezTo>
                      <a:pt x="1279" y="188"/>
                      <a:pt x="1256" y="185"/>
                      <a:pt x="1231" y="185"/>
                    </a:cubicBezTo>
                    <a:cubicBezTo>
                      <a:pt x="1153" y="185"/>
                      <a:pt x="1069" y="210"/>
                      <a:pt x="996" y="269"/>
                    </a:cubicBezTo>
                    <a:cubicBezTo>
                      <a:pt x="364" y="709"/>
                      <a:pt x="58" y="3121"/>
                      <a:pt x="39" y="3408"/>
                    </a:cubicBezTo>
                    <a:cubicBezTo>
                      <a:pt x="0" y="3484"/>
                      <a:pt x="58" y="3542"/>
                      <a:pt x="134" y="3542"/>
                    </a:cubicBezTo>
                    <a:cubicBezTo>
                      <a:pt x="147" y="3550"/>
                      <a:pt x="160" y="3554"/>
                      <a:pt x="174" y="3554"/>
                    </a:cubicBezTo>
                    <a:cubicBezTo>
                      <a:pt x="222" y="3554"/>
                      <a:pt x="268" y="3506"/>
                      <a:pt x="268" y="3446"/>
                    </a:cubicBezTo>
                    <a:cubicBezTo>
                      <a:pt x="345" y="2738"/>
                      <a:pt x="651" y="805"/>
                      <a:pt x="1110" y="479"/>
                    </a:cubicBezTo>
                    <a:cubicBezTo>
                      <a:pt x="1149" y="460"/>
                      <a:pt x="1206" y="460"/>
                      <a:pt x="1225" y="460"/>
                    </a:cubicBezTo>
                    <a:cubicBezTo>
                      <a:pt x="1704" y="575"/>
                      <a:pt x="2068" y="2240"/>
                      <a:pt x="2182" y="3235"/>
                    </a:cubicBezTo>
                    <a:cubicBezTo>
                      <a:pt x="2182" y="3293"/>
                      <a:pt x="2240" y="3331"/>
                      <a:pt x="2297" y="3331"/>
                    </a:cubicBezTo>
                    <a:cubicBezTo>
                      <a:pt x="2374" y="3331"/>
                      <a:pt x="2431" y="3312"/>
                      <a:pt x="2431" y="3235"/>
                    </a:cubicBezTo>
                    <a:cubicBezTo>
                      <a:pt x="2489" y="2642"/>
                      <a:pt x="2795" y="996"/>
                      <a:pt x="3331" y="613"/>
                    </a:cubicBezTo>
                    <a:cubicBezTo>
                      <a:pt x="3389" y="555"/>
                      <a:pt x="3459" y="530"/>
                      <a:pt x="3531" y="530"/>
                    </a:cubicBezTo>
                    <a:cubicBezTo>
                      <a:pt x="3554" y="530"/>
                      <a:pt x="3576" y="532"/>
                      <a:pt x="3599" y="537"/>
                    </a:cubicBezTo>
                    <a:cubicBezTo>
                      <a:pt x="3867" y="594"/>
                      <a:pt x="4192" y="2068"/>
                      <a:pt x="4345" y="3408"/>
                    </a:cubicBezTo>
                    <a:cubicBezTo>
                      <a:pt x="4345" y="3446"/>
                      <a:pt x="4384" y="3503"/>
                      <a:pt x="4460" y="3503"/>
                    </a:cubicBezTo>
                    <a:cubicBezTo>
                      <a:pt x="4473" y="3507"/>
                      <a:pt x="4485" y="3508"/>
                      <a:pt x="4496" y="3508"/>
                    </a:cubicBezTo>
                    <a:cubicBezTo>
                      <a:pt x="4549" y="3508"/>
                      <a:pt x="4575" y="3471"/>
                      <a:pt x="4575" y="3408"/>
                    </a:cubicBezTo>
                    <a:cubicBezTo>
                      <a:pt x="4747" y="2125"/>
                      <a:pt x="5149" y="307"/>
                      <a:pt x="5589" y="307"/>
                    </a:cubicBezTo>
                    <a:cubicBezTo>
                      <a:pt x="6106" y="307"/>
                      <a:pt x="6451" y="2144"/>
                      <a:pt x="6546" y="3293"/>
                    </a:cubicBezTo>
                    <a:cubicBezTo>
                      <a:pt x="6546" y="3350"/>
                      <a:pt x="6585" y="3408"/>
                      <a:pt x="6661" y="3408"/>
                    </a:cubicBezTo>
                    <a:cubicBezTo>
                      <a:pt x="6700" y="3408"/>
                      <a:pt x="6776" y="3389"/>
                      <a:pt x="6776" y="3312"/>
                    </a:cubicBezTo>
                    <a:cubicBezTo>
                      <a:pt x="6929" y="2125"/>
                      <a:pt x="7350" y="441"/>
                      <a:pt x="7848" y="441"/>
                    </a:cubicBezTo>
                    <a:lnTo>
                      <a:pt x="7886" y="441"/>
                    </a:lnTo>
                    <a:cubicBezTo>
                      <a:pt x="8422" y="460"/>
                      <a:pt x="8843" y="2221"/>
                      <a:pt x="8958" y="3312"/>
                    </a:cubicBezTo>
                    <a:cubicBezTo>
                      <a:pt x="8958" y="3350"/>
                      <a:pt x="8996" y="3408"/>
                      <a:pt x="9073" y="3408"/>
                    </a:cubicBezTo>
                    <a:cubicBezTo>
                      <a:pt x="9150" y="3408"/>
                      <a:pt x="9188" y="3350"/>
                      <a:pt x="9188" y="3293"/>
                    </a:cubicBezTo>
                    <a:cubicBezTo>
                      <a:pt x="9226" y="2661"/>
                      <a:pt x="9379" y="939"/>
                      <a:pt x="9858" y="517"/>
                    </a:cubicBezTo>
                    <a:cubicBezTo>
                      <a:pt x="9934" y="441"/>
                      <a:pt x="10011" y="422"/>
                      <a:pt x="10087" y="422"/>
                    </a:cubicBezTo>
                    <a:cubicBezTo>
                      <a:pt x="10662" y="441"/>
                      <a:pt x="10930" y="2221"/>
                      <a:pt x="10987" y="3331"/>
                    </a:cubicBezTo>
                    <a:cubicBezTo>
                      <a:pt x="10987" y="3408"/>
                      <a:pt x="11044" y="3465"/>
                      <a:pt x="11102" y="3465"/>
                    </a:cubicBezTo>
                    <a:cubicBezTo>
                      <a:pt x="11178" y="3465"/>
                      <a:pt x="11236" y="3408"/>
                      <a:pt x="11236" y="3331"/>
                    </a:cubicBezTo>
                    <a:cubicBezTo>
                      <a:pt x="11255" y="2183"/>
                      <a:pt x="11485" y="403"/>
                      <a:pt x="12059" y="345"/>
                    </a:cubicBezTo>
                    <a:lnTo>
                      <a:pt x="12097" y="345"/>
                    </a:lnTo>
                    <a:cubicBezTo>
                      <a:pt x="12633" y="345"/>
                      <a:pt x="12978" y="2240"/>
                      <a:pt x="13073" y="3465"/>
                    </a:cubicBezTo>
                    <a:cubicBezTo>
                      <a:pt x="13073" y="3523"/>
                      <a:pt x="13112" y="3580"/>
                      <a:pt x="13188" y="3580"/>
                    </a:cubicBezTo>
                    <a:cubicBezTo>
                      <a:pt x="13265" y="3580"/>
                      <a:pt x="13303" y="3523"/>
                      <a:pt x="13303" y="3465"/>
                    </a:cubicBezTo>
                    <a:cubicBezTo>
                      <a:pt x="13341" y="2374"/>
                      <a:pt x="13590" y="613"/>
                      <a:pt x="14164" y="537"/>
                    </a:cubicBezTo>
                    <a:cubicBezTo>
                      <a:pt x="14241" y="537"/>
                      <a:pt x="14298" y="556"/>
                      <a:pt x="14356" y="613"/>
                    </a:cubicBezTo>
                    <a:cubicBezTo>
                      <a:pt x="14815" y="996"/>
                      <a:pt x="14892" y="2776"/>
                      <a:pt x="14873" y="3446"/>
                    </a:cubicBezTo>
                    <a:cubicBezTo>
                      <a:pt x="14873" y="3523"/>
                      <a:pt x="14911" y="3580"/>
                      <a:pt x="14987" y="3580"/>
                    </a:cubicBezTo>
                    <a:cubicBezTo>
                      <a:pt x="15064" y="3580"/>
                      <a:pt x="15102" y="3523"/>
                      <a:pt x="15102" y="3446"/>
                    </a:cubicBezTo>
                    <a:cubicBezTo>
                      <a:pt x="15217" y="2355"/>
                      <a:pt x="15581" y="575"/>
                      <a:pt x="16136" y="517"/>
                    </a:cubicBezTo>
                    <a:cubicBezTo>
                      <a:pt x="16156" y="512"/>
                      <a:pt x="16174" y="510"/>
                      <a:pt x="16190" y="510"/>
                    </a:cubicBezTo>
                    <a:cubicBezTo>
                      <a:pt x="16234" y="510"/>
                      <a:pt x="16266" y="528"/>
                      <a:pt x="16308" y="556"/>
                    </a:cubicBezTo>
                    <a:cubicBezTo>
                      <a:pt x="16729" y="939"/>
                      <a:pt x="16729" y="2853"/>
                      <a:pt x="16691" y="3561"/>
                    </a:cubicBezTo>
                    <a:cubicBezTo>
                      <a:pt x="16691" y="3599"/>
                      <a:pt x="16729" y="3676"/>
                      <a:pt x="16806" y="3676"/>
                    </a:cubicBezTo>
                    <a:cubicBezTo>
                      <a:pt x="16844" y="3676"/>
                      <a:pt x="16921" y="3618"/>
                      <a:pt x="16882" y="3542"/>
                    </a:cubicBezTo>
                    <a:cubicBezTo>
                      <a:pt x="16882" y="3293"/>
                      <a:pt x="16997" y="919"/>
                      <a:pt x="16423" y="364"/>
                    </a:cubicBezTo>
                    <a:cubicBezTo>
                      <a:pt x="16343" y="285"/>
                      <a:pt x="16224" y="245"/>
                      <a:pt x="16119" y="245"/>
                    </a:cubicBezTo>
                    <a:cubicBezTo>
                      <a:pt x="16099" y="245"/>
                      <a:pt x="16078" y="246"/>
                      <a:pt x="16059" y="250"/>
                    </a:cubicBezTo>
                    <a:cubicBezTo>
                      <a:pt x="15542" y="326"/>
                      <a:pt x="15198" y="1283"/>
                      <a:pt x="15026" y="2144"/>
                    </a:cubicBezTo>
                    <a:cubicBezTo>
                      <a:pt x="14987" y="1436"/>
                      <a:pt x="14834" y="671"/>
                      <a:pt x="14509" y="384"/>
                    </a:cubicBezTo>
                    <a:cubicBezTo>
                      <a:pt x="14413" y="304"/>
                      <a:pt x="14304" y="264"/>
                      <a:pt x="14193" y="264"/>
                    </a:cubicBezTo>
                    <a:cubicBezTo>
                      <a:pt x="14171" y="264"/>
                      <a:pt x="14148" y="265"/>
                      <a:pt x="14126" y="269"/>
                    </a:cubicBezTo>
                    <a:cubicBezTo>
                      <a:pt x="13552" y="345"/>
                      <a:pt x="13284" y="1321"/>
                      <a:pt x="13169" y="2183"/>
                    </a:cubicBezTo>
                    <a:cubicBezTo>
                      <a:pt x="12825" y="154"/>
                      <a:pt x="12193" y="77"/>
                      <a:pt x="12040" y="77"/>
                    </a:cubicBezTo>
                    <a:cubicBezTo>
                      <a:pt x="11466" y="96"/>
                      <a:pt x="11198" y="1092"/>
                      <a:pt x="11083" y="1953"/>
                    </a:cubicBezTo>
                    <a:cubicBezTo>
                      <a:pt x="10949" y="1111"/>
                      <a:pt x="10662" y="173"/>
                      <a:pt x="10107" y="135"/>
                    </a:cubicBezTo>
                    <a:cubicBezTo>
                      <a:pt x="10075" y="127"/>
                      <a:pt x="10043" y="123"/>
                      <a:pt x="10013" y="123"/>
                    </a:cubicBezTo>
                    <a:cubicBezTo>
                      <a:pt x="9898" y="123"/>
                      <a:pt x="9795" y="178"/>
                      <a:pt x="9705" y="269"/>
                    </a:cubicBezTo>
                    <a:cubicBezTo>
                      <a:pt x="9341" y="632"/>
                      <a:pt x="9150" y="1532"/>
                      <a:pt x="9054" y="2259"/>
                    </a:cubicBezTo>
                    <a:cubicBezTo>
                      <a:pt x="8882" y="1341"/>
                      <a:pt x="8518" y="173"/>
                      <a:pt x="7925" y="135"/>
                    </a:cubicBezTo>
                    <a:cubicBezTo>
                      <a:pt x="7915" y="134"/>
                      <a:pt x="7906" y="134"/>
                      <a:pt x="7897" y="134"/>
                    </a:cubicBezTo>
                    <a:cubicBezTo>
                      <a:pt x="7263" y="134"/>
                      <a:pt x="6888" y="1412"/>
                      <a:pt x="6700" y="2355"/>
                    </a:cubicBezTo>
                    <a:cubicBezTo>
                      <a:pt x="6566" y="1379"/>
                      <a:pt x="6259" y="1"/>
                      <a:pt x="5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4" name="Google Shape;954;p28"/>
            <p:cNvGrpSpPr/>
            <p:nvPr/>
          </p:nvGrpSpPr>
          <p:grpSpPr>
            <a:xfrm>
              <a:off x="6811771" y="2324821"/>
              <a:ext cx="1322624" cy="1113577"/>
              <a:chOff x="6811771" y="2324821"/>
              <a:chExt cx="1322624" cy="1113577"/>
            </a:xfrm>
          </p:grpSpPr>
          <p:sp>
            <p:nvSpPr>
              <p:cNvPr id="955" name="Google Shape;955;p28"/>
              <p:cNvSpPr/>
              <p:nvPr/>
            </p:nvSpPr>
            <p:spPr>
              <a:xfrm>
                <a:off x="6874703" y="2500116"/>
                <a:ext cx="1209088" cy="938282"/>
              </a:xfrm>
              <a:custGeom>
                <a:rect b="b" l="l" r="r" t="t"/>
                <a:pathLst>
                  <a:path extrusionOk="0" h="15983" w="20596">
                    <a:moveTo>
                      <a:pt x="5571" y="0"/>
                    </a:moveTo>
                    <a:cubicBezTo>
                      <a:pt x="5551" y="0"/>
                      <a:pt x="5513" y="20"/>
                      <a:pt x="5475" y="39"/>
                    </a:cubicBezTo>
                    <a:lnTo>
                      <a:pt x="58" y="5934"/>
                    </a:lnTo>
                    <a:cubicBezTo>
                      <a:pt x="1" y="5972"/>
                      <a:pt x="1" y="6049"/>
                      <a:pt x="58" y="6106"/>
                    </a:cubicBezTo>
                    <a:cubicBezTo>
                      <a:pt x="77" y="6125"/>
                      <a:pt x="106" y="6135"/>
                      <a:pt x="135" y="6135"/>
                    </a:cubicBezTo>
                    <a:cubicBezTo>
                      <a:pt x="163" y="6135"/>
                      <a:pt x="192" y="6125"/>
                      <a:pt x="211" y="6106"/>
                    </a:cubicBezTo>
                    <a:lnTo>
                      <a:pt x="5551" y="307"/>
                    </a:lnTo>
                    <a:lnTo>
                      <a:pt x="20347" y="15925"/>
                    </a:lnTo>
                    <a:cubicBezTo>
                      <a:pt x="20366" y="15945"/>
                      <a:pt x="20404" y="15983"/>
                      <a:pt x="20443" y="15983"/>
                    </a:cubicBezTo>
                    <a:cubicBezTo>
                      <a:pt x="20462" y="15983"/>
                      <a:pt x="20481" y="15983"/>
                      <a:pt x="20558" y="15925"/>
                    </a:cubicBezTo>
                    <a:cubicBezTo>
                      <a:pt x="20596" y="15887"/>
                      <a:pt x="20596" y="15811"/>
                      <a:pt x="20558" y="15772"/>
                    </a:cubicBezTo>
                    <a:lnTo>
                      <a:pt x="5666" y="39"/>
                    </a:lnTo>
                    <a:cubicBezTo>
                      <a:pt x="5647" y="20"/>
                      <a:pt x="5609" y="0"/>
                      <a:pt x="55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8"/>
              <p:cNvSpPr/>
              <p:nvPr/>
            </p:nvSpPr>
            <p:spPr>
              <a:xfrm>
                <a:off x="6811771" y="2413584"/>
                <a:ext cx="1322624" cy="940572"/>
              </a:xfrm>
              <a:custGeom>
                <a:rect b="b" l="l" r="r" t="t"/>
                <a:pathLst>
                  <a:path extrusionOk="0" h="16022" w="22530">
                    <a:moveTo>
                      <a:pt x="6528" y="1"/>
                    </a:moveTo>
                    <a:cubicBezTo>
                      <a:pt x="6489" y="1"/>
                      <a:pt x="6451" y="39"/>
                      <a:pt x="6432" y="58"/>
                    </a:cubicBezTo>
                    <a:lnTo>
                      <a:pt x="39" y="6834"/>
                    </a:lnTo>
                    <a:cubicBezTo>
                      <a:pt x="1" y="6872"/>
                      <a:pt x="1" y="6949"/>
                      <a:pt x="39" y="6987"/>
                    </a:cubicBezTo>
                    <a:cubicBezTo>
                      <a:pt x="68" y="7016"/>
                      <a:pt x="101" y="7030"/>
                      <a:pt x="132" y="7030"/>
                    </a:cubicBezTo>
                    <a:cubicBezTo>
                      <a:pt x="163" y="7030"/>
                      <a:pt x="192" y="7016"/>
                      <a:pt x="211" y="6987"/>
                    </a:cubicBezTo>
                    <a:lnTo>
                      <a:pt x="6509" y="288"/>
                    </a:lnTo>
                    <a:lnTo>
                      <a:pt x="22300" y="15983"/>
                    </a:lnTo>
                    <a:cubicBezTo>
                      <a:pt x="22319" y="16021"/>
                      <a:pt x="22376" y="16021"/>
                      <a:pt x="22395" y="16021"/>
                    </a:cubicBezTo>
                    <a:cubicBezTo>
                      <a:pt x="22414" y="16021"/>
                      <a:pt x="22434" y="16021"/>
                      <a:pt x="22491" y="15983"/>
                    </a:cubicBezTo>
                    <a:cubicBezTo>
                      <a:pt x="22529" y="15945"/>
                      <a:pt x="22529" y="15868"/>
                      <a:pt x="22491" y="15830"/>
                    </a:cubicBezTo>
                    <a:lnTo>
                      <a:pt x="6623" y="39"/>
                    </a:lnTo>
                    <a:cubicBezTo>
                      <a:pt x="6604" y="39"/>
                      <a:pt x="6547" y="1"/>
                      <a:pt x="65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8"/>
              <p:cNvSpPr/>
              <p:nvPr/>
            </p:nvSpPr>
            <p:spPr>
              <a:xfrm>
                <a:off x="6875819" y="2745271"/>
                <a:ext cx="71972" cy="49312"/>
              </a:xfrm>
              <a:custGeom>
                <a:rect b="b" l="l" r="r" t="t"/>
                <a:pathLst>
                  <a:path extrusionOk="0" h="840" w="1226">
                    <a:moveTo>
                      <a:pt x="147" y="0"/>
                    </a:moveTo>
                    <a:cubicBezTo>
                      <a:pt x="104" y="0"/>
                      <a:pt x="53" y="27"/>
                      <a:pt x="39" y="54"/>
                    </a:cubicBezTo>
                    <a:cubicBezTo>
                      <a:pt x="1" y="112"/>
                      <a:pt x="39" y="208"/>
                      <a:pt x="77" y="227"/>
                    </a:cubicBezTo>
                    <a:lnTo>
                      <a:pt x="1034" y="820"/>
                    </a:lnTo>
                    <a:cubicBezTo>
                      <a:pt x="1053" y="839"/>
                      <a:pt x="1092" y="839"/>
                      <a:pt x="1111" y="839"/>
                    </a:cubicBezTo>
                    <a:cubicBezTo>
                      <a:pt x="1149" y="839"/>
                      <a:pt x="1207" y="820"/>
                      <a:pt x="1207" y="782"/>
                    </a:cubicBezTo>
                    <a:cubicBezTo>
                      <a:pt x="1226" y="724"/>
                      <a:pt x="1207" y="629"/>
                      <a:pt x="1149" y="610"/>
                    </a:cubicBezTo>
                    <a:lnTo>
                      <a:pt x="192" y="16"/>
                    </a:lnTo>
                    <a:cubicBezTo>
                      <a:pt x="181" y="5"/>
                      <a:pt x="165" y="0"/>
                      <a:pt x="1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8"/>
              <p:cNvSpPr/>
              <p:nvPr/>
            </p:nvSpPr>
            <p:spPr>
              <a:xfrm>
                <a:off x="7187076" y="2324821"/>
                <a:ext cx="13561" cy="102323"/>
              </a:xfrm>
              <a:custGeom>
                <a:rect b="b" l="l" r="r" t="t"/>
                <a:pathLst>
                  <a:path extrusionOk="0" h="1743" w="231">
                    <a:moveTo>
                      <a:pt x="116" y="0"/>
                    </a:moveTo>
                    <a:cubicBezTo>
                      <a:pt x="39" y="0"/>
                      <a:pt x="1" y="39"/>
                      <a:pt x="1" y="115"/>
                    </a:cubicBezTo>
                    <a:lnTo>
                      <a:pt x="1" y="1627"/>
                    </a:lnTo>
                    <a:cubicBezTo>
                      <a:pt x="1" y="1685"/>
                      <a:pt x="39" y="1742"/>
                      <a:pt x="116" y="1742"/>
                    </a:cubicBezTo>
                    <a:cubicBezTo>
                      <a:pt x="192" y="1742"/>
                      <a:pt x="230" y="1685"/>
                      <a:pt x="230" y="1627"/>
                    </a:cubicBezTo>
                    <a:lnTo>
                      <a:pt x="230" y="115"/>
                    </a:lnTo>
                    <a:cubicBezTo>
                      <a:pt x="230" y="39"/>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8"/>
              <p:cNvSpPr/>
              <p:nvPr/>
            </p:nvSpPr>
            <p:spPr>
              <a:xfrm>
                <a:off x="7052229" y="2571444"/>
                <a:ext cx="58529" cy="45614"/>
              </a:xfrm>
              <a:custGeom>
                <a:rect b="b" l="l" r="r" t="t"/>
                <a:pathLst>
                  <a:path extrusionOk="0" h="777" w="997">
                    <a:moveTo>
                      <a:pt x="148" y="0"/>
                    </a:moveTo>
                    <a:cubicBezTo>
                      <a:pt x="112" y="0"/>
                      <a:pt x="75" y="24"/>
                      <a:pt x="39" y="49"/>
                    </a:cubicBezTo>
                    <a:cubicBezTo>
                      <a:pt x="1" y="106"/>
                      <a:pt x="20" y="164"/>
                      <a:pt x="58" y="221"/>
                    </a:cubicBezTo>
                    <a:lnTo>
                      <a:pt x="786" y="738"/>
                    </a:lnTo>
                    <a:cubicBezTo>
                      <a:pt x="805" y="776"/>
                      <a:pt x="824" y="776"/>
                      <a:pt x="862" y="776"/>
                    </a:cubicBezTo>
                    <a:cubicBezTo>
                      <a:pt x="900" y="776"/>
                      <a:pt x="920" y="738"/>
                      <a:pt x="958" y="719"/>
                    </a:cubicBezTo>
                    <a:cubicBezTo>
                      <a:pt x="996" y="661"/>
                      <a:pt x="977" y="604"/>
                      <a:pt x="920" y="546"/>
                    </a:cubicBezTo>
                    <a:lnTo>
                      <a:pt x="211" y="30"/>
                    </a:lnTo>
                    <a:cubicBezTo>
                      <a:pt x="190" y="8"/>
                      <a:pt x="169" y="0"/>
                      <a:pt x="1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8"/>
              <p:cNvSpPr/>
              <p:nvPr/>
            </p:nvSpPr>
            <p:spPr>
              <a:xfrm>
                <a:off x="6932000" y="2604260"/>
                <a:ext cx="50662" cy="36338"/>
              </a:xfrm>
              <a:custGeom>
                <a:rect b="b" l="l" r="r" t="t"/>
                <a:pathLst>
                  <a:path extrusionOk="0" h="619" w="863">
                    <a:moveTo>
                      <a:pt x="116" y="0"/>
                    </a:moveTo>
                    <a:cubicBezTo>
                      <a:pt x="81" y="0"/>
                      <a:pt x="50" y="19"/>
                      <a:pt x="39" y="64"/>
                    </a:cubicBezTo>
                    <a:cubicBezTo>
                      <a:pt x="1" y="140"/>
                      <a:pt x="39" y="217"/>
                      <a:pt x="77" y="236"/>
                    </a:cubicBezTo>
                    <a:lnTo>
                      <a:pt x="671" y="600"/>
                    </a:lnTo>
                    <a:cubicBezTo>
                      <a:pt x="709" y="619"/>
                      <a:pt x="728" y="619"/>
                      <a:pt x="747" y="619"/>
                    </a:cubicBezTo>
                    <a:cubicBezTo>
                      <a:pt x="805" y="619"/>
                      <a:pt x="843" y="600"/>
                      <a:pt x="843" y="542"/>
                    </a:cubicBezTo>
                    <a:cubicBezTo>
                      <a:pt x="862" y="466"/>
                      <a:pt x="843" y="408"/>
                      <a:pt x="805" y="370"/>
                    </a:cubicBezTo>
                    <a:lnTo>
                      <a:pt x="192" y="26"/>
                    </a:lnTo>
                    <a:cubicBezTo>
                      <a:pt x="168" y="10"/>
                      <a:pt x="141"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8"/>
              <p:cNvSpPr/>
              <p:nvPr/>
            </p:nvSpPr>
            <p:spPr>
              <a:xfrm>
                <a:off x="7317461" y="2504989"/>
                <a:ext cx="49488" cy="55828"/>
              </a:xfrm>
              <a:custGeom>
                <a:rect b="b" l="l" r="r" t="t"/>
                <a:pathLst>
                  <a:path extrusionOk="0" h="951" w="843">
                    <a:moveTo>
                      <a:pt x="722" y="1"/>
                    </a:moveTo>
                    <a:cubicBezTo>
                      <a:pt x="686" y="1"/>
                      <a:pt x="646" y="10"/>
                      <a:pt x="613" y="32"/>
                    </a:cubicBezTo>
                    <a:lnTo>
                      <a:pt x="19" y="760"/>
                    </a:lnTo>
                    <a:cubicBezTo>
                      <a:pt x="0" y="798"/>
                      <a:pt x="0" y="874"/>
                      <a:pt x="38" y="913"/>
                    </a:cubicBezTo>
                    <a:cubicBezTo>
                      <a:pt x="57" y="951"/>
                      <a:pt x="96" y="951"/>
                      <a:pt x="115" y="951"/>
                    </a:cubicBezTo>
                    <a:cubicBezTo>
                      <a:pt x="134" y="951"/>
                      <a:pt x="191" y="913"/>
                      <a:pt x="211" y="894"/>
                    </a:cubicBezTo>
                    <a:lnTo>
                      <a:pt x="804" y="166"/>
                    </a:lnTo>
                    <a:cubicBezTo>
                      <a:pt x="842" y="128"/>
                      <a:pt x="842" y="51"/>
                      <a:pt x="785" y="13"/>
                    </a:cubicBezTo>
                    <a:cubicBezTo>
                      <a:pt x="769" y="5"/>
                      <a:pt x="746" y="1"/>
                      <a:pt x="7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8"/>
              <p:cNvSpPr/>
              <p:nvPr/>
            </p:nvSpPr>
            <p:spPr>
              <a:xfrm>
                <a:off x="7379219" y="2656860"/>
                <a:ext cx="60760" cy="57942"/>
              </a:xfrm>
              <a:custGeom>
                <a:rect b="b" l="l" r="r" t="t"/>
                <a:pathLst>
                  <a:path extrusionOk="0" h="987" w="1035">
                    <a:moveTo>
                      <a:pt x="898" y="1"/>
                    </a:moveTo>
                    <a:cubicBezTo>
                      <a:pt x="867" y="1"/>
                      <a:pt x="833" y="10"/>
                      <a:pt x="805" y="29"/>
                    </a:cubicBezTo>
                    <a:lnTo>
                      <a:pt x="39" y="795"/>
                    </a:lnTo>
                    <a:cubicBezTo>
                      <a:pt x="1" y="833"/>
                      <a:pt x="1" y="910"/>
                      <a:pt x="39" y="967"/>
                    </a:cubicBezTo>
                    <a:cubicBezTo>
                      <a:pt x="77" y="986"/>
                      <a:pt x="116" y="986"/>
                      <a:pt x="135" y="986"/>
                    </a:cubicBezTo>
                    <a:cubicBezTo>
                      <a:pt x="173" y="986"/>
                      <a:pt x="192" y="967"/>
                      <a:pt x="211" y="967"/>
                    </a:cubicBezTo>
                    <a:lnTo>
                      <a:pt x="977" y="201"/>
                    </a:lnTo>
                    <a:cubicBezTo>
                      <a:pt x="1034" y="144"/>
                      <a:pt x="1034" y="87"/>
                      <a:pt x="977" y="29"/>
                    </a:cubicBezTo>
                    <a:cubicBezTo>
                      <a:pt x="958" y="10"/>
                      <a:pt x="929" y="1"/>
                      <a:pt x="8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8"/>
              <p:cNvSpPr/>
              <p:nvPr/>
            </p:nvSpPr>
            <p:spPr>
              <a:xfrm>
                <a:off x="7557919" y="2742805"/>
                <a:ext cx="51719" cy="42796"/>
              </a:xfrm>
              <a:custGeom>
                <a:rect b="b" l="l" r="r" t="t"/>
                <a:pathLst>
                  <a:path extrusionOk="0" h="729" w="881">
                    <a:moveTo>
                      <a:pt x="722" y="0"/>
                    </a:moveTo>
                    <a:cubicBezTo>
                      <a:pt x="702" y="0"/>
                      <a:pt x="684" y="6"/>
                      <a:pt x="670" y="20"/>
                    </a:cubicBezTo>
                    <a:lnTo>
                      <a:pt x="58" y="498"/>
                    </a:lnTo>
                    <a:cubicBezTo>
                      <a:pt x="19" y="556"/>
                      <a:pt x="0" y="632"/>
                      <a:pt x="38" y="671"/>
                    </a:cubicBezTo>
                    <a:cubicBezTo>
                      <a:pt x="58" y="690"/>
                      <a:pt x="115" y="728"/>
                      <a:pt x="134" y="728"/>
                    </a:cubicBezTo>
                    <a:cubicBezTo>
                      <a:pt x="153" y="728"/>
                      <a:pt x="211" y="690"/>
                      <a:pt x="211" y="690"/>
                    </a:cubicBezTo>
                    <a:lnTo>
                      <a:pt x="804" y="211"/>
                    </a:lnTo>
                    <a:cubicBezTo>
                      <a:pt x="861" y="173"/>
                      <a:pt x="881" y="96"/>
                      <a:pt x="823" y="58"/>
                    </a:cubicBezTo>
                    <a:cubicBezTo>
                      <a:pt x="798" y="21"/>
                      <a:pt x="758" y="0"/>
                      <a:pt x="7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8"/>
              <p:cNvSpPr/>
              <p:nvPr/>
            </p:nvSpPr>
            <p:spPr>
              <a:xfrm>
                <a:off x="7589386" y="2868377"/>
                <a:ext cx="69683" cy="66630"/>
              </a:xfrm>
              <a:custGeom>
                <a:rect b="b" l="l" r="r" t="t"/>
                <a:pathLst>
                  <a:path extrusionOk="0" h="1135" w="1187">
                    <a:moveTo>
                      <a:pt x="1050" y="1"/>
                    </a:moveTo>
                    <a:cubicBezTo>
                      <a:pt x="1019" y="1"/>
                      <a:pt x="986" y="15"/>
                      <a:pt x="957" y="44"/>
                    </a:cubicBezTo>
                    <a:lnTo>
                      <a:pt x="57" y="943"/>
                    </a:lnTo>
                    <a:cubicBezTo>
                      <a:pt x="0" y="1001"/>
                      <a:pt x="0" y="1077"/>
                      <a:pt x="57" y="1116"/>
                    </a:cubicBezTo>
                    <a:cubicBezTo>
                      <a:pt x="77" y="1135"/>
                      <a:pt x="134" y="1135"/>
                      <a:pt x="153" y="1135"/>
                    </a:cubicBezTo>
                    <a:cubicBezTo>
                      <a:pt x="172" y="1135"/>
                      <a:pt x="191" y="1135"/>
                      <a:pt x="230" y="1116"/>
                    </a:cubicBezTo>
                    <a:lnTo>
                      <a:pt x="1129" y="216"/>
                    </a:lnTo>
                    <a:cubicBezTo>
                      <a:pt x="1187" y="159"/>
                      <a:pt x="1187" y="82"/>
                      <a:pt x="1129" y="44"/>
                    </a:cubicBezTo>
                    <a:cubicBezTo>
                      <a:pt x="1110" y="15"/>
                      <a:pt x="1081" y="1"/>
                      <a:pt x="10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8"/>
              <p:cNvSpPr/>
              <p:nvPr/>
            </p:nvSpPr>
            <p:spPr>
              <a:xfrm>
                <a:off x="7793857" y="2967530"/>
                <a:ext cx="47258" cy="56239"/>
              </a:xfrm>
              <a:custGeom>
                <a:rect b="b" l="l" r="r" t="t"/>
                <a:pathLst>
                  <a:path extrusionOk="0" h="958" w="805">
                    <a:moveTo>
                      <a:pt x="676" y="0"/>
                    </a:moveTo>
                    <a:cubicBezTo>
                      <a:pt x="640" y="0"/>
                      <a:pt x="600" y="21"/>
                      <a:pt x="575" y="58"/>
                    </a:cubicBezTo>
                    <a:lnTo>
                      <a:pt x="39" y="767"/>
                    </a:lnTo>
                    <a:cubicBezTo>
                      <a:pt x="1" y="805"/>
                      <a:pt x="20" y="881"/>
                      <a:pt x="58" y="939"/>
                    </a:cubicBezTo>
                    <a:cubicBezTo>
                      <a:pt x="77" y="958"/>
                      <a:pt x="115" y="958"/>
                      <a:pt x="135" y="958"/>
                    </a:cubicBezTo>
                    <a:cubicBezTo>
                      <a:pt x="154" y="958"/>
                      <a:pt x="211" y="939"/>
                      <a:pt x="230" y="901"/>
                    </a:cubicBezTo>
                    <a:lnTo>
                      <a:pt x="766" y="192"/>
                    </a:lnTo>
                    <a:cubicBezTo>
                      <a:pt x="805" y="135"/>
                      <a:pt x="785" y="77"/>
                      <a:pt x="728" y="20"/>
                    </a:cubicBezTo>
                    <a:cubicBezTo>
                      <a:pt x="714" y="6"/>
                      <a:pt x="696" y="0"/>
                      <a:pt x="6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8"/>
              <p:cNvSpPr/>
              <p:nvPr/>
            </p:nvSpPr>
            <p:spPr>
              <a:xfrm>
                <a:off x="7818572" y="3108600"/>
                <a:ext cx="68626" cy="70270"/>
              </a:xfrm>
              <a:custGeom>
                <a:rect b="b" l="l" r="r" t="t"/>
                <a:pathLst>
                  <a:path extrusionOk="0" h="1197" w="1169">
                    <a:moveTo>
                      <a:pt x="1044" y="0"/>
                    </a:moveTo>
                    <a:cubicBezTo>
                      <a:pt x="1015" y="0"/>
                      <a:pt x="986" y="10"/>
                      <a:pt x="958" y="29"/>
                    </a:cubicBezTo>
                    <a:lnTo>
                      <a:pt x="58" y="986"/>
                    </a:lnTo>
                    <a:cubicBezTo>
                      <a:pt x="1" y="1043"/>
                      <a:pt x="1" y="1120"/>
                      <a:pt x="58" y="1158"/>
                    </a:cubicBezTo>
                    <a:cubicBezTo>
                      <a:pt x="77" y="1196"/>
                      <a:pt x="96" y="1196"/>
                      <a:pt x="116" y="1196"/>
                    </a:cubicBezTo>
                    <a:cubicBezTo>
                      <a:pt x="173" y="1196"/>
                      <a:pt x="192" y="1158"/>
                      <a:pt x="211" y="1158"/>
                    </a:cubicBezTo>
                    <a:lnTo>
                      <a:pt x="1130" y="201"/>
                    </a:lnTo>
                    <a:cubicBezTo>
                      <a:pt x="1168" y="163"/>
                      <a:pt x="1168" y="86"/>
                      <a:pt x="1130" y="29"/>
                    </a:cubicBezTo>
                    <a:cubicBezTo>
                      <a:pt x="1101" y="10"/>
                      <a:pt x="1073" y="0"/>
                      <a:pt x="10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8"/>
              <p:cNvSpPr/>
              <p:nvPr/>
            </p:nvSpPr>
            <p:spPr>
              <a:xfrm>
                <a:off x="7975903" y="3149283"/>
                <a:ext cx="55124" cy="49782"/>
              </a:xfrm>
              <a:custGeom>
                <a:rect b="b" l="l" r="r" t="t"/>
                <a:pathLst>
                  <a:path extrusionOk="0" h="848" w="939">
                    <a:moveTo>
                      <a:pt x="804" y="1"/>
                    </a:moveTo>
                    <a:cubicBezTo>
                      <a:pt x="776" y="1"/>
                      <a:pt x="747" y="15"/>
                      <a:pt x="728" y="44"/>
                    </a:cubicBezTo>
                    <a:lnTo>
                      <a:pt x="58" y="637"/>
                    </a:lnTo>
                    <a:cubicBezTo>
                      <a:pt x="0" y="676"/>
                      <a:pt x="0" y="752"/>
                      <a:pt x="58" y="810"/>
                    </a:cubicBezTo>
                    <a:cubicBezTo>
                      <a:pt x="77" y="829"/>
                      <a:pt x="115" y="848"/>
                      <a:pt x="154" y="848"/>
                    </a:cubicBezTo>
                    <a:cubicBezTo>
                      <a:pt x="173" y="848"/>
                      <a:pt x="192" y="829"/>
                      <a:pt x="211" y="810"/>
                    </a:cubicBezTo>
                    <a:lnTo>
                      <a:pt x="881" y="197"/>
                    </a:lnTo>
                    <a:cubicBezTo>
                      <a:pt x="938" y="159"/>
                      <a:pt x="938" y="82"/>
                      <a:pt x="881" y="44"/>
                    </a:cubicBezTo>
                    <a:cubicBezTo>
                      <a:pt x="862" y="15"/>
                      <a:pt x="833" y="1"/>
                      <a:pt x="8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8" name="Google Shape;968;p28"/>
            <p:cNvSpPr/>
            <p:nvPr/>
          </p:nvSpPr>
          <p:spPr>
            <a:xfrm>
              <a:off x="8003965" y="3283249"/>
              <a:ext cx="70857" cy="84359"/>
            </a:xfrm>
            <a:custGeom>
              <a:rect b="b" l="l" r="r" t="t"/>
              <a:pathLst>
                <a:path extrusionOk="0" h="1437" w="1207">
                  <a:moveTo>
                    <a:pt x="1069" y="1"/>
                  </a:moveTo>
                  <a:cubicBezTo>
                    <a:pt x="1032" y="1"/>
                    <a:pt x="995" y="22"/>
                    <a:pt x="958" y="59"/>
                  </a:cubicBezTo>
                  <a:lnTo>
                    <a:pt x="58" y="1246"/>
                  </a:lnTo>
                  <a:cubicBezTo>
                    <a:pt x="1" y="1303"/>
                    <a:pt x="20" y="1360"/>
                    <a:pt x="77" y="1418"/>
                  </a:cubicBezTo>
                  <a:cubicBezTo>
                    <a:pt x="97" y="1437"/>
                    <a:pt x="116" y="1437"/>
                    <a:pt x="154" y="1437"/>
                  </a:cubicBezTo>
                  <a:cubicBezTo>
                    <a:pt x="173" y="1437"/>
                    <a:pt x="211" y="1418"/>
                    <a:pt x="250" y="1399"/>
                  </a:cubicBezTo>
                  <a:lnTo>
                    <a:pt x="1149" y="193"/>
                  </a:lnTo>
                  <a:cubicBezTo>
                    <a:pt x="1207" y="155"/>
                    <a:pt x="1168" y="78"/>
                    <a:pt x="1130" y="21"/>
                  </a:cubicBezTo>
                  <a:cubicBezTo>
                    <a:pt x="1110" y="7"/>
                    <a:pt x="1090" y="1"/>
                    <a:pt x="10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8"/>
            <p:cNvSpPr/>
            <p:nvPr/>
          </p:nvSpPr>
          <p:spPr>
            <a:xfrm>
              <a:off x="7684841" y="2577666"/>
              <a:ext cx="267519" cy="69683"/>
            </a:xfrm>
            <a:custGeom>
              <a:rect b="b" l="l" r="r" t="t"/>
              <a:pathLst>
                <a:path extrusionOk="0" h="1187" w="4557">
                  <a:moveTo>
                    <a:pt x="4556" y="0"/>
                  </a:moveTo>
                  <a:lnTo>
                    <a:pt x="1" y="58"/>
                  </a:lnTo>
                  <a:lnTo>
                    <a:pt x="78" y="1149"/>
                  </a:lnTo>
                  <a:lnTo>
                    <a:pt x="4556" y="1187"/>
                  </a:lnTo>
                  <a:lnTo>
                    <a:pt x="45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0" name="Google Shape;970;p28"/>
            <p:cNvGrpSpPr/>
            <p:nvPr/>
          </p:nvGrpSpPr>
          <p:grpSpPr>
            <a:xfrm>
              <a:off x="7712961" y="2641714"/>
              <a:ext cx="216915" cy="304565"/>
              <a:chOff x="7712961" y="2641714"/>
              <a:chExt cx="216915" cy="304565"/>
            </a:xfrm>
          </p:grpSpPr>
          <p:sp>
            <p:nvSpPr>
              <p:cNvPr id="971" name="Google Shape;971;p28"/>
              <p:cNvSpPr/>
              <p:nvPr/>
            </p:nvSpPr>
            <p:spPr>
              <a:xfrm>
                <a:off x="7717481" y="2701242"/>
                <a:ext cx="209049" cy="13561"/>
              </a:xfrm>
              <a:custGeom>
                <a:rect b="b" l="l" r="r" t="t"/>
                <a:pathLst>
                  <a:path extrusionOk="0" h="231" w="3561">
                    <a:moveTo>
                      <a:pt x="115" y="1"/>
                    </a:moveTo>
                    <a:cubicBezTo>
                      <a:pt x="57" y="1"/>
                      <a:pt x="0" y="39"/>
                      <a:pt x="0" y="115"/>
                    </a:cubicBezTo>
                    <a:cubicBezTo>
                      <a:pt x="0" y="192"/>
                      <a:pt x="57" y="230"/>
                      <a:pt x="115" y="230"/>
                    </a:cubicBezTo>
                    <a:lnTo>
                      <a:pt x="3445" y="230"/>
                    </a:lnTo>
                    <a:cubicBezTo>
                      <a:pt x="3503" y="230"/>
                      <a:pt x="3560" y="192"/>
                      <a:pt x="3560" y="115"/>
                    </a:cubicBezTo>
                    <a:cubicBezTo>
                      <a:pt x="3560" y="39"/>
                      <a:pt x="3522" y="1"/>
                      <a:pt x="34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8"/>
              <p:cNvSpPr/>
              <p:nvPr/>
            </p:nvSpPr>
            <p:spPr>
              <a:xfrm>
                <a:off x="7712961" y="2779907"/>
                <a:ext cx="211279" cy="19138"/>
              </a:xfrm>
              <a:custGeom>
                <a:rect b="b" l="l" r="r" t="t"/>
                <a:pathLst>
                  <a:path extrusionOk="0" h="326" w="3599">
                    <a:moveTo>
                      <a:pt x="134" y="0"/>
                    </a:moveTo>
                    <a:cubicBezTo>
                      <a:pt x="77" y="0"/>
                      <a:pt x="1" y="39"/>
                      <a:pt x="1" y="115"/>
                    </a:cubicBezTo>
                    <a:cubicBezTo>
                      <a:pt x="1" y="192"/>
                      <a:pt x="58" y="230"/>
                      <a:pt x="134" y="230"/>
                    </a:cubicBezTo>
                    <a:lnTo>
                      <a:pt x="3484" y="326"/>
                    </a:lnTo>
                    <a:cubicBezTo>
                      <a:pt x="3542" y="326"/>
                      <a:pt x="3599" y="249"/>
                      <a:pt x="3599" y="211"/>
                    </a:cubicBezTo>
                    <a:cubicBezTo>
                      <a:pt x="3599" y="134"/>
                      <a:pt x="3542" y="96"/>
                      <a:pt x="3484" y="96"/>
                    </a:cubicBezTo>
                    <a:lnTo>
                      <a:pt x="1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8"/>
              <p:cNvSpPr/>
              <p:nvPr/>
            </p:nvSpPr>
            <p:spPr>
              <a:xfrm>
                <a:off x="7727579" y="2859688"/>
                <a:ext cx="202297" cy="21427"/>
              </a:xfrm>
              <a:custGeom>
                <a:rect b="b" l="l" r="r" t="t"/>
                <a:pathLst>
                  <a:path extrusionOk="0" h="365" w="3446">
                    <a:moveTo>
                      <a:pt x="115" y="0"/>
                    </a:moveTo>
                    <a:cubicBezTo>
                      <a:pt x="39" y="0"/>
                      <a:pt x="0" y="39"/>
                      <a:pt x="0" y="115"/>
                    </a:cubicBezTo>
                    <a:cubicBezTo>
                      <a:pt x="0" y="192"/>
                      <a:pt x="39" y="230"/>
                      <a:pt x="115" y="230"/>
                    </a:cubicBezTo>
                    <a:lnTo>
                      <a:pt x="3331" y="364"/>
                    </a:lnTo>
                    <a:cubicBezTo>
                      <a:pt x="3388" y="364"/>
                      <a:pt x="3446" y="307"/>
                      <a:pt x="3446" y="230"/>
                    </a:cubicBezTo>
                    <a:cubicBezTo>
                      <a:pt x="3446" y="173"/>
                      <a:pt x="3388" y="115"/>
                      <a:pt x="3331" y="115"/>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8"/>
              <p:cNvSpPr/>
              <p:nvPr/>
            </p:nvSpPr>
            <p:spPr>
              <a:xfrm>
                <a:off x="7796088" y="2929372"/>
                <a:ext cx="129327" cy="16907"/>
              </a:xfrm>
              <a:custGeom>
                <a:rect b="b" l="l" r="r" t="t"/>
                <a:pathLst>
                  <a:path extrusionOk="0" h="288" w="2203">
                    <a:moveTo>
                      <a:pt x="116" y="0"/>
                    </a:moveTo>
                    <a:cubicBezTo>
                      <a:pt x="77" y="0"/>
                      <a:pt x="1" y="58"/>
                      <a:pt x="1" y="134"/>
                    </a:cubicBezTo>
                    <a:cubicBezTo>
                      <a:pt x="1" y="192"/>
                      <a:pt x="58" y="249"/>
                      <a:pt x="116" y="249"/>
                    </a:cubicBezTo>
                    <a:lnTo>
                      <a:pt x="2106" y="287"/>
                    </a:lnTo>
                    <a:cubicBezTo>
                      <a:pt x="2164" y="287"/>
                      <a:pt x="2202" y="230"/>
                      <a:pt x="2202" y="172"/>
                    </a:cubicBezTo>
                    <a:cubicBezTo>
                      <a:pt x="2202" y="96"/>
                      <a:pt x="2164" y="58"/>
                      <a:pt x="2087"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8"/>
              <p:cNvSpPr/>
              <p:nvPr/>
            </p:nvSpPr>
            <p:spPr>
              <a:xfrm>
                <a:off x="7851154" y="2870901"/>
                <a:ext cx="15792" cy="73088"/>
              </a:xfrm>
              <a:custGeom>
                <a:rect b="b" l="l" r="r" t="t"/>
                <a:pathLst>
                  <a:path extrusionOk="0" h="1245" w="269">
                    <a:moveTo>
                      <a:pt x="116" y="1"/>
                    </a:moveTo>
                    <a:cubicBezTo>
                      <a:pt x="39" y="1"/>
                      <a:pt x="1" y="39"/>
                      <a:pt x="1" y="116"/>
                    </a:cubicBezTo>
                    <a:lnTo>
                      <a:pt x="20" y="1130"/>
                    </a:lnTo>
                    <a:cubicBezTo>
                      <a:pt x="20" y="1188"/>
                      <a:pt x="77" y="1245"/>
                      <a:pt x="135" y="1245"/>
                    </a:cubicBezTo>
                    <a:cubicBezTo>
                      <a:pt x="211" y="1245"/>
                      <a:pt x="269" y="1188"/>
                      <a:pt x="269" y="1130"/>
                    </a:cubicBezTo>
                    <a:lnTo>
                      <a:pt x="230" y="116"/>
                    </a:lnTo>
                    <a:cubicBezTo>
                      <a:pt x="23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8"/>
              <p:cNvSpPr/>
              <p:nvPr/>
            </p:nvSpPr>
            <p:spPr>
              <a:xfrm>
                <a:off x="7799493" y="2786658"/>
                <a:ext cx="14676" cy="83185"/>
              </a:xfrm>
              <a:custGeom>
                <a:rect b="b" l="l" r="r" t="t"/>
                <a:pathLst>
                  <a:path extrusionOk="0" h="1417" w="250">
                    <a:moveTo>
                      <a:pt x="115" y="0"/>
                    </a:moveTo>
                    <a:cubicBezTo>
                      <a:pt x="39" y="0"/>
                      <a:pt x="0" y="39"/>
                      <a:pt x="0" y="115"/>
                    </a:cubicBezTo>
                    <a:lnTo>
                      <a:pt x="19" y="1283"/>
                    </a:lnTo>
                    <a:cubicBezTo>
                      <a:pt x="19" y="1359"/>
                      <a:pt x="58" y="1417"/>
                      <a:pt x="134" y="1417"/>
                    </a:cubicBezTo>
                    <a:cubicBezTo>
                      <a:pt x="192" y="1378"/>
                      <a:pt x="249" y="1340"/>
                      <a:pt x="249" y="1283"/>
                    </a:cubicBezTo>
                    <a:lnTo>
                      <a:pt x="230" y="115"/>
                    </a:lnTo>
                    <a:cubicBezTo>
                      <a:pt x="230" y="39"/>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8"/>
              <p:cNvSpPr/>
              <p:nvPr/>
            </p:nvSpPr>
            <p:spPr>
              <a:xfrm>
                <a:off x="7861310" y="2704588"/>
                <a:ext cx="19138" cy="92226"/>
              </a:xfrm>
              <a:custGeom>
                <a:rect b="b" l="l" r="r" t="t"/>
                <a:pathLst>
                  <a:path extrusionOk="0" h="1571" w="326">
                    <a:moveTo>
                      <a:pt x="115" y="1"/>
                    </a:moveTo>
                    <a:cubicBezTo>
                      <a:pt x="38" y="1"/>
                      <a:pt x="0" y="58"/>
                      <a:pt x="0" y="135"/>
                    </a:cubicBezTo>
                    <a:lnTo>
                      <a:pt x="96" y="1437"/>
                    </a:lnTo>
                    <a:cubicBezTo>
                      <a:pt x="96" y="1513"/>
                      <a:pt x="134" y="1571"/>
                      <a:pt x="211" y="1571"/>
                    </a:cubicBezTo>
                    <a:cubicBezTo>
                      <a:pt x="287" y="1571"/>
                      <a:pt x="325" y="1513"/>
                      <a:pt x="325" y="1437"/>
                    </a:cubicBezTo>
                    <a:lnTo>
                      <a:pt x="230" y="135"/>
                    </a:lnTo>
                    <a:cubicBezTo>
                      <a:pt x="230" y="58"/>
                      <a:pt x="19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8"/>
              <p:cNvSpPr/>
              <p:nvPr/>
            </p:nvSpPr>
            <p:spPr>
              <a:xfrm>
                <a:off x="7745543" y="2703472"/>
                <a:ext cx="15792" cy="89995"/>
              </a:xfrm>
              <a:custGeom>
                <a:rect b="b" l="l" r="r" t="t"/>
                <a:pathLst>
                  <a:path extrusionOk="0" h="1533" w="269">
                    <a:moveTo>
                      <a:pt x="115" y="1"/>
                    </a:moveTo>
                    <a:cubicBezTo>
                      <a:pt x="58" y="1"/>
                      <a:pt x="1" y="58"/>
                      <a:pt x="1" y="116"/>
                    </a:cubicBezTo>
                    <a:lnTo>
                      <a:pt x="20" y="1417"/>
                    </a:lnTo>
                    <a:cubicBezTo>
                      <a:pt x="20" y="1494"/>
                      <a:pt x="77" y="1532"/>
                      <a:pt x="154" y="1532"/>
                    </a:cubicBezTo>
                    <a:cubicBezTo>
                      <a:pt x="211" y="1532"/>
                      <a:pt x="269" y="1456"/>
                      <a:pt x="269" y="1417"/>
                    </a:cubicBezTo>
                    <a:lnTo>
                      <a:pt x="249" y="116"/>
                    </a:lnTo>
                    <a:cubicBezTo>
                      <a:pt x="249" y="58"/>
                      <a:pt x="173"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8"/>
              <p:cNvSpPr/>
              <p:nvPr/>
            </p:nvSpPr>
            <p:spPr>
              <a:xfrm>
                <a:off x="7808475" y="2641714"/>
                <a:ext cx="15792" cy="73088"/>
              </a:xfrm>
              <a:custGeom>
                <a:rect b="b" l="l" r="r" t="t"/>
                <a:pathLst>
                  <a:path extrusionOk="0" h="1245" w="269">
                    <a:moveTo>
                      <a:pt x="134" y="0"/>
                    </a:moveTo>
                    <a:cubicBezTo>
                      <a:pt x="58" y="0"/>
                      <a:pt x="0" y="58"/>
                      <a:pt x="0" y="115"/>
                    </a:cubicBezTo>
                    <a:lnTo>
                      <a:pt x="39" y="1129"/>
                    </a:lnTo>
                    <a:cubicBezTo>
                      <a:pt x="39" y="1206"/>
                      <a:pt x="77" y="1244"/>
                      <a:pt x="154" y="1244"/>
                    </a:cubicBezTo>
                    <a:cubicBezTo>
                      <a:pt x="230" y="1225"/>
                      <a:pt x="268" y="1168"/>
                      <a:pt x="268" y="1129"/>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0" name="Google Shape;980;p28"/>
            <p:cNvGrpSpPr/>
            <p:nvPr/>
          </p:nvGrpSpPr>
          <p:grpSpPr>
            <a:xfrm>
              <a:off x="7093851" y="4251774"/>
              <a:ext cx="821408" cy="67629"/>
              <a:chOff x="7093851" y="4251774"/>
              <a:chExt cx="821408" cy="67629"/>
            </a:xfrm>
          </p:grpSpPr>
          <p:sp>
            <p:nvSpPr>
              <p:cNvPr id="981" name="Google Shape;981;p28"/>
              <p:cNvSpPr/>
              <p:nvPr/>
            </p:nvSpPr>
            <p:spPr>
              <a:xfrm>
                <a:off x="7093851" y="4291107"/>
                <a:ext cx="62932" cy="22660"/>
              </a:xfrm>
              <a:custGeom>
                <a:rect b="b" l="l" r="r" t="t"/>
                <a:pathLst>
                  <a:path extrusionOk="0" h="386" w="1072">
                    <a:moveTo>
                      <a:pt x="545" y="0"/>
                    </a:moveTo>
                    <a:cubicBezTo>
                      <a:pt x="288" y="0"/>
                      <a:pt x="89" y="117"/>
                      <a:pt x="77" y="117"/>
                    </a:cubicBezTo>
                    <a:cubicBezTo>
                      <a:pt x="0" y="156"/>
                      <a:pt x="0" y="232"/>
                      <a:pt x="19" y="270"/>
                    </a:cubicBezTo>
                    <a:cubicBezTo>
                      <a:pt x="57" y="322"/>
                      <a:pt x="104" y="339"/>
                      <a:pt x="143" y="339"/>
                    </a:cubicBezTo>
                    <a:cubicBezTo>
                      <a:pt x="162" y="339"/>
                      <a:pt x="179" y="334"/>
                      <a:pt x="191" y="328"/>
                    </a:cubicBezTo>
                    <a:cubicBezTo>
                      <a:pt x="204" y="328"/>
                      <a:pt x="360" y="240"/>
                      <a:pt x="547" y="240"/>
                    </a:cubicBezTo>
                    <a:cubicBezTo>
                      <a:pt x="649" y="240"/>
                      <a:pt x="760" y="266"/>
                      <a:pt x="861" y="347"/>
                    </a:cubicBezTo>
                    <a:cubicBezTo>
                      <a:pt x="881" y="385"/>
                      <a:pt x="919" y="385"/>
                      <a:pt x="938" y="385"/>
                    </a:cubicBezTo>
                    <a:cubicBezTo>
                      <a:pt x="957" y="385"/>
                      <a:pt x="1014" y="347"/>
                      <a:pt x="1034" y="328"/>
                    </a:cubicBezTo>
                    <a:cubicBezTo>
                      <a:pt x="1072" y="270"/>
                      <a:pt x="1053" y="213"/>
                      <a:pt x="1014" y="156"/>
                    </a:cubicBezTo>
                    <a:cubicBezTo>
                      <a:pt x="855" y="38"/>
                      <a:pt x="691" y="0"/>
                      <a:pt x="5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8"/>
              <p:cNvSpPr/>
              <p:nvPr/>
            </p:nvSpPr>
            <p:spPr>
              <a:xfrm>
                <a:off x="7151148" y="4266686"/>
                <a:ext cx="64106" cy="22367"/>
              </a:xfrm>
              <a:custGeom>
                <a:rect b="b" l="l" r="r" t="t"/>
                <a:pathLst>
                  <a:path extrusionOk="0" h="381" w="1092">
                    <a:moveTo>
                      <a:pt x="529" y="0"/>
                    </a:moveTo>
                    <a:cubicBezTo>
                      <a:pt x="280" y="0"/>
                      <a:pt x="89" y="112"/>
                      <a:pt x="77" y="112"/>
                    </a:cubicBezTo>
                    <a:cubicBezTo>
                      <a:pt x="0" y="170"/>
                      <a:pt x="0" y="246"/>
                      <a:pt x="38" y="285"/>
                    </a:cubicBezTo>
                    <a:cubicBezTo>
                      <a:pt x="64" y="336"/>
                      <a:pt x="107" y="353"/>
                      <a:pt x="143" y="353"/>
                    </a:cubicBezTo>
                    <a:cubicBezTo>
                      <a:pt x="162" y="353"/>
                      <a:pt x="179" y="348"/>
                      <a:pt x="192" y="342"/>
                    </a:cubicBezTo>
                    <a:cubicBezTo>
                      <a:pt x="216" y="342"/>
                      <a:pt x="369" y="254"/>
                      <a:pt x="552" y="254"/>
                    </a:cubicBezTo>
                    <a:cubicBezTo>
                      <a:pt x="652" y="254"/>
                      <a:pt x="760" y="280"/>
                      <a:pt x="862" y="361"/>
                    </a:cubicBezTo>
                    <a:cubicBezTo>
                      <a:pt x="900" y="380"/>
                      <a:pt x="919" y="380"/>
                      <a:pt x="938" y="380"/>
                    </a:cubicBezTo>
                    <a:cubicBezTo>
                      <a:pt x="957" y="380"/>
                      <a:pt x="996" y="361"/>
                      <a:pt x="1034" y="342"/>
                    </a:cubicBezTo>
                    <a:cubicBezTo>
                      <a:pt x="1091" y="285"/>
                      <a:pt x="1053" y="208"/>
                      <a:pt x="1015" y="170"/>
                    </a:cubicBezTo>
                    <a:cubicBezTo>
                      <a:pt x="850" y="40"/>
                      <a:pt x="679" y="0"/>
                      <a:pt x="5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8"/>
              <p:cNvSpPr/>
              <p:nvPr/>
            </p:nvSpPr>
            <p:spPr>
              <a:xfrm>
                <a:off x="7187076" y="4296743"/>
                <a:ext cx="62990" cy="22660"/>
              </a:xfrm>
              <a:custGeom>
                <a:rect b="b" l="l" r="r" t="t"/>
                <a:pathLst>
                  <a:path extrusionOk="0" h="386" w="1073">
                    <a:moveTo>
                      <a:pt x="540" y="0"/>
                    </a:moveTo>
                    <a:cubicBezTo>
                      <a:pt x="286" y="0"/>
                      <a:pt x="83" y="117"/>
                      <a:pt x="58" y="117"/>
                    </a:cubicBezTo>
                    <a:cubicBezTo>
                      <a:pt x="1" y="155"/>
                      <a:pt x="1" y="232"/>
                      <a:pt x="20" y="270"/>
                    </a:cubicBezTo>
                    <a:cubicBezTo>
                      <a:pt x="45" y="321"/>
                      <a:pt x="88" y="338"/>
                      <a:pt x="130" y="338"/>
                    </a:cubicBezTo>
                    <a:cubicBezTo>
                      <a:pt x="152" y="338"/>
                      <a:pt x="173" y="334"/>
                      <a:pt x="192" y="328"/>
                    </a:cubicBezTo>
                    <a:cubicBezTo>
                      <a:pt x="204" y="328"/>
                      <a:pt x="361" y="239"/>
                      <a:pt x="548" y="239"/>
                    </a:cubicBezTo>
                    <a:cubicBezTo>
                      <a:pt x="650" y="239"/>
                      <a:pt x="761" y="266"/>
                      <a:pt x="862" y="347"/>
                    </a:cubicBezTo>
                    <a:cubicBezTo>
                      <a:pt x="881" y="385"/>
                      <a:pt x="900" y="385"/>
                      <a:pt x="919" y="385"/>
                    </a:cubicBezTo>
                    <a:cubicBezTo>
                      <a:pt x="977" y="385"/>
                      <a:pt x="996" y="347"/>
                      <a:pt x="1015" y="328"/>
                    </a:cubicBezTo>
                    <a:cubicBezTo>
                      <a:pt x="1073" y="270"/>
                      <a:pt x="1053" y="213"/>
                      <a:pt x="996" y="155"/>
                    </a:cubicBezTo>
                    <a:cubicBezTo>
                      <a:pt x="844" y="38"/>
                      <a:pt x="684" y="0"/>
                      <a:pt x="5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8"/>
              <p:cNvSpPr/>
              <p:nvPr/>
            </p:nvSpPr>
            <p:spPr>
              <a:xfrm>
                <a:off x="7426419" y="4258232"/>
                <a:ext cx="64106" cy="22954"/>
              </a:xfrm>
              <a:custGeom>
                <a:rect b="b" l="l" r="r" t="t"/>
                <a:pathLst>
                  <a:path extrusionOk="0" h="391" w="1092">
                    <a:moveTo>
                      <a:pt x="533" y="0"/>
                    </a:moveTo>
                    <a:cubicBezTo>
                      <a:pt x="282" y="0"/>
                      <a:pt x="89" y="110"/>
                      <a:pt x="77" y="122"/>
                    </a:cubicBezTo>
                    <a:cubicBezTo>
                      <a:pt x="1" y="161"/>
                      <a:pt x="1" y="237"/>
                      <a:pt x="39" y="295"/>
                    </a:cubicBezTo>
                    <a:cubicBezTo>
                      <a:pt x="63" y="331"/>
                      <a:pt x="103" y="344"/>
                      <a:pt x="138" y="344"/>
                    </a:cubicBezTo>
                    <a:cubicBezTo>
                      <a:pt x="159" y="344"/>
                      <a:pt x="178" y="340"/>
                      <a:pt x="192" y="333"/>
                    </a:cubicBezTo>
                    <a:cubicBezTo>
                      <a:pt x="217" y="333"/>
                      <a:pt x="370" y="245"/>
                      <a:pt x="553" y="245"/>
                    </a:cubicBezTo>
                    <a:cubicBezTo>
                      <a:pt x="652" y="245"/>
                      <a:pt x="761" y="271"/>
                      <a:pt x="862" y="352"/>
                    </a:cubicBezTo>
                    <a:cubicBezTo>
                      <a:pt x="900" y="390"/>
                      <a:pt x="919" y="390"/>
                      <a:pt x="939" y="390"/>
                    </a:cubicBezTo>
                    <a:cubicBezTo>
                      <a:pt x="958" y="390"/>
                      <a:pt x="1015" y="352"/>
                      <a:pt x="1034" y="333"/>
                    </a:cubicBezTo>
                    <a:cubicBezTo>
                      <a:pt x="1092" y="295"/>
                      <a:pt x="1053" y="218"/>
                      <a:pt x="1015" y="161"/>
                    </a:cubicBezTo>
                    <a:cubicBezTo>
                      <a:pt x="851" y="39"/>
                      <a:pt x="681" y="0"/>
                      <a:pt x="5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8"/>
              <p:cNvSpPr/>
              <p:nvPr/>
            </p:nvSpPr>
            <p:spPr>
              <a:xfrm>
                <a:off x="7462405" y="4291107"/>
                <a:ext cx="62990" cy="22660"/>
              </a:xfrm>
              <a:custGeom>
                <a:rect b="b" l="l" r="r" t="t"/>
                <a:pathLst>
                  <a:path extrusionOk="0" h="386" w="1073">
                    <a:moveTo>
                      <a:pt x="540" y="0"/>
                    </a:moveTo>
                    <a:cubicBezTo>
                      <a:pt x="286" y="0"/>
                      <a:pt x="82" y="117"/>
                      <a:pt x="58" y="117"/>
                    </a:cubicBezTo>
                    <a:cubicBezTo>
                      <a:pt x="0" y="156"/>
                      <a:pt x="0" y="232"/>
                      <a:pt x="19" y="270"/>
                    </a:cubicBezTo>
                    <a:cubicBezTo>
                      <a:pt x="45" y="322"/>
                      <a:pt x="87" y="339"/>
                      <a:pt x="130" y="339"/>
                    </a:cubicBezTo>
                    <a:cubicBezTo>
                      <a:pt x="151" y="339"/>
                      <a:pt x="172" y="334"/>
                      <a:pt x="192" y="328"/>
                    </a:cubicBezTo>
                    <a:cubicBezTo>
                      <a:pt x="204" y="328"/>
                      <a:pt x="361" y="240"/>
                      <a:pt x="547" y="240"/>
                    </a:cubicBezTo>
                    <a:cubicBezTo>
                      <a:pt x="649" y="240"/>
                      <a:pt x="760" y="266"/>
                      <a:pt x="861" y="347"/>
                    </a:cubicBezTo>
                    <a:cubicBezTo>
                      <a:pt x="881" y="385"/>
                      <a:pt x="900" y="385"/>
                      <a:pt x="919" y="385"/>
                    </a:cubicBezTo>
                    <a:cubicBezTo>
                      <a:pt x="976" y="385"/>
                      <a:pt x="995" y="347"/>
                      <a:pt x="1015" y="328"/>
                    </a:cubicBezTo>
                    <a:cubicBezTo>
                      <a:pt x="1072" y="270"/>
                      <a:pt x="1053" y="213"/>
                      <a:pt x="995" y="156"/>
                    </a:cubicBezTo>
                    <a:cubicBezTo>
                      <a:pt x="843" y="38"/>
                      <a:pt x="683" y="0"/>
                      <a:pt x="5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8"/>
              <p:cNvSpPr/>
              <p:nvPr/>
            </p:nvSpPr>
            <p:spPr>
              <a:xfrm>
                <a:off x="7514066" y="4251774"/>
                <a:ext cx="62990" cy="22660"/>
              </a:xfrm>
              <a:custGeom>
                <a:rect b="b" l="l" r="r" t="t"/>
                <a:pathLst>
                  <a:path extrusionOk="0" h="386" w="1073">
                    <a:moveTo>
                      <a:pt x="541" y="0"/>
                    </a:moveTo>
                    <a:cubicBezTo>
                      <a:pt x="289" y="0"/>
                      <a:pt x="89" y="117"/>
                      <a:pt x="77" y="117"/>
                    </a:cubicBezTo>
                    <a:cubicBezTo>
                      <a:pt x="1" y="156"/>
                      <a:pt x="1" y="232"/>
                      <a:pt x="20" y="271"/>
                    </a:cubicBezTo>
                    <a:cubicBezTo>
                      <a:pt x="58" y="322"/>
                      <a:pt x="96" y="339"/>
                      <a:pt x="135" y="339"/>
                    </a:cubicBezTo>
                    <a:cubicBezTo>
                      <a:pt x="154" y="339"/>
                      <a:pt x="173" y="334"/>
                      <a:pt x="192" y="328"/>
                    </a:cubicBezTo>
                    <a:cubicBezTo>
                      <a:pt x="204" y="328"/>
                      <a:pt x="361" y="240"/>
                      <a:pt x="548" y="240"/>
                    </a:cubicBezTo>
                    <a:cubicBezTo>
                      <a:pt x="650" y="240"/>
                      <a:pt x="761" y="266"/>
                      <a:pt x="862" y="347"/>
                    </a:cubicBezTo>
                    <a:cubicBezTo>
                      <a:pt x="881" y="385"/>
                      <a:pt x="900" y="385"/>
                      <a:pt x="939" y="385"/>
                    </a:cubicBezTo>
                    <a:cubicBezTo>
                      <a:pt x="958" y="385"/>
                      <a:pt x="977" y="385"/>
                      <a:pt x="1034" y="328"/>
                    </a:cubicBezTo>
                    <a:cubicBezTo>
                      <a:pt x="1072" y="271"/>
                      <a:pt x="1053" y="213"/>
                      <a:pt x="996" y="156"/>
                    </a:cubicBezTo>
                    <a:cubicBezTo>
                      <a:pt x="844" y="38"/>
                      <a:pt x="684" y="0"/>
                      <a:pt x="5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8"/>
              <p:cNvSpPr/>
              <p:nvPr/>
            </p:nvSpPr>
            <p:spPr>
              <a:xfrm>
                <a:off x="7561266" y="4294453"/>
                <a:ext cx="64106" cy="22660"/>
              </a:xfrm>
              <a:custGeom>
                <a:rect b="b" l="l" r="r" t="t"/>
                <a:pathLst>
                  <a:path extrusionOk="0" h="386" w="1092">
                    <a:moveTo>
                      <a:pt x="517" y="0"/>
                    </a:moveTo>
                    <a:cubicBezTo>
                      <a:pt x="274" y="0"/>
                      <a:pt x="89" y="106"/>
                      <a:pt x="77" y="118"/>
                    </a:cubicBezTo>
                    <a:cubicBezTo>
                      <a:pt x="1" y="175"/>
                      <a:pt x="1" y="252"/>
                      <a:pt x="39" y="290"/>
                    </a:cubicBezTo>
                    <a:cubicBezTo>
                      <a:pt x="64" y="341"/>
                      <a:pt x="107" y="358"/>
                      <a:pt x="144" y="358"/>
                    </a:cubicBezTo>
                    <a:cubicBezTo>
                      <a:pt x="162" y="358"/>
                      <a:pt x="179" y="354"/>
                      <a:pt x="192" y="347"/>
                    </a:cubicBezTo>
                    <a:cubicBezTo>
                      <a:pt x="217" y="347"/>
                      <a:pt x="370" y="259"/>
                      <a:pt x="552" y="259"/>
                    </a:cubicBezTo>
                    <a:cubicBezTo>
                      <a:pt x="652" y="259"/>
                      <a:pt x="761" y="286"/>
                      <a:pt x="862" y="367"/>
                    </a:cubicBezTo>
                    <a:cubicBezTo>
                      <a:pt x="900" y="386"/>
                      <a:pt x="919" y="386"/>
                      <a:pt x="938" y="386"/>
                    </a:cubicBezTo>
                    <a:cubicBezTo>
                      <a:pt x="996" y="386"/>
                      <a:pt x="1015" y="367"/>
                      <a:pt x="1034" y="347"/>
                    </a:cubicBezTo>
                    <a:cubicBezTo>
                      <a:pt x="1092" y="290"/>
                      <a:pt x="1053" y="213"/>
                      <a:pt x="1015" y="175"/>
                    </a:cubicBezTo>
                    <a:cubicBezTo>
                      <a:pt x="845" y="42"/>
                      <a:pt x="669" y="0"/>
                      <a:pt x="5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8"/>
              <p:cNvSpPr/>
              <p:nvPr/>
            </p:nvSpPr>
            <p:spPr>
              <a:xfrm>
                <a:off x="7390491" y="4287996"/>
                <a:ext cx="62990" cy="22367"/>
              </a:xfrm>
              <a:custGeom>
                <a:rect b="b" l="l" r="r" t="t"/>
                <a:pathLst>
                  <a:path extrusionOk="0" h="381" w="1073">
                    <a:moveTo>
                      <a:pt x="525" y="1"/>
                    </a:moveTo>
                    <a:cubicBezTo>
                      <a:pt x="280" y="1"/>
                      <a:pt x="89" y="113"/>
                      <a:pt x="77" y="113"/>
                    </a:cubicBezTo>
                    <a:cubicBezTo>
                      <a:pt x="0" y="170"/>
                      <a:pt x="0" y="228"/>
                      <a:pt x="19" y="285"/>
                    </a:cubicBezTo>
                    <a:cubicBezTo>
                      <a:pt x="53" y="330"/>
                      <a:pt x="87" y="349"/>
                      <a:pt x="120" y="349"/>
                    </a:cubicBezTo>
                    <a:cubicBezTo>
                      <a:pt x="144" y="349"/>
                      <a:pt x="168" y="339"/>
                      <a:pt x="192" y="323"/>
                    </a:cubicBezTo>
                    <a:cubicBezTo>
                      <a:pt x="204" y="323"/>
                      <a:pt x="352" y="240"/>
                      <a:pt x="531" y="240"/>
                    </a:cubicBezTo>
                    <a:cubicBezTo>
                      <a:pt x="638" y="240"/>
                      <a:pt x="755" y="269"/>
                      <a:pt x="861" y="362"/>
                    </a:cubicBezTo>
                    <a:cubicBezTo>
                      <a:pt x="881" y="381"/>
                      <a:pt x="900" y="381"/>
                      <a:pt x="938" y="381"/>
                    </a:cubicBezTo>
                    <a:cubicBezTo>
                      <a:pt x="976" y="381"/>
                      <a:pt x="995" y="362"/>
                      <a:pt x="1034" y="323"/>
                    </a:cubicBezTo>
                    <a:cubicBezTo>
                      <a:pt x="1072" y="285"/>
                      <a:pt x="1053" y="209"/>
                      <a:pt x="995" y="170"/>
                    </a:cubicBezTo>
                    <a:cubicBezTo>
                      <a:pt x="838" y="41"/>
                      <a:pt x="672" y="1"/>
                      <a:pt x="5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8"/>
              <p:cNvSpPr/>
              <p:nvPr/>
            </p:nvSpPr>
            <p:spPr>
              <a:xfrm>
                <a:off x="7811821" y="4262987"/>
                <a:ext cx="62990" cy="22660"/>
              </a:xfrm>
              <a:custGeom>
                <a:rect b="b" l="l" r="r" t="t"/>
                <a:pathLst>
                  <a:path extrusionOk="0" h="386" w="1073">
                    <a:moveTo>
                      <a:pt x="541" y="1"/>
                    </a:moveTo>
                    <a:cubicBezTo>
                      <a:pt x="289" y="1"/>
                      <a:pt x="90" y="118"/>
                      <a:pt x="77" y="118"/>
                    </a:cubicBezTo>
                    <a:cubicBezTo>
                      <a:pt x="1" y="156"/>
                      <a:pt x="1" y="233"/>
                      <a:pt x="20" y="271"/>
                    </a:cubicBezTo>
                    <a:cubicBezTo>
                      <a:pt x="58" y="322"/>
                      <a:pt x="97" y="339"/>
                      <a:pt x="135" y="339"/>
                    </a:cubicBezTo>
                    <a:cubicBezTo>
                      <a:pt x="154" y="339"/>
                      <a:pt x="173" y="335"/>
                      <a:pt x="192" y="328"/>
                    </a:cubicBezTo>
                    <a:cubicBezTo>
                      <a:pt x="205" y="328"/>
                      <a:pt x="361" y="240"/>
                      <a:pt x="548" y="240"/>
                    </a:cubicBezTo>
                    <a:cubicBezTo>
                      <a:pt x="650" y="240"/>
                      <a:pt x="761" y="266"/>
                      <a:pt x="862" y="348"/>
                    </a:cubicBezTo>
                    <a:cubicBezTo>
                      <a:pt x="881" y="386"/>
                      <a:pt x="900" y="386"/>
                      <a:pt x="939" y="386"/>
                    </a:cubicBezTo>
                    <a:cubicBezTo>
                      <a:pt x="977" y="386"/>
                      <a:pt x="996" y="348"/>
                      <a:pt x="1034" y="328"/>
                    </a:cubicBezTo>
                    <a:cubicBezTo>
                      <a:pt x="1073" y="271"/>
                      <a:pt x="1054" y="214"/>
                      <a:pt x="996" y="156"/>
                    </a:cubicBezTo>
                    <a:cubicBezTo>
                      <a:pt x="844" y="38"/>
                      <a:pt x="684" y="1"/>
                      <a:pt x="5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8"/>
              <p:cNvSpPr/>
              <p:nvPr/>
            </p:nvSpPr>
            <p:spPr>
              <a:xfrm>
                <a:off x="7852269" y="4296743"/>
                <a:ext cx="62990" cy="22660"/>
              </a:xfrm>
              <a:custGeom>
                <a:rect b="b" l="l" r="r" t="t"/>
                <a:pathLst>
                  <a:path extrusionOk="0" h="386" w="1073">
                    <a:moveTo>
                      <a:pt x="546" y="0"/>
                    </a:moveTo>
                    <a:cubicBezTo>
                      <a:pt x="289" y="0"/>
                      <a:pt x="90" y="117"/>
                      <a:pt x="78" y="117"/>
                    </a:cubicBezTo>
                    <a:cubicBezTo>
                      <a:pt x="1" y="155"/>
                      <a:pt x="1" y="232"/>
                      <a:pt x="20" y="270"/>
                    </a:cubicBezTo>
                    <a:cubicBezTo>
                      <a:pt x="58" y="321"/>
                      <a:pt x="105" y="338"/>
                      <a:pt x="143" y="338"/>
                    </a:cubicBezTo>
                    <a:cubicBezTo>
                      <a:pt x="163" y="338"/>
                      <a:pt x="180" y="334"/>
                      <a:pt x="192" y="328"/>
                    </a:cubicBezTo>
                    <a:cubicBezTo>
                      <a:pt x="205" y="328"/>
                      <a:pt x="361" y="239"/>
                      <a:pt x="548" y="239"/>
                    </a:cubicBezTo>
                    <a:cubicBezTo>
                      <a:pt x="650" y="239"/>
                      <a:pt x="761" y="266"/>
                      <a:pt x="862" y="347"/>
                    </a:cubicBezTo>
                    <a:cubicBezTo>
                      <a:pt x="881" y="385"/>
                      <a:pt x="920" y="385"/>
                      <a:pt x="939" y="385"/>
                    </a:cubicBezTo>
                    <a:cubicBezTo>
                      <a:pt x="958" y="385"/>
                      <a:pt x="1015" y="347"/>
                      <a:pt x="1035" y="328"/>
                    </a:cubicBezTo>
                    <a:cubicBezTo>
                      <a:pt x="1073" y="270"/>
                      <a:pt x="1054" y="213"/>
                      <a:pt x="1015" y="155"/>
                    </a:cubicBezTo>
                    <a:cubicBezTo>
                      <a:pt x="856" y="38"/>
                      <a:pt x="692" y="0"/>
                      <a:pt x="5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8"/>
              <p:cNvSpPr/>
              <p:nvPr/>
            </p:nvSpPr>
            <p:spPr>
              <a:xfrm>
                <a:off x="7778124" y="4294453"/>
                <a:ext cx="62990" cy="22660"/>
              </a:xfrm>
              <a:custGeom>
                <a:rect b="b" l="l" r="r" t="t"/>
                <a:pathLst>
                  <a:path extrusionOk="0" h="386" w="1073">
                    <a:moveTo>
                      <a:pt x="512" y="0"/>
                    </a:moveTo>
                    <a:cubicBezTo>
                      <a:pt x="274" y="0"/>
                      <a:pt x="89" y="106"/>
                      <a:pt x="77" y="118"/>
                    </a:cubicBezTo>
                    <a:cubicBezTo>
                      <a:pt x="1" y="175"/>
                      <a:pt x="1" y="252"/>
                      <a:pt x="20" y="290"/>
                    </a:cubicBezTo>
                    <a:cubicBezTo>
                      <a:pt x="58" y="341"/>
                      <a:pt x="96" y="358"/>
                      <a:pt x="135" y="358"/>
                    </a:cubicBezTo>
                    <a:cubicBezTo>
                      <a:pt x="154" y="358"/>
                      <a:pt x="173" y="354"/>
                      <a:pt x="192" y="347"/>
                    </a:cubicBezTo>
                    <a:cubicBezTo>
                      <a:pt x="204" y="347"/>
                      <a:pt x="361" y="259"/>
                      <a:pt x="548" y="259"/>
                    </a:cubicBezTo>
                    <a:cubicBezTo>
                      <a:pt x="650" y="259"/>
                      <a:pt x="761" y="286"/>
                      <a:pt x="862" y="367"/>
                    </a:cubicBezTo>
                    <a:cubicBezTo>
                      <a:pt x="881" y="386"/>
                      <a:pt x="900" y="386"/>
                      <a:pt x="939" y="386"/>
                    </a:cubicBezTo>
                    <a:cubicBezTo>
                      <a:pt x="977" y="386"/>
                      <a:pt x="996" y="367"/>
                      <a:pt x="1034" y="347"/>
                    </a:cubicBezTo>
                    <a:cubicBezTo>
                      <a:pt x="1073" y="290"/>
                      <a:pt x="1053" y="213"/>
                      <a:pt x="996" y="175"/>
                    </a:cubicBezTo>
                    <a:cubicBezTo>
                      <a:pt x="833" y="42"/>
                      <a:pt x="662"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29"/>
          <p:cNvSpPr/>
          <p:nvPr/>
        </p:nvSpPr>
        <p:spPr>
          <a:xfrm>
            <a:off x="4564413" y="1398325"/>
            <a:ext cx="612600" cy="6126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6840000" dist="19050">
              <a:srgbClr val="000000">
                <a:alpha val="3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9"/>
          <p:cNvSpPr/>
          <p:nvPr/>
        </p:nvSpPr>
        <p:spPr>
          <a:xfrm>
            <a:off x="705650" y="2463250"/>
            <a:ext cx="612600" cy="6126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6840000" dist="19050">
              <a:srgbClr val="000000">
                <a:alpha val="3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9"/>
          <p:cNvSpPr/>
          <p:nvPr/>
        </p:nvSpPr>
        <p:spPr>
          <a:xfrm>
            <a:off x="4628500" y="2391525"/>
            <a:ext cx="612600" cy="6126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6840000" dist="19050">
              <a:srgbClr val="000000">
                <a:alpha val="3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9"/>
          <p:cNvSpPr/>
          <p:nvPr/>
        </p:nvSpPr>
        <p:spPr>
          <a:xfrm>
            <a:off x="732100" y="1398325"/>
            <a:ext cx="612600" cy="6126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6840000" dist="19050">
              <a:srgbClr val="000000">
                <a:alpha val="3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9"/>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Table of Contents</a:t>
            </a:r>
            <a:endParaRPr/>
          </a:p>
        </p:txBody>
      </p:sp>
      <p:sp>
        <p:nvSpPr>
          <p:cNvPr id="1001" name="Google Shape;1001;p29"/>
          <p:cNvSpPr txBox="1"/>
          <p:nvPr>
            <p:ph idx="2" type="subTitle"/>
          </p:nvPr>
        </p:nvSpPr>
        <p:spPr>
          <a:xfrm>
            <a:off x="1534093" y="1398325"/>
            <a:ext cx="2969100" cy="340800"/>
          </a:xfrm>
          <a:prstGeom prst="rect">
            <a:avLst/>
          </a:prstGeom>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a:t>Data Diagram</a:t>
            </a:r>
            <a:endParaRPr/>
          </a:p>
        </p:txBody>
      </p:sp>
      <p:sp>
        <p:nvSpPr>
          <p:cNvPr id="1002" name="Google Shape;1002;p29"/>
          <p:cNvSpPr txBox="1"/>
          <p:nvPr>
            <p:ph idx="3" type="title"/>
          </p:nvPr>
        </p:nvSpPr>
        <p:spPr>
          <a:xfrm>
            <a:off x="843725" y="1515175"/>
            <a:ext cx="378900" cy="378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01</a:t>
            </a:r>
            <a:endParaRPr/>
          </a:p>
        </p:txBody>
      </p:sp>
      <p:sp>
        <p:nvSpPr>
          <p:cNvPr id="1003" name="Google Shape;1003;p29"/>
          <p:cNvSpPr txBox="1"/>
          <p:nvPr>
            <p:ph idx="5" type="subTitle"/>
          </p:nvPr>
        </p:nvSpPr>
        <p:spPr>
          <a:xfrm>
            <a:off x="1534093" y="2463250"/>
            <a:ext cx="29718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Frameworks</a:t>
            </a:r>
            <a:endParaRPr/>
          </a:p>
        </p:txBody>
      </p:sp>
      <p:sp>
        <p:nvSpPr>
          <p:cNvPr id="1004" name="Google Shape;1004;p29"/>
          <p:cNvSpPr txBox="1"/>
          <p:nvPr>
            <p:ph idx="6" type="title"/>
          </p:nvPr>
        </p:nvSpPr>
        <p:spPr>
          <a:xfrm>
            <a:off x="732100" y="2571750"/>
            <a:ext cx="592200" cy="34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02</a:t>
            </a:r>
            <a:endParaRPr/>
          </a:p>
        </p:txBody>
      </p:sp>
      <p:sp>
        <p:nvSpPr>
          <p:cNvPr id="1005" name="Google Shape;1005;p29"/>
          <p:cNvSpPr txBox="1"/>
          <p:nvPr>
            <p:ph idx="8" type="subTitle"/>
          </p:nvPr>
        </p:nvSpPr>
        <p:spPr>
          <a:xfrm>
            <a:off x="5363718" y="2501975"/>
            <a:ext cx="29718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Testing</a:t>
            </a:r>
            <a:endParaRPr/>
          </a:p>
        </p:txBody>
      </p:sp>
      <p:sp>
        <p:nvSpPr>
          <p:cNvPr id="1006" name="Google Shape;1006;p29"/>
          <p:cNvSpPr txBox="1"/>
          <p:nvPr>
            <p:ph idx="9" type="title"/>
          </p:nvPr>
        </p:nvSpPr>
        <p:spPr>
          <a:xfrm>
            <a:off x="4721738" y="2508375"/>
            <a:ext cx="378900" cy="378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05</a:t>
            </a:r>
            <a:endParaRPr/>
          </a:p>
        </p:txBody>
      </p:sp>
      <p:sp>
        <p:nvSpPr>
          <p:cNvPr id="1007" name="Google Shape;1007;p29"/>
          <p:cNvSpPr txBox="1"/>
          <p:nvPr>
            <p:ph idx="14" type="subTitle"/>
          </p:nvPr>
        </p:nvSpPr>
        <p:spPr>
          <a:xfrm>
            <a:off x="5362375" y="1398325"/>
            <a:ext cx="3279300" cy="572700"/>
          </a:xfrm>
          <a:prstGeom prst="rect">
            <a:avLst/>
          </a:prstGeom>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a:t>Function</a:t>
            </a:r>
            <a:r>
              <a:rPr b="0" lang="en" sz="2750">
                <a:solidFill>
                  <a:schemeClr val="dk1"/>
                </a:solidFill>
                <a:latin typeface="Arial"/>
                <a:ea typeface="Arial"/>
                <a:cs typeface="Arial"/>
                <a:sym typeface="Arial"/>
              </a:rPr>
              <a:t> </a:t>
            </a:r>
            <a:r>
              <a:rPr lang="en"/>
              <a:t>signatures</a:t>
            </a:r>
            <a:endParaRPr/>
          </a:p>
        </p:txBody>
      </p:sp>
      <p:sp>
        <p:nvSpPr>
          <p:cNvPr id="1008" name="Google Shape;1008;p29"/>
          <p:cNvSpPr txBox="1"/>
          <p:nvPr>
            <p:ph idx="15" type="title"/>
          </p:nvPr>
        </p:nvSpPr>
        <p:spPr>
          <a:xfrm>
            <a:off x="4690450" y="1515175"/>
            <a:ext cx="378900" cy="378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04</a:t>
            </a:r>
            <a:endParaRPr/>
          </a:p>
        </p:txBody>
      </p:sp>
      <p:sp>
        <p:nvSpPr>
          <p:cNvPr id="1009" name="Google Shape;1009;p29"/>
          <p:cNvSpPr/>
          <p:nvPr/>
        </p:nvSpPr>
        <p:spPr>
          <a:xfrm>
            <a:off x="705650" y="3528175"/>
            <a:ext cx="612600" cy="612600"/>
          </a:xfrm>
          <a:prstGeom prst="ellipse">
            <a:avLst/>
          </a:prstGeom>
          <a:solidFill>
            <a:schemeClr val="accent3"/>
          </a:solidFill>
          <a:ln cap="flat" cmpd="sng" w="38100">
            <a:solidFill>
              <a:schemeClr val="lt1"/>
            </a:solidFill>
            <a:prstDash val="solid"/>
            <a:round/>
            <a:headEnd len="sm" w="sm" type="none"/>
            <a:tailEnd len="sm" w="sm" type="none"/>
          </a:ln>
          <a:effectLst>
            <a:outerShdw blurRad="57150" rotWithShape="0" algn="bl" dir="6840000" dist="19050">
              <a:srgbClr val="000000">
                <a:alpha val="3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9"/>
          <p:cNvSpPr txBox="1"/>
          <p:nvPr>
            <p:ph idx="5" type="subTitle"/>
          </p:nvPr>
        </p:nvSpPr>
        <p:spPr>
          <a:xfrm>
            <a:off x="1534093" y="3528175"/>
            <a:ext cx="29718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Endpoints</a:t>
            </a:r>
            <a:endParaRPr/>
          </a:p>
        </p:txBody>
      </p:sp>
      <p:sp>
        <p:nvSpPr>
          <p:cNvPr id="1011" name="Google Shape;1011;p29"/>
          <p:cNvSpPr txBox="1"/>
          <p:nvPr>
            <p:ph idx="6" type="title"/>
          </p:nvPr>
        </p:nvSpPr>
        <p:spPr>
          <a:xfrm>
            <a:off x="732100" y="3636675"/>
            <a:ext cx="592200" cy="34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30"/>
          <p:cNvSpPr txBox="1"/>
          <p:nvPr>
            <p:ph idx="4294967295" type="title"/>
          </p:nvPr>
        </p:nvSpPr>
        <p:spPr>
          <a:xfrm>
            <a:off x="2207350" y="855925"/>
            <a:ext cx="38904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800"/>
              <a:t>Data Diagram</a:t>
            </a:r>
            <a:endParaRPr sz="3800"/>
          </a:p>
        </p:txBody>
      </p:sp>
      <p:pic>
        <p:nvPicPr>
          <p:cNvPr id="1017" name="Google Shape;1017;p30" title="Bill Splitter ERD.png"/>
          <p:cNvPicPr preferRelativeResize="0"/>
          <p:nvPr/>
        </p:nvPicPr>
        <p:blipFill>
          <a:blip r:embed="rId3">
            <a:alphaModFix/>
          </a:blip>
          <a:stretch>
            <a:fillRect/>
          </a:stretch>
        </p:blipFill>
        <p:spPr>
          <a:xfrm>
            <a:off x="1319250" y="141325"/>
            <a:ext cx="6363326" cy="47190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31"/>
          <p:cNvSpPr txBox="1"/>
          <p:nvPr>
            <p:ph type="title"/>
          </p:nvPr>
        </p:nvSpPr>
        <p:spPr>
          <a:xfrm>
            <a:off x="2760000" y="1595775"/>
            <a:ext cx="4045200" cy="7506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sz="3800"/>
              <a:t>Frameworks</a:t>
            </a:r>
            <a:endParaRPr sz="3800"/>
          </a:p>
        </p:txBody>
      </p:sp>
      <p:sp>
        <p:nvSpPr>
          <p:cNvPr id="1023" name="Google Shape;1023;p31"/>
          <p:cNvSpPr txBox="1"/>
          <p:nvPr>
            <p:ph idx="1" type="subTitle"/>
          </p:nvPr>
        </p:nvSpPr>
        <p:spPr>
          <a:xfrm>
            <a:off x="3822450" y="2190525"/>
            <a:ext cx="4996200" cy="1683600"/>
          </a:xfrm>
          <a:prstGeom prst="rect">
            <a:avLst/>
          </a:prstGeom>
        </p:spPr>
        <p:txBody>
          <a:bodyPr anchorCtr="0" anchor="t" bIns="0" lIns="0" spcFirstLastPara="1" rIns="0" wrap="square" tIns="0">
            <a:noAutofit/>
          </a:bodyPr>
          <a:lstStyle/>
          <a:p>
            <a:pPr indent="-374650" lvl="0" marL="457200" rtl="0" algn="l">
              <a:spcBef>
                <a:spcPts val="0"/>
              </a:spcBef>
              <a:spcAft>
                <a:spcPts val="0"/>
              </a:spcAft>
              <a:buSzPts val="2300"/>
              <a:buFont typeface="Assistant SemiBold"/>
              <a:buChar char="-"/>
            </a:pPr>
            <a:r>
              <a:rPr lang="en" sz="1800">
                <a:latin typeface="Assistant SemiBold"/>
                <a:ea typeface="Assistant SemiBold"/>
                <a:cs typeface="Assistant SemiBold"/>
                <a:sym typeface="Assistant SemiBold"/>
              </a:rPr>
              <a:t>Django </a:t>
            </a:r>
            <a:r>
              <a:rPr lang="en" sz="1800"/>
              <a:t>to serve API endpoints and manage DB access</a:t>
            </a:r>
            <a:endParaRPr sz="1800"/>
          </a:p>
          <a:p>
            <a:pPr indent="-374650" lvl="0" marL="457200" rtl="0" algn="l">
              <a:spcBef>
                <a:spcPts val="0"/>
              </a:spcBef>
              <a:spcAft>
                <a:spcPts val="0"/>
              </a:spcAft>
              <a:buSzPts val="2300"/>
              <a:buFont typeface="Assistant SemiBold"/>
              <a:buChar char="-"/>
            </a:pPr>
            <a:r>
              <a:rPr lang="en" sz="1800">
                <a:latin typeface="Assistant SemiBold"/>
                <a:ea typeface="Assistant SemiBold"/>
                <a:cs typeface="Assistant SemiBold"/>
                <a:sym typeface="Assistant SemiBold"/>
              </a:rPr>
              <a:t>Supabase </a:t>
            </a:r>
            <a:r>
              <a:rPr lang="en" sz="1800"/>
              <a:t>as the DBMS</a:t>
            </a:r>
            <a:endParaRPr sz="1800"/>
          </a:p>
          <a:p>
            <a:pPr indent="-374650" lvl="0" marL="457200" rtl="0" algn="l">
              <a:spcBef>
                <a:spcPts val="0"/>
              </a:spcBef>
              <a:spcAft>
                <a:spcPts val="0"/>
              </a:spcAft>
              <a:buSzPts val="2300"/>
              <a:buFont typeface="Assistant SemiBold"/>
              <a:buChar char="-"/>
            </a:pPr>
            <a:r>
              <a:rPr lang="en" sz="1800">
                <a:latin typeface="Assistant SemiBold"/>
                <a:ea typeface="Assistant SemiBold"/>
                <a:cs typeface="Assistant SemiBold"/>
                <a:sym typeface="Assistant SemiBold"/>
              </a:rPr>
              <a:t>React</a:t>
            </a:r>
            <a:r>
              <a:rPr lang="en" sz="1800"/>
              <a:t> for a dynamic front-end</a:t>
            </a:r>
            <a:endParaRPr sz="1800"/>
          </a:p>
          <a:p>
            <a:pPr indent="-374650" lvl="0" marL="457200" rtl="0" algn="l">
              <a:spcBef>
                <a:spcPts val="0"/>
              </a:spcBef>
              <a:spcAft>
                <a:spcPts val="0"/>
              </a:spcAft>
              <a:buSzPts val="2300"/>
              <a:buFont typeface="Assistant SemiBold"/>
              <a:buChar char="-"/>
            </a:pPr>
            <a:r>
              <a:rPr lang="en" sz="1800">
                <a:latin typeface="Assistant SemiBold"/>
                <a:ea typeface="Assistant SemiBold"/>
                <a:cs typeface="Assistant SemiBold"/>
                <a:sym typeface="Assistant SemiBold"/>
              </a:rPr>
              <a:t>Shadcn </a:t>
            </a:r>
            <a:r>
              <a:rPr lang="en" sz="1800"/>
              <a:t>components w/ </a:t>
            </a:r>
            <a:r>
              <a:rPr lang="en" sz="1800">
                <a:latin typeface="Assistant SemiBold"/>
                <a:ea typeface="Assistant SemiBold"/>
                <a:cs typeface="Assistant SemiBold"/>
                <a:sym typeface="Assistant SemiBold"/>
              </a:rPr>
              <a:t>Tailwind </a:t>
            </a:r>
            <a:r>
              <a:rPr lang="en" sz="1800"/>
              <a:t>for design</a:t>
            </a:r>
            <a:endParaRPr sz="1800"/>
          </a:p>
        </p:txBody>
      </p:sp>
      <p:grpSp>
        <p:nvGrpSpPr>
          <p:cNvPr id="1024" name="Google Shape;1024;p31"/>
          <p:cNvGrpSpPr/>
          <p:nvPr/>
        </p:nvGrpSpPr>
        <p:grpSpPr>
          <a:xfrm rot="-1230385">
            <a:off x="7628214" y="1011220"/>
            <a:ext cx="657386" cy="788764"/>
            <a:chOff x="4036318" y="3820178"/>
            <a:chExt cx="657409" cy="788792"/>
          </a:xfrm>
        </p:grpSpPr>
        <p:sp>
          <p:nvSpPr>
            <p:cNvPr id="1025" name="Google Shape;1025;p31"/>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1"/>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1"/>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1"/>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1"/>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1"/>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1"/>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2" name="Google Shape;1032;p31"/>
          <p:cNvGrpSpPr/>
          <p:nvPr/>
        </p:nvGrpSpPr>
        <p:grpSpPr>
          <a:xfrm rot="-5400000">
            <a:off x="3502345" y="3182000"/>
            <a:ext cx="437317" cy="1921984"/>
            <a:chOff x="8466795" y="2815800"/>
            <a:chExt cx="437317" cy="1921984"/>
          </a:xfrm>
        </p:grpSpPr>
        <p:grpSp>
          <p:nvGrpSpPr>
            <p:cNvPr id="1033" name="Google Shape;1033;p31"/>
            <p:cNvGrpSpPr/>
            <p:nvPr/>
          </p:nvGrpSpPr>
          <p:grpSpPr>
            <a:xfrm>
              <a:off x="8466795" y="4606284"/>
              <a:ext cx="128153" cy="131499"/>
              <a:chOff x="8037720" y="3987834"/>
              <a:chExt cx="128153" cy="131499"/>
            </a:xfrm>
          </p:grpSpPr>
          <p:sp>
            <p:nvSpPr>
              <p:cNvPr id="1034" name="Google Shape;1034;p31"/>
              <p:cNvSpPr/>
              <p:nvPr/>
            </p:nvSpPr>
            <p:spPr>
              <a:xfrm>
                <a:off x="8037720" y="3987834"/>
                <a:ext cx="128153" cy="131499"/>
              </a:xfrm>
              <a:custGeom>
                <a:rect b="b" l="l" r="r" t="t"/>
                <a:pathLst>
                  <a:path extrusionOk="0" h="2240" w="2183">
                    <a:moveTo>
                      <a:pt x="1168" y="1"/>
                    </a:moveTo>
                    <a:cubicBezTo>
                      <a:pt x="1110" y="1"/>
                      <a:pt x="1053" y="39"/>
                      <a:pt x="1053" y="115"/>
                    </a:cubicBezTo>
                    <a:lnTo>
                      <a:pt x="1053" y="785"/>
                    </a:lnTo>
                    <a:lnTo>
                      <a:pt x="632" y="326"/>
                    </a:lnTo>
                    <a:cubicBezTo>
                      <a:pt x="603" y="297"/>
                      <a:pt x="570" y="283"/>
                      <a:pt x="538" y="283"/>
                    </a:cubicBezTo>
                    <a:cubicBezTo>
                      <a:pt x="507" y="283"/>
                      <a:pt x="479" y="297"/>
                      <a:pt x="460" y="326"/>
                    </a:cubicBezTo>
                    <a:cubicBezTo>
                      <a:pt x="402" y="383"/>
                      <a:pt x="402" y="441"/>
                      <a:pt x="460" y="498"/>
                    </a:cubicBezTo>
                    <a:lnTo>
                      <a:pt x="919" y="977"/>
                    </a:lnTo>
                    <a:lnTo>
                      <a:pt x="115" y="977"/>
                    </a:lnTo>
                    <a:cubicBezTo>
                      <a:pt x="58" y="977"/>
                      <a:pt x="0" y="1015"/>
                      <a:pt x="0" y="1092"/>
                    </a:cubicBezTo>
                    <a:cubicBezTo>
                      <a:pt x="0" y="1168"/>
                      <a:pt x="58" y="1206"/>
                      <a:pt x="115" y="1206"/>
                    </a:cubicBezTo>
                    <a:lnTo>
                      <a:pt x="861" y="1206"/>
                    </a:lnTo>
                    <a:lnTo>
                      <a:pt x="287" y="1589"/>
                    </a:lnTo>
                    <a:cubicBezTo>
                      <a:pt x="249" y="1647"/>
                      <a:pt x="211" y="1723"/>
                      <a:pt x="268" y="1761"/>
                    </a:cubicBezTo>
                    <a:cubicBezTo>
                      <a:pt x="287" y="1781"/>
                      <a:pt x="306" y="1819"/>
                      <a:pt x="364" y="1819"/>
                    </a:cubicBezTo>
                    <a:cubicBezTo>
                      <a:pt x="383" y="1819"/>
                      <a:pt x="402" y="1819"/>
                      <a:pt x="440" y="1781"/>
                    </a:cubicBezTo>
                    <a:lnTo>
                      <a:pt x="1053" y="1360"/>
                    </a:lnTo>
                    <a:lnTo>
                      <a:pt x="1053" y="2125"/>
                    </a:lnTo>
                    <a:cubicBezTo>
                      <a:pt x="1053" y="2202"/>
                      <a:pt x="1110" y="2240"/>
                      <a:pt x="1168" y="2240"/>
                    </a:cubicBezTo>
                    <a:cubicBezTo>
                      <a:pt x="1225" y="2240"/>
                      <a:pt x="1302" y="2202"/>
                      <a:pt x="1302" y="2125"/>
                    </a:cubicBezTo>
                    <a:lnTo>
                      <a:pt x="1302" y="1379"/>
                    </a:lnTo>
                    <a:lnTo>
                      <a:pt x="1723" y="1838"/>
                    </a:lnTo>
                    <a:cubicBezTo>
                      <a:pt x="1742" y="1857"/>
                      <a:pt x="1799" y="1876"/>
                      <a:pt x="1818" y="1876"/>
                    </a:cubicBezTo>
                    <a:cubicBezTo>
                      <a:pt x="1838" y="1876"/>
                      <a:pt x="1876" y="1876"/>
                      <a:pt x="1895" y="1838"/>
                    </a:cubicBezTo>
                    <a:cubicBezTo>
                      <a:pt x="1933" y="1781"/>
                      <a:pt x="1933" y="1723"/>
                      <a:pt x="1895" y="1666"/>
                    </a:cubicBezTo>
                    <a:lnTo>
                      <a:pt x="1436" y="1187"/>
                    </a:lnTo>
                    <a:lnTo>
                      <a:pt x="2067" y="1187"/>
                    </a:lnTo>
                    <a:cubicBezTo>
                      <a:pt x="2125" y="1187"/>
                      <a:pt x="2182" y="1149"/>
                      <a:pt x="2182" y="1072"/>
                    </a:cubicBezTo>
                    <a:cubicBezTo>
                      <a:pt x="2182" y="996"/>
                      <a:pt x="2125" y="958"/>
                      <a:pt x="2067" y="958"/>
                    </a:cubicBezTo>
                    <a:lnTo>
                      <a:pt x="1627" y="958"/>
                    </a:lnTo>
                    <a:lnTo>
                      <a:pt x="2086" y="632"/>
                    </a:lnTo>
                    <a:cubicBezTo>
                      <a:pt x="2125" y="594"/>
                      <a:pt x="2163" y="517"/>
                      <a:pt x="2106" y="479"/>
                    </a:cubicBezTo>
                    <a:cubicBezTo>
                      <a:pt x="2081" y="442"/>
                      <a:pt x="2040" y="421"/>
                      <a:pt x="1999" y="421"/>
                    </a:cubicBezTo>
                    <a:cubicBezTo>
                      <a:pt x="1976" y="421"/>
                      <a:pt x="1954" y="427"/>
                      <a:pt x="1933" y="441"/>
                    </a:cubicBezTo>
                    <a:lnTo>
                      <a:pt x="1302" y="900"/>
                    </a:lnTo>
                    <a:lnTo>
                      <a:pt x="1302" y="115"/>
                    </a:lnTo>
                    <a:cubicBezTo>
                      <a:pt x="1302" y="39"/>
                      <a:pt x="1244" y="1"/>
                      <a:pt x="1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1"/>
              <p:cNvSpPr/>
              <p:nvPr/>
            </p:nvSpPr>
            <p:spPr>
              <a:xfrm>
                <a:off x="8050049" y="4012490"/>
                <a:ext cx="114710" cy="82128"/>
              </a:xfrm>
              <a:custGeom>
                <a:rect b="b" l="l" r="r" t="t"/>
                <a:pathLst>
                  <a:path extrusionOk="0" h="1399" w="1954">
                    <a:moveTo>
                      <a:pt x="1789" y="1"/>
                    </a:moveTo>
                    <a:cubicBezTo>
                      <a:pt x="1766" y="1"/>
                      <a:pt x="1744" y="7"/>
                      <a:pt x="1723" y="21"/>
                    </a:cubicBezTo>
                    <a:lnTo>
                      <a:pt x="77" y="1169"/>
                    </a:lnTo>
                    <a:cubicBezTo>
                      <a:pt x="39" y="1227"/>
                      <a:pt x="1" y="1284"/>
                      <a:pt x="58" y="1341"/>
                    </a:cubicBezTo>
                    <a:cubicBezTo>
                      <a:pt x="77" y="1361"/>
                      <a:pt x="96" y="1399"/>
                      <a:pt x="154" y="1399"/>
                    </a:cubicBezTo>
                    <a:cubicBezTo>
                      <a:pt x="173" y="1399"/>
                      <a:pt x="192" y="1399"/>
                      <a:pt x="230" y="1361"/>
                    </a:cubicBezTo>
                    <a:lnTo>
                      <a:pt x="1876" y="212"/>
                    </a:lnTo>
                    <a:cubicBezTo>
                      <a:pt x="1915" y="174"/>
                      <a:pt x="1953" y="97"/>
                      <a:pt x="1896" y="59"/>
                    </a:cubicBezTo>
                    <a:cubicBezTo>
                      <a:pt x="1871" y="22"/>
                      <a:pt x="1830" y="1"/>
                      <a:pt x="1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1"/>
              <p:cNvSpPr/>
              <p:nvPr/>
            </p:nvSpPr>
            <p:spPr>
              <a:xfrm>
                <a:off x="8061320" y="4004389"/>
                <a:ext cx="89936" cy="93634"/>
              </a:xfrm>
              <a:custGeom>
                <a:rect b="b" l="l" r="r" t="t"/>
                <a:pathLst>
                  <a:path extrusionOk="0" h="1595" w="1532">
                    <a:moveTo>
                      <a:pt x="136" y="1"/>
                    </a:moveTo>
                    <a:cubicBezTo>
                      <a:pt x="105" y="1"/>
                      <a:pt x="77" y="15"/>
                      <a:pt x="58" y="44"/>
                    </a:cubicBezTo>
                    <a:cubicBezTo>
                      <a:pt x="0" y="82"/>
                      <a:pt x="0" y="159"/>
                      <a:pt x="58" y="216"/>
                    </a:cubicBezTo>
                    <a:lnTo>
                      <a:pt x="1321" y="1556"/>
                    </a:lnTo>
                    <a:cubicBezTo>
                      <a:pt x="1340" y="1575"/>
                      <a:pt x="1397" y="1594"/>
                      <a:pt x="1416" y="1594"/>
                    </a:cubicBezTo>
                    <a:cubicBezTo>
                      <a:pt x="1436" y="1594"/>
                      <a:pt x="1474" y="1594"/>
                      <a:pt x="1493" y="1556"/>
                    </a:cubicBezTo>
                    <a:cubicBezTo>
                      <a:pt x="1531" y="1499"/>
                      <a:pt x="1531" y="1422"/>
                      <a:pt x="1493" y="1384"/>
                    </a:cubicBezTo>
                    <a:lnTo>
                      <a:pt x="230" y="44"/>
                    </a:lnTo>
                    <a:cubicBezTo>
                      <a:pt x="201" y="15"/>
                      <a:pt x="168" y="1"/>
                      <a:pt x="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1"/>
              <p:cNvSpPr/>
              <p:nvPr/>
            </p:nvSpPr>
            <p:spPr>
              <a:xfrm>
                <a:off x="8037720" y="4044015"/>
                <a:ext cx="128153" cy="14676"/>
              </a:xfrm>
              <a:custGeom>
                <a:rect b="b" l="l" r="r" t="t"/>
                <a:pathLst>
                  <a:path extrusionOk="0" h="250" w="2183">
                    <a:moveTo>
                      <a:pt x="2067" y="1"/>
                    </a:moveTo>
                    <a:lnTo>
                      <a:pt x="115" y="20"/>
                    </a:lnTo>
                    <a:cubicBezTo>
                      <a:pt x="58" y="20"/>
                      <a:pt x="0" y="58"/>
                      <a:pt x="0" y="135"/>
                    </a:cubicBezTo>
                    <a:cubicBezTo>
                      <a:pt x="0" y="211"/>
                      <a:pt x="58" y="249"/>
                      <a:pt x="115" y="249"/>
                    </a:cubicBezTo>
                    <a:lnTo>
                      <a:pt x="2067" y="230"/>
                    </a:lnTo>
                    <a:cubicBezTo>
                      <a:pt x="2125" y="230"/>
                      <a:pt x="2182" y="173"/>
                      <a:pt x="2182" y="115"/>
                    </a:cubicBezTo>
                    <a:cubicBezTo>
                      <a:pt x="2182" y="39"/>
                      <a:pt x="2125"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8" name="Google Shape;1038;p31"/>
            <p:cNvSpPr/>
            <p:nvPr/>
          </p:nvSpPr>
          <p:spPr>
            <a:xfrm>
              <a:off x="8515199" y="3270235"/>
              <a:ext cx="98918" cy="96687"/>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1"/>
            <p:cNvSpPr/>
            <p:nvPr/>
          </p:nvSpPr>
          <p:spPr>
            <a:xfrm>
              <a:off x="8688313" y="2815800"/>
              <a:ext cx="215800" cy="213627"/>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1"/>
            <p:cNvSpPr/>
            <p:nvPr/>
          </p:nvSpPr>
          <p:spPr>
            <a:xfrm>
              <a:off x="8744658" y="4029962"/>
              <a:ext cx="156214" cy="157388"/>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1" name="Google Shape;1041;p31"/>
          <p:cNvGrpSpPr/>
          <p:nvPr/>
        </p:nvGrpSpPr>
        <p:grpSpPr>
          <a:xfrm>
            <a:off x="879364" y="3924330"/>
            <a:ext cx="773154" cy="349422"/>
            <a:chOff x="6892614" y="3632855"/>
            <a:chExt cx="773154" cy="349422"/>
          </a:xfrm>
        </p:grpSpPr>
        <p:sp>
          <p:nvSpPr>
            <p:cNvPr id="1042" name="Google Shape;1042;p31"/>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1"/>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4" name="Google Shape;1044;p31"/>
          <p:cNvGrpSpPr/>
          <p:nvPr/>
        </p:nvGrpSpPr>
        <p:grpSpPr>
          <a:xfrm>
            <a:off x="4730659" y="3924318"/>
            <a:ext cx="1354380" cy="1076376"/>
            <a:chOff x="1250184" y="3740693"/>
            <a:chExt cx="1354380" cy="1076376"/>
          </a:xfrm>
        </p:grpSpPr>
        <p:sp>
          <p:nvSpPr>
            <p:cNvPr id="1045" name="Google Shape;1045;p31"/>
            <p:cNvSpPr/>
            <p:nvPr/>
          </p:nvSpPr>
          <p:spPr>
            <a:xfrm rot="-1548641">
              <a:off x="1322884" y="3973412"/>
              <a:ext cx="1208981" cy="610940"/>
            </a:xfrm>
            <a:custGeom>
              <a:rect b="b" l="l" r="r" t="t"/>
              <a:pathLst>
                <a:path extrusionOk="0" h="7274" w="14395">
                  <a:moveTo>
                    <a:pt x="4039" y="0"/>
                  </a:moveTo>
                  <a:cubicBezTo>
                    <a:pt x="3657" y="0"/>
                    <a:pt x="3350" y="287"/>
                    <a:pt x="3331" y="670"/>
                  </a:cubicBezTo>
                  <a:lnTo>
                    <a:pt x="3197" y="2565"/>
                  </a:lnTo>
                  <a:lnTo>
                    <a:pt x="900" y="2374"/>
                  </a:lnTo>
                  <a:lnTo>
                    <a:pt x="862" y="2374"/>
                  </a:lnTo>
                  <a:cubicBezTo>
                    <a:pt x="671" y="2374"/>
                    <a:pt x="498" y="2412"/>
                    <a:pt x="384" y="2527"/>
                  </a:cubicBezTo>
                  <a:cubicBezTo>
                    <a:pt x="230" y="2680"/>
                    <a:pt x="173" y="2852"/>
                    <a:pt x="135" y="3043"/>
                  </a:cubicBezTo>
                  <a:lnTo>
                    <a:pt x="20" y="4881"/>
                  </a:lnTo>
                  <a:cubicBezTo>
                    <a:pt x="1" y="5072"/>
                    <a:pt x="77" y="5264"/>
                    <a:pt x="192" y="5398"/>
                  </a:cubicBezTo>
                  <a:cubicBezTo>
                    <a:pt x="326" y="5551"/>
                    <a:pt x="498" y="5647"/>
                    <a:pt x="690" y="5647"/>
                  </a:cubicBezTo>
                  <a:lnTo>
                    <a:pt x="2623" y="5761"/>
                  </a:lnTo>
                  <a:cubicBezTo>
                    <a:pt x="2661" y="5761"/>
                    <a:pt x="2661" y="5781"/>
                    <a:pt x="2680" y="5781"/>
                  </a:cubicBezTo>
                  <a:cubicBezTo>
                    <a:pt x="2700" y="5781"/>
                    <a:pt x="2700" y="5819"/>
                    <a:pt x="2738" y="5819"/>
                  </a:cubicBezTo>
                  <a:cubicBezTo>
                    <a:pt x="2872" y="6546"/>
                    <a:pt x="3542" y="7101"/>
                    <a:pt x="4327" y="7101"/>
                  </a:cubicBezTo>
                  <a:cubicBezTo>
                    <a:pt x="5073" y="7101"/>
                    <a:pt x="5705" y="6623"/>
                    <a:pt x="5915" y="5953"/>
                  </a:cubicBezTo>
                  <a:lnTo>
                    <a:pt x="6509" y="6010"/>
                  </a:lnTo>
                  <a:cubicBezTo>
                    <a:pt x="6662" y="6163"/>
                    <a:pt x="6891" y="6297"/>
                    <a:pt x="7140" y="6297"/>
                  </a:cubicBezTo>
                  <a:cubicBezTo>
                    <a:pt x="7370" y="6297"/>
                    <a:pt x="7561" y="6221"/>
                    <a:pt x="7714" y="6068"/>
                  </a:cubicBezTo>
                  <a:lnTo>
                    <a:pt x="8671" y="6125"/>
                  </a:lnTo>
                  <a:cubicBezTo>
                    <a:pt x="8729" y="6163"/>
                    <a:pt x="8805" y="6221"/>
                    <a:pt x="8901" y="6240"/>
                  </a:cubicBezTo>
                  <a:cubicBezTo>
                    <a:pt x="9150" y="6833"/>
                    <a:pt x="9743" y="7274"/>
                    <a:pt x="10432" y="7274"/>
                  </a:cubicBezTo>
                  <a:cubicBezTo>
                    <a:pt x="11102" y="7274"/>
                    <a:pt x="11677" y="6891"/>
                    <a:pt x="11887" y="6336"/>
                  </a:cubicBezTo>
                  <a:lnTo>
                    <a:pt x="13437" y="6431"/>
                  </a:lnTo>
                  <a:lnTo>
                    <a:pt x="13495" y="6431"/>
                  </a:lnTo>
                  <a:cubicBezTo>
                    <a:pt x="13878" y="6431"/>
                    <a:pt x="14184" y="6144"/>
                    <a:pt x="14222" y="5761"/>
                  </a:cubicBezTo>
                  <a:lnTo>
                    <a:pt x="14375" y="3752"/>
                  </a:lnTo>
                  <a:cubicBezTo>
                    <a:pt x="14395" y="3560"/>
                    <a:pt x="14337" y="3369"/>
                    <a:pt x="14222" y="3235"/>
                  </a:cubicBezTo>
                  <a:cubicBezTo>
                    <a:pt x="14088" y="3082"/>
                    <a:pt x="13897" y="2986"/>
                    <a:pt x="13705" y="2986"/>
                  </a:cubicBezTo>
                  <a:lnTo>
                    <a:pt x="11619" y="2871"/>
                  </a:lnTo>
                  <a:lnTo>
                    <a:pt x="11715" y="957"/>
                  </a:lnTo>
                  <a:cubicBezTo>
                    <a:pt x="11715" y="766"/>
                    <a:pt x="11657" y="574"/>
                    <a:pt x="11523" y="421"/>
                  </a:cubicBezTo>
                  <a:cubicBezTo>
                    <a:pt x="11409" y="287"/>
                    <a:pt x="11217" y="191"/>
                    <a:pt x="11026" y="191"/>
                  </a:cubicBezTo>
                  <a:lnTo>
                    <a:pt x="4039" y="0"/>
                  </a:lnTo>
                  <a:close/>
                </a:path>
              </a:pathLst>
            </a:custGeom>
            <a:solidFill>
              <a:srgbClr val="FFFFFF"/>
            </a:solidFill>
            <a:ln>
              <a:noFill/>
            </a:ln>
            <a:effectLst>
              <a:outerShdw blurRad="85725" rotWithShape="0" algn="bl" dir="5400000" dist="76200">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1"/>
            <p:cNvSpPr/>
            <p:nvPr/>
          </p:nvSpPr>
          <p:spPr>
            <a:xfrm rot="-1548641">
              <a:off x="1388366" y="4034689"/>
              <a:ext cx="1085185" cy="492011"/>
            </a:xfrm>
            <a:custGeom>
              <a:rect b="b" l="l" r="r" t="t"/>
              <a:pathLst>
                <a:path extrusionOk="0" h="5858" w="12921">
                  <a:moveTo>
                    <a:pt x="3312" y="1"/>
                  </a:moveTo>
                  <a:lnTo>
                    <a:pt x="3139" y="2604"/>
                  </a:lnTo>
                  <a:lnTo>
                    <a:pt x="115" y="2355"/>
                  </a:lnTo>
                  <a:lnTo>
                    <a:pt x="0" y="4211"/>
                  </a:lnTo>
                  <a:lnTo>
                    <a:pt x="2202" y="4345"/>
                  </a:lnTo>
                  <a:cubicBezTo>
                    <a:pt x="2202" y="4340"/>
                    <a:pt x="2203" y="4338"/>
                    <a:pt x="2206" y="4338"/>
                  </a:cubicBezTo>
                  <a:cubicBezTo>
                    <a:pt x="2214" y="4338"/>
                    <a:pt x="2232" y="4351"/>
                    <a:pt x="2259" y="4365"/>
                  </a:cubicBezTo>
                  <a:cubicBezTo>
                    <a:pt x="2276" y="4376"/>
                    <a:pt x="2294" y="4380"/>
                    <a:pt x="2312" y="4380"/>
                  </a:cubicBezTo>
                  <a:cubicBezTo>
                    <a:pt x="2356" y="4380"/>
                    <a:pt x="2399" y="4353"/>
                    <a:pt x="2412" y="4326"/>
                  </a:cubicBezTo>
                  <a:lnTo>
                    <a:pt x="2412" y="4307"/>
                  </a:lnTo>
                  <a:lnTo>
                    <a:pt x="2738" y="4326"/>
                  </a:lnTo>
                  <a:cubicBezTo>
                    <a:pt x="2680" y="4441"/>
                    <a:pt x="2661" y="4556"/>
                    <a:pt x="2661" y="4690"/>
                  </a:cubicBezTo>
                  <a:cubicBezTo>
                    <a:pt x="2661" y="5207"/>
                    <a:pt x="3063" y="5609"/>
                    <a:pt x="3599" y="5609"/>
                  </a:cubicBezTo>
                  <a:cubicBezTo>
                    <a:pt x="4116" y="5609"/>
                    <a:pt x="4518" y="5207"/>
                    <a:pt x="4518" y="4690"/>
                  </a:cubicBezTo>
                  <a:cubicBezTo>
                    <a:pt x="4518" y="4594"/>
                    <a:pt x="4498" y="4518"/>
                    <a:pt x="4479" y="4441"/>
                  </a:cubicBezTo>
                  <a:lnTo>
                    <a:pt x="4479" y="4441"/>
                  </a:lnTo>
                  <a:lnTo>
                    <a:pt x="4747" y="4460"/>
                  </a:lnTo>
                  <a:cubicBezTo>
                    <a:pt x="4766" y="4518"/>
                    <a:pt x="4805" y="4537"/>
                    <a:pt x="4862" y="4537"/>
                  </a:cubicBezTo>
                  <a:lnTo>
                    <a:pt x="4881" y="4537"/>
                  </a:lnTo>
                  <a:cubicBezTo>
                    <a:pt x="4900" y="4537"/>
                    <a:pt x="4939" y="4518"/>
                    <a:pt x="4958" y="4499"/>
                  </a:cubicBezTo>
                  <a:lnTo>
                    <a:pt x="6298" y="4556"/>
                  </a:lnTo>
                  <a:lnTo>
                    <a:pt x="6298" y="4709"/>
                  </a:lnTo>
                  <a:cubicBezTo>
                    <a:pt x="6298" y="4747"/>
                    <a:pt x="6336" y="4824"/>
                    <a:pt x="6412" y="4824"/>
                  </a:cubicBezTo>
                  <a:cubicBezTo>
                    <a:pt x="6489" y="4824"/>
                    <a:pt x="6527" y="4786"/>
                    <a:pt x="6527" y="4709"/>
                  </a:cubicBezTo>
                  <a:lnTo>
                    <a:pt x="6527" y="4594"/>
                  </a:lnTo>
                  <a:lnTo>
                    <a:pt x="8269" y="4709"/>
                  </a:lnTo>
                  <a:cubicBezTo>
                    <a:pt x="8269" y="4747"/>
                    <a:pt x="8307" y="4805"/>
                    <a:pt x="8327" y="4824"/>
                  </a:cubicBezTo>
                  <a:cubicBezTo>
                    <a:pt x="8327" y="4843"/>
                    <a:pt x="8346" y="4843"/>
                    <a:pt x="8384" y="4843"/>
                  </a:cubicBezTo>
                  <a:cubicBezTo>
                    <a:pt x="8422" y="4843"/>
                    <a:pt x="8480" y="4824"/>
                    <a:pt x="8499" y="4747"/>
                  </a:cubicBezTo>
                  <a:lnTo>
                    <a:pt x="8518" y="4728"/>
                  </a:lnTo>
                  <a:lnTo>
                    <a:pt x="8767" y="4747"/>
                  </a:lnTo>
                  <a:cubicBezTo>
                    <a:pt x="8767" y="4805"/>
                    <a:pt x="8729" y="4881"/>
                    <a:pt x="8729" y="4920"/>
                  </a:cubicBezTo>
                  <a:cubicBezTo>
                    <a:pt x="8729" y="5456"/>
                    <a:pt x="9150" y="5858"/>
                    <a:pt x="9666" y="5858"/>
                  </a:cubicBezTo>
                  <a:cubicBezTo>
                    <a:pt x="10183" y="5858"/>
                    <a:pt x="10604" y="5456"/>
                    <a:pt x="10604" y="4920"/>
                  </a:cubicBezTo>
                  <a:lnTo>
                    <a:pt x="10604" y="4843"/>
                  </a:lnTo>
                  <a:lnTo>
                    <a:pt x="12748" y="4996"/>
                  </a:lnTo>
                  <a:lnTo>
                    <a:pt x="12920" y="2986"/>
                  </a:lnTo>
                  <a:lnTo>
                    <a:pt x="10126" y="2814"/>
                  </a:lnTo>
                  <a:lnTo>
                    <a:pt x="10260" y="192"/>
                  </a:lnTo>
                  <a:lnTo>
                    <a:pt x="33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1"/>
            <p:cNvSpPr/>
            <p:nvPr/>
          </p:nvSpPr>
          <p:spPr>
            <a:xfrm rot="-1548641">
              <a:off x="1367795" y="4032866"/>
              <a:ext cx="1085185" cy="419612"/>
            </a:xfrm>
            <a:custGeom>
              <a:rect b="b" l="l" r="r" t="t"/>
              <a:pathLst>
                <a:path extrusionOk="0" h="4996" w="12921">
                  <a:moveTo>
                    <a:pt x="3312" y="0"/>
                  </a:moveTo>
                  <a:lnTo>
                    <a:pt x="3139" y="2603"/>
                  </a:lnTo>
                  <a:lnTo>
                    <a:pt x="115" y="2374"/>
                  </a:lnTo>
                  <a:lnTo>
                    <a:pt x="0" y="4211"/>
                  </a:lnTo>
                  <a:lnTo>
                    <a:pt x="12748" y="4996"/>
                  </a:lnTo>
                  <a:lnTo>
                    <a:pt x="12920" y="2986"/>
                  </a:lnTo>
                  <a:lnTo>
                    <a:pt x="10126" y="2833"/>
                  </a:lnTo>
                  <a:lnTo>
                    <a:pt x="10260" y="192"/>
                  </a:lnTo>
                  <a:lnTo>
                    <a:pt x="33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1"/>
            <p:cNvSpPr/>
            <p:nvPr/>
          </p:nvSpPr>
          <p:spPr>
            <a:xfrm rot="-1548641">
              <a:off x="1699889" y="4440148"/>
              <a:ext cx="156046" cy="155969"/>
            </a:xfrm>
            <a:custGeom>
              <a:rect b="b" l="l" r="r" t="t"/>
              <a:pathLst>
                <a:path extrusionOk="0" h="1857" w="1858">
                  <a:moveTo>
                    <a:pt x="939" y="0"/>
                  </a:moveTo>
                  <a:cubicBezTo>
                    <a:pt x="422" y="0"/>
                    <a:pt x="1" y="421"/>
                    <a:pt x="1" y="919"/>
                  </a:cubicBezTo>
                  <a:cubicBezTo>
                    <a:pt x="1" y="1436"/>
                    <a:pt x="422" y="1857"/>
                    <a:pt x="939" y="1857"/>
                  </a:cubicBezTo>
                  <a:cubicBezTo>
                    <a:pt x="1436" y="1857"/>
                    <a:pt x="1858" y="1436"/>
                    <a:pt x="1858" y="919"/>
                  </a:cubicBezTo>
                  <a:cubicBezTo>
                    <a:pt x="1858" y="421"/>
                    <a:pt x="1436" y="0"/>
                    <a:pt x="9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1"/>
            <p:cNvSpPr/>
            <p:nvPr/>
          </p:nvSpPr>
          <p:spPr>
            <a:xfrm rot="-1548641">
              <a:off x="2165613" y="4232335"/>
              <a:ext cx="157642" cy="156053"/>
            </a:xfrm>
            <a:custGeom>
              <a:rect b="b" l="l" r="r" t="t"/>
              <a:pathLst>
                <a:path extrusionOk="0" h="1858" w="1877">
                  <a:moveTo>
                    <a:pt x="938" y="1"/>
                  </a:moveTo>
                  <a:cubicBezTo>
                    <a:pt x="422" y="1"/>
                    <a:pt x="1" y="422"/>
                    <a:pt x="1" y="938"/>
                  </a:cubicBezTo>
                  <a:cubicBezTo>
                    <a:pt x="1" y="1436"/>
                    <a:pt x="422" y="1857"/>
                    <a:pt x="938" y="1857"/>
                  </a:cubicBezTo>
                  <a:cubicBezTo>
                    <a:pt x="1455" y="1857"/>
                    <a:pt x="1876" y="1436"/>
                    <a:pt x="1876" y="938"/>
                  </a:cubicBezTo>
                  <a:cubicBezTo>
                    <a:pt x="1876" y="422"/>
                    <a:pt x="1455" y="1"/>
                    <a:pt x="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1"/>
            <p:cNvSpPr/>
            <p:nvPr/>
          </p:nvSpPr>
          <p:spPr>
            <a:xfrm rot="-1548641">
              <a:off x="1651387" y="4063470"/>
              <a:ext cx="490395" cy="196199"/>
            </a:xfrm>
            <a:custGeom>
              <a:rect b="b" l="l" r="r" t="t"/>
              <a:pathLst>
                <a:path extrusionOk="0" h="2336" w="5839">
                  <a:moveTo>
                    <a:pt x="0" y="1"/>
                  </a:moveTo>
                  <a:lnTo>
                    <a:pt x="58" y="2240"/>
                  </a:lnTo>
                  <a:lnTo>
                    <a:pt x="5666" y="2336"/>
                  </a:lnTo>
                  <a:lnTo>
                    <a:pt x="5838" y="269"/>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1"/>
            <p:cNvSpPr/>
            <p:nvPr/>
          </p:nvSpPr>
          <p:spPr>
            <a:xfrm rot="-1548641">
              <a:off x="2094669" y="4181948"/>
              <a:ext cx="241292" cy="129092"/>
            </a:xfrm>
            <a:custGeom>
              <a:rect b="b" l="l" r="r" t="t"/>
              <a:pathLst>
                <a:path extrusionOk="0" h="1537" w="2873">
                  <a:moveTo>
                    <a:pt x="1522" y="1"/>
                  </a:moveTo>
                  <a:cubicBezTo>
                    <a:pt x="1494" y="1"/>
                    <a:pt x="1465" y="2"/>
                    <a:pt x="1437" y="6"/>
                  </a:cubicBezTo>
                  <a:cubicBezTo>
                    <a:pt x="671" y="101"/>
                    <a:pt x="58" y="1288"/>
                    <a:pt x="20" y="1345"/>
                  </a:cubicBezTo>
                  <a:cubicBezTo>
                    <a:pt x="1" y="1422"/>
                    <a:pt x="20" y="1479"/>
                    <a:pt x="78" y="1518"/>
                  </a:cubicBezTo>
                  <a:cubicBezTo>
                    <a:pt x="78" y="1537"/>
                    <a:pt x="97" y="1537"/>
                    <a:pt x="135" y="1537"/>
                  </a:cubicBezTo>
                  <a:cubicBezTo>
                    <a:pt x="173" y="1537"/>
                    <a:pt x="231" y="1518"/>
                    <a:pt x="250" y="1441"/>
                  </a:cubicBezTo>
                  <a:cubicBezTo>
                    <a:pt x="250" y="1441"/>
                    <a:pt x="824" y="312"/>
                    <a:pt x="1456" y="235"/>
                  </a:cubicBezTo>
                  <a:cubicBezTo>
                    <a:pt x="1472" y="233"/>
                    <a:pt x="1489" y="233"/>
                    <a:pt x="1505" y="233"/>
                  </a:cubicBezTo>
                  <a:cubicBezTo>
                    <a:pt x="2004" y="233"/>
                    <a:pt x="2474" y="1050"/>
                    <a:pt x="2604" y="1365"/>
                  </a:cubicBezTo>
                  <a:cubicBezTo>
                    <a:pt x="2648" y="1423"/>
                    <a:pt x="2692" y="1448"/>
                    <a:pt x="2736" y="1448"/>
                  </a:cubicBezTo>
                  <a:cubicBezTo>
                    <a:pt x="2749" y="1448"/>
                    <a:pt x="2763" y="1446"/>
                    <a:pt x="2776" y="1441"/>
                  </a:cubicBezTo>
                  <a:cubicBezTo>
                    <a:pt x="2853" y="1384"/>
                    <a:pt x="2872" y="1345"/>
                    <a:pt x="2853" y="1269"/>
                  </a:cubicBezTo>
                  <a:cubicBezTo>
                    <a:pt x="2834" y="1232"/>
                    <a:pt x="2299" y="1"/>
                    <a:pt x="15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1"/>
            <p:cNvSpPr/>
            <p:nvPr/>
          </p:nvSpPr>
          <p:spPr>
            <a:xfrm rot="-1548641">
              <a:off x="1626196" y="4385375"/>
              <a:ext cx="234741" cy="127160"/>
            </a:xfrm>
            <a:custGeom>
              <a:rect b="b" l="l" r="r" t="t"/>
              <a:pathLst>
                <a:path extrusionOk="0" h="1514" w="2795">
                  <a:moveTo>
                    <a:pt x="1509" y="1"/>
                  </a:moveTo>
                  <a:cubicBezTo>
                    <a:pt x="1497" y="1"/>
                    <a:pt x="1486" y="1"/>
                    <a:pt x="1474" y="2"/>
                  </a:cubicBezTo>
                  <a:cubicBezTo>
                    <a:pt x="689" y="59"/>
                    <a:pt x="39" y="1150"/>
                    <a:pt x="20" y="1207"/>
                  </a:cubicBezTo>
                  <a:cubicBezTo>
                    <a:pt x="0" y="1265"/>
                    <a:pt x="20" y="1341"/>
                    <a:pt x="77" y="1361"/>
                  </a:cubicBezTo>
                  <a:cubicBezTo>
                    <a:pt x="94" y="1372"/>
                    <a:pt x="112" y="1376"/>
                    <a:pt x="130" y="1376"/>
                  </a:cubicBezTo>
                  <a:cubicBezTo>
                    <a:pt x="174" y="1376"/>
                    <a:pt x="217" y="1349"/>
                    <a:pt x="230" y="1322"/>
                  </a:cubicBezTo>
                  <a:cubicBezTo>
                    <a:pt x="230" y="1322"/>
                    <a:pt x="843" y="270"/>
                    <a:pt x="1513" y="250"/>
                  </a:cubicBezTo>
                  <a:cubicBezTo>
                    <a:pt x="1523" y="250"/>
                    <a:pt x="1534" y="249"/>
                    <a:pt x="1545" y="249"/>
                  </a:cubicBezTo>
                  <a:cubicBezTo>
                    <a:pt x="2046" y="249"/>
                    <a:pt x="2434" y="1119"/>
                    <a:pt x="2565" y="1437"/>
                  </a:cubicBezTo>
                  <a:cubicBezTo>
                    <a:pt x="2584" y="1495"/>
                    <a:pt x="2623" y="1514"/>
                    <a:pt x="2680" y="1514"/>
                  </a:cubicBezTo>
                  <a:cubicBezTo>
                    <a:pt x="2757" y="1495"/>
                    <a:pt x="2795" y="1437"/>
                    <a:pt x="2776" y="1361"/>
                  </a:cubicBezTo>
                  <a:cubicBezTo>
                    <a:pt x="2738" y="1304"/>
                    <a:pt x="2310" y="1"/>
                    <a:pt x="15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1"/>
            <p:cNvSpPr/>
            <p:nvPr/>
          </p:nvSpPr>
          <p:spPr>
            <a:xfrm rot="-1548641">
              <a:off x="1942520" y="4240401"/>
              <a:ext cx="32251" cy="191328"/>
            </a:xfrm>
            <a:custGeom>
              <a:rect b="b" l="l" r="r" t="t"/>
              <a:pathLst>
                <a:path extrusionOk="0" h="2278" w="384">
                  <a:moveTo>
                    <a:pt x="249" y="0"/>
                  </a:moveTo>
                  <a:cubicBezTo>
                    <a:pt x="211" y="0"/>
                    <a:pt x="134" y="58"/>
                    <a:pt x="134" y="115"/>
                  </a:cubicBezTo>
                  <a:lnTo>
                    <a:pt x="1" y="2163"/>
                  </a:lnTo>
                  <a:cubicBezTo>
                    <a:pt x="1" y="2201"/>
                    <a:pt x="39" y="2278"/>
                    <a:pt x="115" y="2278"/>
                  </a:cubicBezTo>
                  <a:cubicBezTo>
                    <a:pt x="192" y="2278"/>
                    <a:pt x="230" y="2220"/>
                    <a:pt x="230" y="2163"/>
                  </a:cubicBezTo>
                  <a:lnTo>
                    <a:pt x="383" y="115"/>
                  </a:lnTo>
                  <a:cubicBezTo>
                    <a:pt x="383" y="77"/>
                    <a:pt x="326" y="0"/>
                    <a:pt x="2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1"/>
            <p:cNvSpPr/>
            <p:nvPr/>
          </p:nvSpPr>
          <p:spPr>
            <a:xfrm rot="-1548641">
              <a:off x="1470119" y="4475437"/>
              <a:ext cx="64417" cy="64420"/>
            </a:xfrm>
            <a:custGeom>
              <a:rect b="b" l="l" r="r" t="t"/>
              <a:pathLst>
                <a:path extrusionOk="0" h="767" w="767">
                  <a:moveTo>
                    <a:pt x="383" y="1"/>
                  </a:moveTo>
                  <a:cubicBezTo>
                    <a:pt x="173" y="1"/>
                    <a:pt x="1" y="173"/>
                    <a:pt x="1" y="384"/>
                  </a:cubicBezTo>
                  <a:cubicBezTo>
                    <a:pt x="1" y="613"/>
                    <a:pt x="173" y="766"/>
                    <a:pt x="383" y="766"/>
                  </a:cubicBezTo>
                  <a:cubicBezTo>
                    <a:pt x="594" y="766"/>
                    <a:pt x="766" y="613"/>
                    <a:pt x="766" y="384"/>
                  </a:cubicBezTo>
                  <a:cubicBezTo>
                    <a:pt x="766" y="173"/>
                    <a:pt x="594" y="1"/>
                    <a:pt x="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1"/>
            <p:cNvSpPr/>
            <p:nvPr/>
          </p:nvSpPr>
          <p:spPr>
            <a:xfrm rot="-1548641">
              <a:off x="1724461" y="4137485"/>
              <a:ext cx="112541" cy="126740"/>
            </a:xfrm>
            <a:custGeom>
              <a:rect b="b" l="l" r="r" t="t"/>
              <a:pathLst>
                <a:path extrusionOk="0" h="1509" w="1340">
                  <a:moveTo>
                    <a:pt x="141" y="0"/>
                  </a:moveTo>
                  <a:cubicBezTo>
                    <a:pt x="115" y="0"/>
                    <a:pt x="93" y="11"/>
                    <a:pt x="77" y="35"/>
                  </a:cubicBezTo>
                  <a:cubicBezTo>
                    <a:pt x="19" y="73"/>
                    <a:pt x="0" y="150"/>
                    <a:pt x="58" y="188"/>
                  </a:cubicBezTo>
                  <a:lnTo>
                    <a:pt x="1110" y="1470"/>
                  </a:lnTo>
                  <a:cubicBezTo>
                    <a:pt x="1129" y="1489"/>
                    <a:pt x="1168" y="1509"/>
                    <a:pt x="1206" y="1509"/>
                  </a:cubicBezTo>
                  <a:cubicBezTo>
                    <a:pt x="1225" y="1509"/>
                    <a:pt x="1244" y="1509"/>
                    <a:pt x="1263" y="1489"/>
                  </a:cubicBezTo>
                  <a:cubicBezTo>
                    <a:pt x="1321" y="1432"/>
                    <a:pt x="1340" y="1375"/>
                    <a:pt x="1302" y="1317"/>
                  </a:cubicBezTo>
                  <a:lnTo>
                    <a:pt x="249" y="54"/>
                  </a:lnTo>
                  <a:cubicBezTo>
                    <a:pt x="216" y="21"/>
                    <a:pt x="176" y="0"/>
                    <a:pt x="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1"/>
            <p:cNvSpPr/>
            <p:nvPr/>
          </p:nvSpPr>
          <p:spPr>
            <a:xfrm rot="-1548641">
              <a:off x="1715326" y="4206009"/>
              <a:ext cx="65929" cy="73323"/>
            </a:xfrm>
            <a:custGeom>
              <a:rect b="b" l="l" r="r" t="t"/>
              <a:pathLst>
                <a:path extrusionOk="0" h="873" w="785">
                  <a:moveTo>
                    <a:pt x="131" y="1"/>
                  </a:moveTo>
                  <a:cubicBezTo>
                    <a:pt x="110" y="1"/>
                    <a:pt x="91" y="9"/>
                    <a:pt x="77" y="30"/>
                  </a:cubicBezTo>
                  <a:cubicBezTo>
                    <a:pt x="19" y="68"/>
                    <a:pt x="0" y="145"/>
                    <a:pt x="57" y="202"/>
                  </a:cubicBezTo>
                  <a:lnTo>
                    <a:pt x="555" y="815"/>
                  </a:lnTo>
                  <a:cubicBezTo>
                    <a:pt x="574" y="834"/>
                    <a:pt x="632" y="872"/>
                    <a:pt x="651" y="872"/>
                  </a:cubicBezTo>
                  <a:cubicBezTo>
                    <a:pt x="670" y="872"/>
                    <a:pt x="689" y="834"/>
                    <a:pt x="727" y="834"/>
                  </a:cubicBezTo>
                  <a:cubicBezTo>
                    <a:pt x="766" y="796"/>
                    <a:pt x="785" y="719"/>
                    <a:pt x="747" y="681"/>
                  </a:cubicBezTo>
                  <a:lnTo>
                    <a:pt x="249" y="49"/>
                  </a:lnTo>
                  <a:cubicBezTo>
                    <a:pt x="213" y="25"/>
                    <a:pt x="169" y="1"/>
                    <a:pt x="1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1"/>
            <p:cNvSpPr/>
            <p:nvPr/>
          </p:nvSpPr>
          <p:spPr>
            <a:xfrm rot="-1548641">
              <a:off x="1968920" y="4039319"/>
              <a:ext cx="119008" cy="121449"/>
            </a:xfrm>
            <a:custGeom>
              <a:rect b="b" l="l" r="r" t="t"/>
              <a:pathLst>
                <a:path extrusionOk="0" h="1446" w="1417">
                  <a:moveTo>
                    <a:pt x="132" y="1"/>
                  </a:moveTo>
                  <a:cubicBezTo>
                    <a:pt x="101" y="1"/>
                    <a:pt x="67" y="10"/>
                    <a:pt x="38" y="29"/>
                  </a:cubicBezTo>
                  <a:cubicBezTo>
                    <a:pt x="0" y="87"/>
                    <a:pt x="0" y="144"/>
                    <a:pt x="38" y="202"/>
                  </a:cubicBezTo>
                  <a:lnTo>
                    <a:pt x="1187" y="1388"/>
                  </a:lnTo>
                  <a:cubicBezTo>
                    <a:pt x="1225" y="1427"/>
                    <a:pt x="1263" y="1446"/>
                    <a:pt x="1283" y="1446"/>
                  </a:cubicBezTo>
                  <a:cubicBezTo>
                    <a:pt x="1321" y="1446"/>
                    <a:pt x="1359" y="1446"/>
                    <a:pt x="1359" y="1388"/>
                  </a:cubicBezTo>
                  <a:cubicBezTo>
                    <a:pt x="1417" y="1350"/>
                    <a:pt x="1417" y="1274"/>
                    <a:pt x="1359" y="1235"/>
                  </a:cubicBezTo>
                  <a:lnTo>
                    <a:pt x="211" y="29"/>
                  </a:lnTo>
                  <a:cubicBezTo>
                    <a:pt x="192" y="10"/>
                    <a:pt x="163" y="1"/>
                    <a:pt x="1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1"/>
            <p:cNvSpPr/>
            <p:nvPr/>
          </p:nvSpPr>
          <p:spPr>
            <a:xfrm rot="-1548641">
              <a:off x="1991788" y="4113939"/>
              <a:ext cx="70800" cy="63160"/>
            </a:xfrm>
            <a:custGeom>
              <a:rect b="b" l="l" r="r" t="t"/>
              <a:pathLst>
                <a:path extrusionOk="0" h="752" w="843">
                  <a:moveTo>
                    <a:pt x="137" y="1"/>
                  </a:moveTo>
                  <a:cubicBezTo>
                    <a:pt x="106" y="1"/>
                    <a:pt x="77" y="15"/>
                    <a:pt x="58" y="44"/>
                  </a:cubicBezTo>
                  <a:cubicBezTo>
                    <a:pt x="0" y="82"/>
                    <a:pt x="0" y="158"/>
                    <a:pt x="58" y="216"/>
                  </a:cubicBezTo>
                  <a:lnTo>
                    <a:pt x="632" y="733"/>
                  </a:lnTo>
                  <a:cubicBezTo>
                    <a:pt x="651" y="752"/>
                    <a:pt x="670" y="752"/>
                    <a:pt x="709" y="752"/>
                  </a:cubicBezTo>
                  <a:cubicBezTo>
                    <a:pt x="747" y="752"/>
                    <a:pt x="766" y="752"/>
                    <a:pt x="804" y="733"/>
                  </a:cubicBezTo>
                  <a:cubicBezTo>
                    <a:pt x="843" y="694"/>
                    <a:pt x="843" y="618"/>
                    <a:pt x="804" y="560"/>
                  </a:cubicBezTo>
                  <a:lnTo>
                    <a:pt x="230" y="44"/>
                  </a:lnTo>
                  <a:cubicBezTo>
                    <a:pt x="201" y="15"/>
                    <a:pt x="168" y="1"/>
                    <a:pt x="1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1"/>
            <p:cNvSpPr/>
            <p:nvPr/>
          </p:nvSpPr>
          <p:spPr>
            <a:xfrm rot="-1548641">
              <a:off x="1877164" y="4076410"/>
              <a:ext cx="32251" cy="175370"/>
            </a:xfrm>
            <a:custGeom>
              <a:rect b="b" l="l" r="r" t="t"/>
              <a:pathLst>
                <a:path extrusionOk="0" h="2088" w="384">
                  <a:moveTo>
                    <a:pt x="250" y="1"/>
                  </a:moveTo>
                  <a:cubicBezTo>
                    <a:pt x="211" y="1"/>
                    <a:pt x="135" y="58"/>
                    <a:pt x="135" y="135"/>
                  </a:cubicBezTo>
                  <a:lnTo>
                    <a:pt x="1" y="1972"/>
                  </a:lnTo>
                  <a:cubicBezTo>
                    <a:pt x="1" y="2011"/>
                    <a:pt x="39" y="2087"/>
                    <a:pt x="116" y="2087"/>
                  </a:cubicBezTo>
                  <a:cubicBezTo>
                    <a:pt x="154" y="2087"/>
                    <a:pt x="231" y="2049"/>
                    <a:pt x="231" y="1972"/>
                  </a:cubicBezTo>
                  <a:lnTo>
                    <a:pt x="384" y="135"/>
                  </a:lnTo>
                  <a:cubicBezTo>
                    <a:pt x="384" y="77"/>
                    <a:pt x="326" y="1"/>
                    <a:pt x="250"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1"/>
            <p:cNvSpPr/>
            <p:nvPr/>
          </p:nvSpPr>
          <p:spPr>
            <a:xfrm rot="-1548641">
              <a:off x="1747228" y="4495444"/>
              <a:ext cx="43421" cy="45102"/>
            </a:xfrm>
            <a:custGeom>
              <a:rect b="b" l="l" r="r" t="t"/>
              <a:pathLst>
                <a:path extrusionOk="0" h="537" w="517">
                  <a:moveTo>
                    <a:pt x="249" y="1"/>
                  </a:moveTo>
                  <a:cubicBezTo>
                    <a:pt x="115" y="1"/>
                    <a:pt x="0" y="115"/>
                    <a:pt x="0" y="269"/>
                  </a:cubicBezTo>
                  <a:cubicBezTo>
                    <a:pt x="0" y="422"/>
                    <a:pt x="115" y="537"/>
                    <a:pt x="249" y="537"/>
                  </a:cubicBezTo>
                  <a:cubicBezTo>
                    <a:pt x="402" y="537"/>
                    <a:pt x="517" y="422"/>
                    <a:pt x="517" y="269"/>
                  </a:cubicBezTo>
                  <a:cubicBezTo>
                    <a:pt x="517" y="115"/>
                    <a:pt x="402" y="1"/>
                    <a:pt x="2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1"/>
            <p:cNvSpPr/>
            <p:nvPr/>
          </p:nvSpPr>
          <p:spPr>
            <a:xfrm rot="-1548641">
              <a:off x="2223427" y="4277134"/>
              <a:ext cx="45101" cy="43507"/>
            </a:xfrm>
            <a:custGeom>
              <a:rect b="b" l="l" r="r" t="t"/>
              <a:pathLst>
                <a:path extrusionOk="0" h="518" w="537">
                  <a:moveTo>
                    <a:pt x="269" y="1"/>
                  </a:moveTo>
                  <a:cubicBezTo>
                    <a:pt x="116" y="1"/>
                    <a:pt x="1" y="115"/>
                    <a:pt x="1" y="249"/>
                  </a:cubicBezTo>
                  <a:cubicBezTo>
                    <a:pt x="1" y="403"/>
                    <a:pt x="116" y="517"/>
                    <a:pt x="269" y="517"/>
                  </a:cubicBezTo>
                  <a:cubicBezTo>
                    <a:pt x="403" y="517"/>
                    <a:pt x="537" y="403"/>
                    <a:pt x="537" y="249"/>
                  </a:cubicBezTo>
                  <a:cubicBezTo>
                    <a:pt x="537" y="115"/>
                    <a:pt x="403" y="1"/>
                    <a:pt x="2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2" name="Google Shape;1062;p31"/>
          <p:cNvGrpSpPr/>
          <p:nvPr/>
        </p:nvGrpSpPr>
        <p:grpSpPr>
          <a:xfrm>
            <a:off x="1236306" y="943768"/>
            <a:ext cx="2046657" cy="2677882"/>
            <a:chOff x="1236306" y="943768"/>
            <a:chExt cx="2046657" cy="2677882"/>
          </a:xfrm>
        </p:grpSpPr>
        <p:sp>
          <p:nvSpPr>
            <p:cNvPr id="1063" name="Google Shape;1063;p31"/>
            <p:cNvSpPr/>
            <p:nvPr/>
          </p:nvSpPr>
          <p:spPr>
            <a:xfrm>
              <a:off x="1236306" y="943768"/>
              <a:ext cx="2046657" cy="2677882"/>
            </a:xfrm>
            <a:custGeom>
              <a:rect b="b" l="l" r="r" t="t"/>
              <a:pathLst>
                <a:path extrusionOk="0" h="53901" w="41192">
                  <a:moveTo>
                    <a:pt x="27812" y="1"/>
                  </a:moveTo>
                  <a:cubicBezTo>
                    <a:pt x="26951" y="1"/>
                    <a:pt x="26223" y="651"/>
                    <a:pt x="26147" y="1513"/>
                  </a:cubicBezTo>
                  <a:lnTo>
                    <a:pt x="26013" y="2757"/>
                  </a:lnTo>
                  <a:cubicBezTo>
                    <a:pt x="25975" y="3235"/>
                    <a:pt x="26147" y="3695"/>
                    <a:pt x="26453" y="4039"/>
                  </a:cubicBezTo>
                  <a:cubicBezTo>
                    <a:pt x="26530" y="4116"/>
                    <a:pt x="26587" y="4192"/>
                    <a:pt x="26664" y="4231"/>
                  </a:cubicBezTo>
                  <a:cubicBezTo>
                    <a:pt x="26702" y="4307"/>
                    <a:pt x="26702" y="4384"/>
                    <a:pt x="26721" y="4422"/>
                  </a:cubicBezTo>
                  <a:lnTo>
                    <a:pt x="26721" y="5743"/>
                  </a:lnTo>
                  <a:lnTo>
                    <a:pt x="26281" y="4594"/>
                  </a:lnTo>
                  <a:cubicBezTo>
                    <a:pt x="26051" y="3944"/>
                    <a:pt x="25420" y="3503"/>
                    <a:pt x="24730" y="3503"/>
                  </a:cubicBezTo>
                  <a:lnTo>
                    <a:pt x="22414" y="3465"/>
                  </a:lnTo>
                  <a:cubicBezTo>
                    <a:pt x="22223" y="3408"/>
                    <a:pt x="21974" y="3350"/>
                    <a:pt x="21764" y="3350"/>
                  </a:cubicBezTo>
                  <a:cubicBezTo>
                    <a:pt x="21553" y="3350"/>
                    <a:pt x="21362" y="3369"/>
                    <a:pt x="21170" y="3446"/>
                  </a:cubicBezTo>
                  <a:lnTo>
                    <a:pt x="13820" y="3350"/>
                  </a:lnTo>
                  <a:lnTo>
                    <a:pt x="13457" y="3350"/>
                  </a:lnTo>
                  <a:lnTo>
                    <a:pt x="11887" y="3331"/>
                  </a:lnTo>
                  <a:cubicBezTo>
                    <a:pt x="11677" y="3140"/>
                    <a:pt x="11389" y="3025"/>
                    <a:pt x="11064" y="2967"/>
                  </a:cubicBezTo>
                  <a:cubicBezTo>
                    <a:pt x="10949" y="2948"/>
                    <a:pt x="10854" y="2948"/>
                    <a:pt x="10739" y="2948"/>
                  </a:cubicBezTo>
                  <a:cubicBezTo>
                    <a:pt x="10298" y="2948"/>
                    <a:pt x="9954" y="3082"/>
                    <a:pt x="9629" y="3331"/>
                  </a:cubicBezTo>
                  <a:lnTo>
                    <a:pt x="6643" y="3274"/>
                  </a:lnTo>
                  <a:cubicBezTo>
                    <a:pt x="6547" y="3254"/>
                    <a:pt x="6470" y="3254"/>
                    <a:pt x="6375" y="3254"/>
                  </a:cubicBezTo>
                  <a:cubicBezTo>
                    <a:pt x="6317" y="3254"/>
                    <a:pt x="6222" y="3274"/>
                    <a:pt x="6145" y="3274"/>
                  </a:cubicBezTo>
                  <a:lnTo>
                    <a:pt x="4939" y="3254"/>
                  </a:lnTo>
                  <a:cubicBezTo>
                    <a:pt x="4269" y="3254"/>
                    <a:pt x="3676" y="3656"/>
                    <a:pt x="3408" y="4269"/>
                  </a:cubicBezTo>
                  <a:lnTo>
                    <a:pt x="2642" y="5992"/>
                  </a:lnTo>
                  <a:cubicBezTo>
                    <a:pt x="2432" y="6240"/>
                    <a:pt x="2298" y="6566"/>
                    <a:pt x="2240" y="6891"/>
                  </a:cubicBezTo>
                  <a:lnTo>
                    <a:pt x="2240" y="6949"/>
                  </a:lnTo>
                  <a:lnTo>
                    <a:pt x="211" y="11561"/>
                  </a:lnTo>
                  <a:cubicBezTo>
                    <a:pt x="1" y="12078"/>
                    <a:pt x="39" y="12691"/>
                    <a:pt x="345" y="13169"/>
                  </a:cubicBezTo>
                  <a:cubicBezTo>
                    <a:pt x="441" y="13303"/>
                    <a:pt x="594" y="13456"/>
                    <a:pt x="728" y="13571"/>
                  </a:cubicBezTo>
                  <a:lnTo>
                    <a:pt x="1551" y="31870"/>
                  </a:lnTo>
                  <a:cubicBezTo>
                    <a:pt x="1436" y="32118"/>
                    <a:pt x="1360" y="32367"/>
                    <a:pt x="1360" y="32654"/>
                  </a:cubicBezTo>
                  <a:cubicBezTo>
                    <a:pt x="1360" y="32999"/>
                    <a:pt x="1456" y="33324"/>
                    <a:pt x="1628" y="33592"/>
                  </a:cubicBezTo>
                  <a:lnTo>
                    <a:pt x="2451" y="51699"/>
                  </a:lnTo>
                  <a:cubicBezTo>
                    <a:pt x="2470" y="52580"/>
                    <a:pt x="3216" y="53307"/>
                    <a:pt x="4097" y="53307"/>
                  </a:cubicBezTo>
                  <a:lnTo>
                    <a:pt x="22357" y="53441"/>
                  </a:lnTo>
                  <a:cubicBezTo>
                    <a:pt x="22548" y="53518"/>
                    <a:pt x="22759" y="53575"/>
                    <a:pt x="23008" y="53575"/>
                  </a:cubicBezTo>
                  <a:cubicBezTo>
                    <a:pt x="23238" y="53575"/>
                    <a:pt x="23467" y="53518"/>
                    <a:pt x="23678" y="53441"/>
                  </a:cubicBezTo>
                  <a:lnTo>
                    <a:pt x="35143" y="53709"/>
                  </a:lnTo>
                  <a:cubicBezTo>
                    <a:pt x="35373" y="53843"/>
                    <a:pt x="35641" y="53900"/>
                    <a:pt x="35928" y="53900"/>
                  </a:cubicBezTo>
                  <a:cubicBezTo>
                    <a:pt x="36157" y="53900"/>
                    <a:pt x="36425" y="53862"/>
                    <a:pt x="36693" y="53766"/>
                  </a:cubicBezTo>
                  <a:cubicBezTo>
                    <a:pt x="36693" y="53766"/>
                    <a:pt x="37861" y="53786"/>
                    <a:pt x="37880" y="53786"/>
                  </a:cubicBezTo>
                  <a:cubicBezTo>
                    <a:pt x="38320" y="53786"/>
                    <a:pt x="38741" y="53613"/>
                    <a:pt x="39067" y="53307"/>
                  </a:cubicBezTo>
                  <a:cubicBezTo>
                    <a:pt x="39392" y="53001"/>
                    <a:pt x="39564" y="52561"/>
                    <a:pt x="39564" y="52120"/>
                  </a:cubicBezTo>
                  <a:lnTo>
                    <a:pt x="39450" y="30472"/>
                  </a:lnTo>
                  <a:cubicBezTo>
                    <a:pt x="39507" y="30262"/>
                    <a:pt x="39564" y="30051"/>
                    <a:pt x="39564" y="29802"/>
                  </a:cubicBezTo>
                  <a:cubicBezTo>
                    <a:pt x="39564" y="29573"/>
                    <a:pt x="39507" y="29324"/>
                    <a:pt x="39411" y="29113"/>
                  </a:cubicBezTo>
                  <a:lnTo>
                    <a:pt x="39316" y="15103"/>
                  </a:lnTo>
                  <a:lnTo>
                    <a:pt x="39469" y="15103"/>
                  </a:lnTo>
                  <a:cubicBezTo>
                    <a:pt x="40043" y="15064"/>
                    <a:pt x="40560" y="14758"/>
                    <a:pt x="40847" y="14279"/>
                  </a:cubicBezTo>
                  <a:cubicBezTo>
                    <a:pt x="41134" y="13801"/>
                    <a:pt x="41191" y="13188"/>
                    <a:pt x="40923" y="12672"/>
                  </a:cubicBezTo>
                  <a:lnTo>
                    <a:pt x="40330" y="11466"/>
                  </a:lnTo>
                  <a:cubicBezTo>
                    <a:pt x="40311" y="11408"/>
                    <a:pt x="40311" y="11370"/>
                    <a:pt x="40273" y="11313"/>
                  </a:cubicBezTo>
                  <a:cubicBezTo>
                    <a:pt x="40234" y="11121"/>
                    <a:pt x="40120" y="10930"/>
                    <a:pt x="39986" y="10758"/>
                  </a:cubicBezTo>
                  <a:lnTo>
                    <a:pt x="38741" y="8231"/>
                  </a:lnTo>
                  <a:cubicBezTo>
                    <a:pt x="38741" y="8020"/>
                    <a:pt x="38684" y="7810"/>
                    <a:pt x="38588" y="7580"/>
                  </a:cubicBezTo>
                  <a:cubicBezTo>
                    <a:pt x="38493" y="7389"/>
                    <a:pt x="38339" y="7197"/>
                    <a:pt x="38167" y="7063"/>
                  </a:cubicBezTo>
                  <a:lnTo>
                    <a:pt x="38052" y="6815"/>
                  </a:lnTo>
                  <a:cubicBezTo>
                    <a:pt x="37765" y="6240"/>
                    <a:pt x="37191" y="5896"/>
                    <a:pt x="36540" y="5896"/>
                  </a:cubicBezTo>
                  <a:lnTo>
                    <a:pt x="36445" y="5896"/>
                  </a:lnTo>
                  <a:lnTo>
                    <a:pt x="35066" y="5953"/>
                  </a:lnTo>
                  <a:lnTo>
                    <a:pt x="35066" y="5915"/>
                  </a:lnTo>
                  <a:cubicBezTo>
                    <a:pt x="35105" y="5743"/>
                    <a:pt x="35143" y="5570"/>
                    <a:pt x="35143" y="5417"/>
                  </a:cubicBezTo>
                  <a:cubicBezTo>
                    <a:pt x="35143" y="5245"/>
                    <a:pt x="35143" y="5092"/>
                    <a:pt x="35086" y="4958"/>
                  </a:cubicBezTo>
                  <a:lnTo>
                    <a:pt x="35086" y="4652"/>
                  </a:lnTo>
                  <a:cubicBezTo>
                    <a:pt x="35162" y="4479"/>
                    <a:pt x="35181" y="4307"/>
                    <a:pt x="35200" y="4135"/>
                  </a:cubicBezTo>
                  <a:lnTo>
                    <a:pt x="35258" y="4097"/>
                  </a:lnTo>
                  <a:cubicBezTo>
                    <a:pt x="35564" y="3752"/>
                    <a:pt x="35736" y="3331"/>
                    <a:pt x="35736" y="2872"/>
                  </a:cubicBezTo>
                  <a:lnTo>
                    <a:pt x="35717" y="1838"/>
                  </a:lnTo>
                  <a:cubicBezTo>
                    <a:pt x="35679" y="958"/>
                    <a:pt x="34971" y="249"/>
                    <a:pt x="34090" y="211"/>
                  </a:cubicBezTo>
                  <a:lnTo>
                    <a:pt x="27870" y="1"/>
                  </a:lnTo>
                  <a:close/>
                </a:path>
              </a:pathLst>
            </a:custGeom>
            <a:solidFill>
              <a:schemeClr val="lt1"/>
            </a:solidFill>
            <a:ln>
              <a:noFill/>
            </a:ln>
            <a:effectLst>
              <a:outerShdw blurRad="114300" rotWithShape="0" algn="bl" dir="4920000" dist="104775">
                <a:srgbClr val="000000">
                  <a:alpha val="2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1"/>
            <p:cNvSpPr/>
            <p:nvPr/>
          </p:nvSpPr>
          <p:spPr>
            <a:xfrm>
              <a:off x="2644786" y="1034088"/>
              <a:ext cx="253000" cy="369978"/>
            </a:xfrm>
            <a:custGeom>
              <a:rect b="b" l="l" r="r" t="t"/>
              <a:pathLst>
                <a:path extrusionOk="0" h="7447" w="5092">
                  <a:moveTo>
                    <a:pt x="0" y="1"/>
                  </a:moveTo>
                  <a:lnTo>
                    <a:pt x="19" y="6949"/>
                  </a:lnTo>
                  <a:lnTo>
                    <a:pt x="4938" y="7447"/>
                  </a:lnTo>
                  <a:lnTo>
                    <a:pt x="5091" y="384"/>
                  </a:lnTo>
                  <a:lnTo>
                    <a:pt x="0" y="1"/>
                  </a:lnTo>
                  <a:close/>
                </a:path>
              </a:pathLst>
            </a:custGeom>
            <a:solidFill>
              <a:srgbClr val="EB84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1"/>
            <p:cNvSpPr/>
            <p:nvPr/>
          </p:nvSpPr>
          <p:spPr>
            <a:xfrm>
              <a:off x="1351377" y="1498159"/>
              <a:ext cx="1046184" cy="2018907"/>
            </a:xfrm>
            <a:custGeom>
              <a:rect b="b" l="l" r="r" t="t"/>
              <a:pathLst>
                <a:path extrusionOk="0" h="40637" w="21056">
                  <a:moveTo>
                    <a:pt x="21056" y="1"/>
                  </a:moveTo>
                  <a:lnTo>
                    <a:pt x="1" y="690"/>
                  </a:lnTo>
                  <a:lnTo>
                    <a:pt x="1800" y="40502"/>
                  </a:lnTo>
                  <a:lnTo>
                    <a:pt x="20692" y="40636"/>
                  </a:lnTo>
                  <a:lnTo>
                    <a:pt x="21056" y="1"/>
                  </a:lnTo>
                  <a:close/>
                </a:path>
              </a:pathLst>
            </a:custGeom>
            <a:solidFill>
              <a:srgbClr val="B373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1"/>
            <p:cNvSpPr/>
            <p:nvPr/>
          </p:nvSpPr>
          <p:spPr>
            <a:xfrm>
              <a:off x="2328091" y="1553305"/>
              <a:ext cx="788414" cy="1979907"/>
            </a:xfrm>
            <a:custGeom>
              <a:rect b="b" l="l" r="r" t="t"/>
              <a:pathLst>
                <a:path extrusionOk="0" h="39852" w="15868">
                  <a:moveTo>
                    <a:pt x="15619" y="1"/>
                  </a:moveTo>
                  <a:lnTo>
                    <a:pt x="326" y="1379"/>
                  </a:lnTo>
                  <a:lnTo>
                    <a:pt x="0" y="39488"/>
                  </a:lnTo>
                  <a:lnTo>
                    <a:pt x="15868" y="39851"/>
                  </a:lnTo>
                  <a:lnTo>
                    <a:pt x="15619" y="1"/>
                  </a:lnTo>
                  <a:close/>
                </a:path>
              </a:pathLst>
            </a:custGeom>
            <a:solidFill>
              <a:srgbClr val="B373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1"/>
            <p:cNvSpPr/>
            <p:nvPr/>
          </p:nvSpPr>
          <p:spPr>
            <a:xfrm>
              <a:off x="1386604" y="2445279"/>
              <a:ext cx="1000473" cy="127483"/>
            </a:xfrm>
            <a:custGeom>
              <a:rect b="b" l="l" r="r" t="t"/>
              <a:pathLst>
                <a:path extrusionOk="0" h="2566" w="20136">
                  <a:moveTo>
                    <a:pt x="13111" y="1"/>
                  </a:moveTo>
                  <a:lnTo>
                    <a:pt x="4862" y="230"/>
                  </a:lnTo>
                  <a:cubicBezTo>
                    <a:pt x="4843" y="230"/>
                    <a:pt x="4823" y="230"/>
                    <a:pt x="4785" y="269"/>
                  </a:cubicBezTo>
                  <a:lnTo>
                    <a:pt x="2450" y="2144"/>
                  </a:lnTo>
                  <a:lnTo>
                    <a:pt x="134" y="2317"/>
                  </a:lnTo>
                  <a:cubicBezTo>
                    <a:pt x="57" y="2317"/>
                    <a:pt x="0" y="2374"/>
                    <a:pt x="0" y="2431"/>
                  </a:cubicBezTo>
                  <a:cubicBezTo>
                    <a:pt x="0" y="2508"/>
                    <a:pt x="57" y="2565"/>
                    <a:pt x="134" y="2565"/>
                  </a:cubicBezTo>
                  <a:lnTo>
                    <a:pt x="2527" y="2393"/>
                  </a:lnTo>
                  <a:cubicBezTo>
                    <a:pt x="2546" y="2393"/>
                    <a:pt x="2565" y="2393"/>
                    <a:pt x="2584" y="2374"/>
                  </a:cubicBezTo>
                  <a:lnTo>
                    <a:pt x="4938" y="479"/>
                  </a:lnTo>
                  <a:lnTo>
                    <a:pt x="13092" y="230"/>
                  </a:lnTo>
                  <a:lnTo>
                    <a:pt x="14509" y="1800"/>
                  </a:lnTo>
                  <a:cubicBezTo>
                    <a:pt x="14509" y="1819"/>
                    <a:pt x="14547" y="1838"/>
                    <a:pt x="14585" y="1838"/>
                  </a:cubicBezTo>
                  <a:lnTo>
                    <a:pt x="20002" y="2087"/>
                  </a:lnTo>
                  <a:cubicBezTo>
                    <a:pt x="20079" y="2087"/>
                    <a:pt x="20136" y="2029"/>
                    <a:pt x="20136" y="1953"/>
                  </a:cubicBezTo>
                  <a:cubicBezTo>
                    <a:pt x="20136" y="1895"/>
                    <a:pt x="20079" y="1838"/>
                    <a:pt x="20002" y="1838"/>
                  </a:cubicBezTo>
                  <a:lnTo>
                    <a:pt x="14623" y="1608"/>
                  </a:lnTo>
                  <a:lnTo>
                    <a:pt x="13207" y="39"/>
                  </a:lnTo>
                  <a:cubicBezTo>
                    <a:pt x="13188" y="20"/>
                    <a:pt x="13169" y="1"/>
                    <a:pt x="131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1"/>
            <p:cNvSpPr/>
            <p:nvPr/>
          </p:nvSpPr>
          <p:spPr>
            <a:xfrm>
              <a:off x="2373703" y="1594193"/>
              <a:ext cx="23849" cy="1929480"/>
            </a:xfrm>
            <a:custGeom>
              <a:rect b="b" l="l" r="r" t="t"/>
              <a:pathLst>
                <a:path extrusionOk="0" h="38837" w="480">
                  <a:moveTo>
                    <a:pt x="365" y="1"/>
                  </a:moveTo>
                  <a:cubicBezTo>
                    <a:pt x="288" y="1"/>
                    <a:pt x="231" y="39"/>
                    <a:pt x="231" y="116"/>
                  </a:cubicBezTo>
                  <a:lnTo>
                    <a:pt x="1" y="38703"/>
                  </a:lnTo>
                  <a:cubicBezTo>
                    <a:pt x="1" y="38780"/>
                    <a:pt x="39" y="38837"/>
                    <a:pt x="116" y="38837"/>
                  </a:cubicBezTo>
                  <a:cubicBezTo>
                    <a:pt x="192" y="38837"/>
                    <a:pt x="231" y="38780"/>
                    <a:pt x="231" y="38703"/>
                  </a:cubicBezTo>
                  <a:lnTo>
                    <a:pt x="480" y="116"/>
                  </a:lnTo>
                  <a:cubicBezTo>
                    <a:pt x="480" y="39"/>
                    <a:pt x="422" y="1"/>
                    <a:pt x="3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1"/>
            <p:cNvSpPr/>
            <p:nvPr/>
          </p:nvSpPr>
          <p:spPr>
            <a:xfrm>
              <a:off x="2569612" y="1685507"/>
              <a:ext cx="368122" cy="597221"/>
            </a:xfrm>
            <a:custGeom>
              <a:rect b="b" l="l" r="r" t="t"/>
              <a:pathLst>
                <a:path extrusionOk="0" h="12021" w="7409">
                  <a:moveTo>
                    <a:pt x="4020" y="0"/>
                  </a:moveTo>
                  <a:lnTo>
                    <a:pt x="1" y="2756"/>
                  </a:lnTo>
                  <a:lnTo>
                    <a:pt x="958" y="11887"/>
                  </a:lnTo>
                  <a:lnTo>
                    <a:pt x="7408" y="12021"/>
                  </a:lnTo>
                  <a:lnTo>
                    <a:pt x="7370" y="2642"/>
                  </a:lnTo>
                  <a:lnTo>
                    <a:pt x="40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1"/>
            <p:cNvSpPr/>
            <p:nvPr/>
          </p:nvSpPr>
          <p:spPr>
            <a:xfrm>
              <a:off x="2635246" y="1817758"/>
              <a:ext cx="249224" cy="432626"/>
            </a:xfrm>
            <a:custGeom>
              <a:rect b="b" l="l" r="r" t="t"/>
              <a:pathLst>
                <a:path extrusionOk="0" h="8708" w="5016">
                  <a:moveTo>
                    <a:pt x="2924" y="1"/>
                  </a:moveTo>
                  <a:cubicBezTo>
                    <a:pt x="1438" y="1"/>
                    <a:pt x="1" y="937"/>
                    <a:pt x="1" y="937"/>
                  </a:cubicBezTo>
                  <a:lnTo>
                    <a:pt x="517" y="8708"/>
                  </a:lnTo>
                  <a:lnTo>
                    <a:pt x="4824" y="8612"/>
                  </a:lnTo>
                  <a:lnTo>
                    <a:pt x="5015" y="937"/>
                  </a:lnTo>
                  <a:cubicBezTo>
                    <a:pt x="4422" y="235"/>
                    <a:pt x="3667" y="1"/>
                    <a:pt x="292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1"/>
            <p:cNvSpPr/>
            <p:nvPr/>
          </p:nvSpPr>
          <p:spPr>
            <a:xfrm>
              <a:off x="2390844" y="2418650"/>
              <a:ext cx="725661" cy="12420"/>
            </a:xfrm>
            <a:custGeom>
              <a:rect b="b" l="l" r="r" t="t"/>
              <a:pathLst>
                <a:path extrusionOk="0" h="250" w="14605">
                  <a:moveTo>
                    <a:pt x="135" y="1"/>
                  </a:moveTo>
                  <a:cubicBezTo>
                    <a:pt x="58" y="1"/>
                    <a:pt x="1" y="58"/>
                    <a:pt x="1" y="135"/>
                  </a:cubicBezTo>
                  <a:cubicBezTo>
                    <a:pt x="1" y="192"/>
                    <a:pt x="58" y="249"/>
                    <a:pt x="135" y="249"/>
                  </a:cubicBezTo>
                  <a:lnTo>
                    <a:pt x="14490" y="249"/>
                  </a:lnTo>
                  <a:cubicBezTo>
                    <a:pt x="14567" y="249"/>
                    <a:pt x="14605" y="192"/>
                    <a:pt x="14605" y="135"/>
                  </a:cubicBezTo>
                  <a:cubicBezTo>
                    <a:pt x="14605" y="58"/>
                    <a:pt x="14567" y="1"/>
                    <a:pt x="144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1"/>
            <p:cNvSpPr/>
            <p:nvPr/>
          </p:nvSpPr>
          <p:spPr>
            <a:xfrm>
              <a:off x="2508747" y="2603116"/>
              <a:ext cx="458451" cy="549726"/>
            </a:xfrm>
            <a:custGeom>
              <a:rect b="b" l="l" r="r" t="t"/>
              <a:pathLst>
                <a:path extrusionOk="0" h="11065" w="9227">
                  <a:moveTo>
                    <a:pt x="4097" y="1"/>
                  </a:moveTo>
                  <a:lnTo>
                    <a:pt x="1" y="4001"/>
                  </a:lnTo>
                  <a:lnTo>
                    <a:pt x="365" y="11064"/>
                  </a:lnTo>
                  <a:lnTo>
                    <a:pt x="9227" y="10892"/>
                  </a:lnTo>
                  <a:lnTo>
                    <a:pt x="9112" y="2757"/>
                  </a:lnTo>
                  <a:lnTo>
                    <a:pt x="409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1"/>
            <p:cNvSpPr/>
            <p:nvPr/>
          </p:nvSpPr>
          <p:spPr>
            <a:xfrm>
              <a:off x="1583457" y="2591342"/>
              <a:ext cx="516434" cy="600450"/>
            </a:xfrm>
            <a:custGeom>
              <a:rect b="b" l="l" r="r" t="t"/>
              <a:pathLst>
                <a:path extrusionOk="0" h="12086" w="10394">
                  <a:moveTo>
                    <a:pt x="8565" y="1"/>
                  </a:moveTo>
                  <a:cubicBezTo>
                    <a:pt x="7081" y="1"/>
                    <a:pt x="1493" y="429"/>
                    <a:pt x="1493" y="429"/>
                  </a:cubicBezTo>
                  <a:lnTo>
                    <a:pt x="0" y="1463"/>
                  </a:lnTo>
                  <a:lnTo>
                    <a:pt x="421" y="11493"/>
                  </a:lnTo>
                  <a:lnTo>
                    <a:pt x="2737" y="12086"/>
                  </a:lnTo>
                  <a:lnTo>
                    <a:pt x="8326" y="12029"/>
                  </a:lnTo>
                  <a:lnTo>
                    <a:pt x="10240" y="11205"/>
                  </a:lnTo>
                  <a:lnTo>
                    <a:pt x="10394" y="1272"/>
                  </a:lnTo>
                  <a:cubicBezTo>
                    <a:pt x="10394" y="1272"/>
                    <a:pt x="9111" y="200"/>
                    <a:pt x="8920" y="27"/>
                  </a:cubicBezTo>
                  <a:cubicBezTo>
                    <a:pt x="8896" y="9"/>
                    <a:pt x="8770" y="1"/>
                    <a:pt x="85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1"/>
            <p:cNvSpPr/>
            <p:nvPr/>
          </p:nvSpPr>
          <p:spPr>
            <a:xfrm>
              <a:off x="1749853" y="2688667"/>
              <a:ext cx="214990" cy="468894"/>
            </a:xfrm>
            <a:custGeom>
              <a:rect b="b" l="l" r="r" t="t"/>
              <a:pathLst>
                <a:path extrusionOk="0" h="9438" w="4327">
                  <a:moveTo>
                    <a:pt x="2226" y="1"/>
                  </a:moveTo>
                  <a:cubicBezTo>
                    <a:pt x="1572" y="1"/>
                    <a:pt x="1" y="1054"/>
                    <a:pt x="1" y="1054"/>
                  </a:cubicBezTo>
                  <a:lnTo>
                    <a:pt x="96" y="9438"/>
                  </a:lnTo>
                  <a:lnTo>
                    <a:pt x="4327" y="9285"/>
                  </a:lnTo>
                  <a:lnTo>
                    <a:pt x="4269" y="978"/>
                  </a:lnTo>
                  <a:cubicBezTo>
                    <a:pt x="4269" y="978"/>
                    <a:pt x="3197" y="78"/>
                    <a:pt x="2259" y="2"/>
                  </a:cubicBezTo>
                  <a:cubicBezTo>
                    <a:pt x="2248" y="1"/>
                    <a:pt x="2237" y="1"/>
                    <a:pt x="22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1"/>
            <p:cNvSpPr/>
            <p:nvPr/>
          </p:nvSpPr>
          <p:spPr>
            <a:xfrm>
              <a:off x="1614809" y="2710576"/>
              <a:ext cx="98974" cy="439383"/>
            </a:xfrm>
            <a:custGeom>
              <a:rect b="b" l="l" r="r" t="t"/>
              <a:pathLst>
                <a:path extrusionOk="0" h="8844" w="1992">
                  <a:moveTo>
                    <a:pt x="881" y="1"/>
                  </a:moveTo>
                  <a:cubicBezTo>
                    <a:pt x="403" y="1"/>
                    <a:pt x="1" y="977"/>
                    <a:pt x="1" y="977"/>
                  </a:cubicBezTo>
                  <a:lnTo>
                    <a:pt x="479" y="8537"/>
                  </a:lnTo>
                  <a:lnTo>
                    <a:pt x="1991" y="8844"/>
                  </a:lnTo>
                  <a:lnTo>
                    <a:pt x="1915" y="690"/>
                  </a:lnTo>
                  <a:cubicBezTo>
                    <a:pt x="1915" y="690"/>
                    <a:pt x="1360" y="1"/>
                    <a:pt x="8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1"/>
            <p:cNvSpPr/>
            <p:nvPr/>
          </p:nvSpPr>
          <p:spPr>
            <a:xfrm>
              <a:off x="1988591" y="2683699"/>
              <a:ext cx="82777" cy="460547"/>
            </a:xfrm>
            <a:custGeom>
              <a:rect b="b" l="l" r="r" t="t"/>
              <a:pathLst>
                <a:path extrusionOk="0" h="9270" w="1666">
                  <a:moveTo>
                    <a:pt x="846" y="0"/>
                  </a:moveTo>
                  <a:cubicBezTo>
                    <a:pt x="564" y="0"/>
                    <a:pt x="0" y="1039"/>
                    <a:pt x="0" y="1039"/>
                  </a:cubicBezTo>
                  <a:lnTo>
                    <a:pt x="77" y="9270"/>
                  </a:lnTo>
                  <a:lnTo>
                    <a:pt x="1665" y="8619"/>
                  </a:lnTo>
                  <a:lnTo>
                    <a:pt x="1665" y="1059"/>
                  </a:lnTo>
                  <a:cubicBezTo>
                    <a:pt x="1665" y="1059"/>
                    <a:pt x="1397" y="216"/>
                    <a:pt x="881" y="6"/>
                  </a:cubicBezTo>
                  <a:cubicBezTo>
                    <a:pt x="870" y="2"/>
                    <a:pt x="858" y="0"/>
                    <a:pt x="84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1"/>
            <p:cNvSpPr/>
            <p:nvPr/>
          </p:nvSpPr>
          <p:spPr>
            <a:xfrm>
              <a:off x="1733706" y="2898868"/>
              <a:ext cx="250168" cy="16246"/>
            </a:xfrm>
            <a:custGeom>
              <a:rect b="b" l="l" r="r" t="t"/>
              <a:pathLst>
                <a:path extrusionOk="0" h="327" w="5035">
                  <a:moveTo>
                    <a:pt x="4920" y="1"/>
                  </a:moveTo>
                  <a:lnTo>
                    <a:pt x="134" y="77"/>
                  </a:lnTo>
                  <a:cubicBezTo>
                    <a:pt x="58" y="77"/>
                    <a:pt x="0" y="135"/>
                    <a:pt x="0" y="192"/>
                  </a:cubicBezTo>
                  <a:cubicBezTo>
                    <a:pt x="0" y="269"/>
                    <a:pt x="58" y="326"/>
                    <a:pt x="134" y="326"/>
                  </a:cubicBezTo>
                  <a:lnTo>
                    <a:pt x="4920" y="249"/>
                  </a:lnTo>
                  <a:cubicBezTo>
                    <a:pt x="4977" y="249"/>
                    <a:pt x="5034" y="192"/>
                    <a:pt x="5034" y="135"/>
                  </a:cubicBezTo>
                  <a:cubicBezTo>
                    <a:pt x="5034" y="58"/>
                    <a:pt x="4977" y="1"/>
                    <a:pt x="4920"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1"/>
            <p:cNvSpPr/>
            <p:nvPr/>
          </p:nvSpPr>
          <p:spPr>
            <a:xfrm>
              <a:off x="1611977" y="2889180"/>
              <a:ext cx="109408" cy="27822"/>
            </a:xfrm>
            <a:custGeom>
              <a:rect b="b" l="l" r="r" t="t"/>
              <a:pathLst>
                <a:path extrusionOk="0" h="560" w="2202">
                  <a:moveTo>
                    <a:pt x="130" y="0"/>
                  </a:moveTo>
                  <a:cubicBezTo>
                    <a:pt x="77" y="0"/>
                    <a:pt x="20" y="50"/>
                    <a:pt x="20" y="100"/>
                  </a:cubicBezTo>
                  <a:cubicBezTo>
                    <a:pt x="0" y="176"/>
                    <a:pt x="39" y="253"/>
                    <a:pt x="115" y="253"/>
                  </a:cubicBezTo>
                  <a:lnTo>
                    <a:pt x="2048" y="559"/>
                  </a:lnTo>
                  <a:cubicBezTo>
                    <a:pt x="2125" y="559"/>
                    <a:pt x="2163" y="521"/>
                    <a:pt x="2163" y="464"/>
                  </a:cubicBezTo>
                  <a:cubicBezTo>
                    <a:pt x="2202" y="387"/>
                    <a:pt x="2144" y="330"/>
                    <a:pt x="2068" y="330"/>
                  </a:cubicBezTo>
                  <a:lnTo>
                    <a:pt x="153" y="4"/>
                  </a:lnTo>
                  <a:cubicBezTo>
                    <a:pt x="146" y="2"/>
                    <a:pt x="138" y="0"/>
                    <a:pt x="13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1"/>
            <p:cNvSpPr/>
            <p:nvPr/>
          </p:nvSpPr>
          <p:spPr>
            <a:xfrm>
              <a:off x="1970506" y="2854801"/>
              <a:ext cx="117954" cy="56488"/>
            </a:xfrm>
            <a:custGeom>
              <a:rect b="b" l="l" r="r" t="t"/>
              <a:pathLst>
                <a:path extrusionOk="0" h="1137" w="2374">
                  <a:moveTo>
                    <a:pt x="2231" y="0"/>
                  </a:moveTo>
                  <a:cubicBezTo>
                    <a:pt x="2216" y="0"/>
                    <a:pt x="2200" y="3"/>
                    <a:pt x="2182" y="7"/>
                  </a:cubicBezTo>
                  <a:lnTo>
                    <a:pt x="96" y="888"/>
                  </a:lnTo>
                  <a:cubicBezTo>
                    <a:pt x="20" y="945"/>
                    <a:pt x="0" y="983"/>
                    <a:pt x="20" y="1060"/>
                  </a:cubicBezTo>
                  <a:cubicBezTo>
                    <a:pt x="58" y="1117"/>
                    <a:pt x="96" y="1136"/>
                    <a:pt x="154" y="1136"/>
                  </a:cubicBezTo>
                  <a:lnTo>
                    <a:pt x="192" y="1136"/>
                  </a:lnTo>
                  <a:lnTo>
                    <a:pt x="2278" y="256"/>
                  </a:lnTo>
                  <a:cubicBezTo>
                    <a:pt x="2355" y="199"/>
                    <a:pt x="2374" y="160"/>
                    <a:pt x="2355" y="84"/>
                  </a:cubicBezTo>
                  <a:cubicBezTo>
                    <a:pt x="2311" y="25"/>
                    <a:pt x="2278" y="0"/>
                    <a:pt x="223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1"/>
            <p:cNvSpPr/>
            <p:nvPr/>
          </p:nvSpPr>
          <p:spPr>
            <a:xfrm>
              <a:off x="2025657" y="2611711"/>
              <a:ext cx="25737" cy="543019"/>
            </a:xfrm>
            <a:custGeom>
              <a:rect b="b" l="l" r="r" t="t"/>
              <a:pathLst>
                <a:path extrusionOk="0" h="10930" w="518">
                  <a:moveTo>
                    <a:pt x="115" y="0"/>
                  </a:moveTo>
                  <a:cubicBezTo>
                    <a:pt x="39" y="0"/>
                    <a:pt x="1" y="38"/>
                    <a:pt x="1" y="115"/>
                  </a:cubicBezTo>
                  <a:lnTo>
                    <a:pt x="288" y="10815"/>
                  </a:lnTo>
                  <a:cubicBezTo>
                    <a:pt x="288" y="10891"/>
                    <a:pt x="326" y="10929"/>
                    <a:pt x="402" y="10929"/>
                  </a:cubicBezTo>
                  <a:cubicBezTo>
                    <a:pt x="441" y="10929"/>
                    <a:pt x="517" y="10891"/>
                    <a:pt x="517" y="10815"/>
                  </a:cubicBezTo>
                  <a:lnTo>
                    <a:pt x="230" y="115"/>
                  </a:lnTo>
                  <a:cubicBezTo>
                    <a:pt x="230" y="38"/>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1"/>
            <p:cNvSpPr/>
            <p:nvPr/>
          </p:nvSpPr>
          <p:spPr>
            <a:xfrm>
              <a:off x="1648098" y="2634515"/>
              <a:ext cx="44767" cy="532586"/>
            </a:xfrm>
            <a:custGeom>
              <a:rect b="b" l="l" r="r" t="t"/>
              <a:pathLst>
                <a:path extrusionOk="0" h="10720" w="901">
                  <a:moveTo>
                    <a:pt x="135" y="1"/>
                  </a:moveTo>
                  <a:cubicBezTo>
                    <a:pt x="58" y="1"/>
                    <a:pt x="1" y="39"/>
                    <a:pt x="1" y="115"/>
                  </a:cubicBezTo>
                  <a:lnTo>
                    <a:pt x="651" y="10585"/>
                  </a:lnTo>
                  <a:cubicBezTo>
                    <a:pt x="651" y="10662"/>
                    <a:pt x="690" y="10719"/>
                    <a:pt x="766" y="10719"/>
                  </a:cubicBezTo>
                  <a:cubicBezTo>
                    <a:pt x="843" y="10719"/>
                    <a:pt x="900" y="10643"/>
                    <a:pt x="900" y="10585"/>
                  </a:cubicBezTo>
                  <a:lnTo>
                    <a:pt x="250" y="115"/>
                  </a:lnTo>
                  <a:cubicBezTo>
                    <a:pt x="250" y="39"/>
                    <a:pt x="192" y="1"/>
                    <a:pt x="13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1"/>
            <p:cNvSpPr/>
            <p:nvPr/>
          </p:nvSpPr>
          <p:spPr>
            <a:xfrm>
              <a:off x="1850665" y="2604110"/>
              <a:ext cx="23849" cy="568704"/>
            </a:xfrm>
            <a:custGeom>
              <a:rect b="b" l="l" r="r" t="t"/>
              <a:pathLst>
                <a:path extrusionOk="0" h="11447" w="480">
                  <a:moveTo>
                    <a:pt x="116" y="0"/>
                  </a:moveTo>
                  <a:cubicBezTo>
                    <a:pt x="39" y="0"/>
                    <a:pt x="1" y="57"/>
                    <a:pt x="1" y="134"/>
                  </a:cubicBezTo>
                  <a:lnTo>
                    <a:pt x="230" y="11331"/>
                  </a:lnTo>
                  <a:cubicBezTo>
                    <a:pt x="230" y="11389"/>
                    <a:pt x="288" y="11446"/>
                    <a:pt x="364" y="11446"/>
                  </a:cubicBezTo>
                  <a:cubicBezTo>
                    <a:pt x="422" y="11446"/>
                    <a:pt x="479" y="11389"/>
                    <a:pt x="479" y="11331"/>
                  </a:cubicBezTo>
                  <a:lnTo>
                    <a:pt x="230" y="134"/>
                  </a:lnTo>
                  <a:cubicBezTo>
                    <a:pt x="230" y="57"/>
                    <a:pt x="192" y="0"/>
                    <a:pt x="116"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1"/>
            <p:cNvSpPr/>
            <p:nvPr/>
          </p:nvSpPr>
          <p:spPr>
            <a:xfrm>
              <a:off x="1555882" y="2531824"/>
              <a:ext cx="584901" cy="136972"/>
            </a:xfrm>
            <a:custGeom>
              <a:rect b="b" l="l" r="r" t="t"/>
              <a:pathLst>
                <a:path extrusionOk="0" h="2757" w="11772">
                  <a:moveTo>
                    <a:pt x="9857" y="0"/>
                  </a:moveTo>
                  <a:lnTo>
                    <a:pt x="1436" y="441"/>
                  </a:lnTo>
                  <a:lnTo>
                    <a:pt x="0" y="2757"/>
                  </a:lnTo>
                  <a:lnTo>
                    <a:pt x="11772" y="2412"/>
                  </a:lnTo>
                  <a:lnTo>
                    <a:pt x="98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1"/>
            <p:cNvSpPr/>
            <p:nvPr/>
          </p:nvSpPr>
          <p:spPr>
            <a:xfrm>
              <a:off x="1567260" y="3083582"/>
              <a:ext cx="587783" cy="188094"/>
            </a:xfrm>
            <a:custGeom>
              <a:rect b="b" l="l" r="r" t="t"/>
              <a:pathLst>
                <a:path extrusionOk="0" h="3786" w="11830">
                  <a:moveTo>
                    <a:pt x="11083" y="340"/>
                  </a:moveTo>
                  <a:lnTo>
                    <a:pt x="11562" y="1891"/>
                  </a:lnTo>
                  <a:lnTo>
                    <a:pt x="8997" y="3365"/>
                  </a:lnTo>
                  <a:lnTo>
                    <a:pt x="3293" y="3537"/>
                  </a:lnTo>
                  <a:lnTo>
                    <a:pt x="288" y="2484"/>
                  </a:lnTo>
                  <a:lnTo>
                    <a:pt x="441" y="1125"/>
                  </a:lnTo>
                  <a:lnTo>
                    <a:pt x="3293" y="2025"/>
                  </a:lnTo>
                  <a:lnTo>
                    <a:pt x="3331" y="2025"/>
                  </a:lnTo>
                  <a:lnTo>
                    <a:pt x="8671" y="1776"/>
                  </a:lnTo>
                  <a:cubicBezTo>
                    <a:pt x="8671" y="1776"/>
                    <a:pt x="8691" y="1738"/>
                    <a:pt x="8710" y="1738"/>
                  </a:cubicBezTo>
                  <a:lnTo>
                    <a:pt x="11083" y="340"/>
                  </a:lnTo>
                  <a:close/>
                  <a:moveTo>
                    <a:pt x="11157" y="1"/>
                  </a:moveTo>
                  <a:cubicBezTo>
                    <a:pt x="11141" y="1"/>
                    <a:pt x="11121" y="5"/>
                    <a:pt x="11102" y="15"/>
                  </a:cubicBezTo>
                  <a:lnTo>
                    <a:pt x="8652" y="1508"/>
                  </a:lnTo>
                  <a:lnTo>
                    <a:pt x="3350" y="1757"/>
                  </a:lnTo>
                  <a:lnTo>
                    <a:pt x="384" y="800"/>
                  </a:lnTo>
                  <a:cubicBezTo>
                    <a:pt x="364" y="800"/>
                    <a:pt x="307" y="800"/>
                    <a:pt x="288" y="838"/>
                  </a:cubicBezTo>
                  <a:cubicBezTo>
                    <a:pt x="269" y="857"/>
                    <a:pt x="250" y="896"/>
                    <a:pt x="250" y="934"/>
                  </a:cubicBezTo>
                  <a:lnTo>
                    <a:pt x="20" y="2561"/>
                  </a:lnTo>
                  <a:cubicBezTo>
                    <a:pt x="1" y="2599"/>
                    <a:pt x="58" y="2656"/>
                    <a:pt x="96" y="2676"/>
                  </a:cubicBezTo>
                  <a:lnTo>
                    <a:pt x="3216" y="3786"/>
                  </a:lnTo>
                  <a:lnTo>
                    <a:pt x="3255" y="3786"/>
                  </a:lnTo>
                  <a:lnTo>
                    <a:pt x="9035" y="3594"/>
                  </a:lnTo>
                  <a:cubicBezTo>
                    <a:pt x="9035" y="3594"/>
                    <a:pt x="9054" y="3556"/>
                    <a:pt x="9073" y="3556"/>
                  </a:cubicBezTo>
                  <a:lnTo>
                    <a:pt x="11753" y="2025"/>
                  </a:lnTo>
                  <a:cubicBezTo>
                    <a:pt x="11811" y="2006"/>
                    <a:pt x="11830" y="1929"/>
                    <a:pt x="11811" y="1891"/>
                  </a:cubicBezTo>
                  <a:lnTo>
                    <a:pt x="11275" y="92"/>
                  </a:lnTo>
                  <a:cubicBezTo>
                    <a:pt x="11275" y="72"/>
                    <a:pt x="11236" y="34"/>
                    <a:pt x="11198" y="15"/>
                  </a:cubicBezTo>
                  <a:cubicBezTo>
                    <a:pt x="11188" y="5"/>
                    <a:pt x="11174" y="1"/>
                    <a:pt x="111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1"/>
            <p:cNvSpPr/>
            <p:nvPr/>
          </p:nvSpPr>
          <p:spPr>
            <a:xfrm>
              <a:off x="1727992" y="3172760"/>
              <a:ext cx="14310" cy="98916"/>
            </a:xfrm>
            <a:custGeom>
              <a:rect b="b" l="l" r="r" t="t"/>
              <a:pathLst>
                <a:path extrusionOk="0" h="1991" w="288">
                  <a:moveTo>
                    <a:pt x="115" y="0"/>
                  </a:moveTo>
                  <a:cubicBezTo>
                    <a:pt x="58" y="0"/>
                    <a:pt x="1" y="38"/>
                    <a:pt x="1" y="115"/>
                  </a:cubicBezTo>
                  <a:lnTo>
                    <a:pt x="58" y="1857"/>
                  </a:lnTo>
                  <a:cubicBezTo>
                    <a:pt x="58" y="1933"/>
                    <a:pt x="96" y="1991"/>
                    <a:pt x="173" y="1991"/>
                  </a:cubicBezTo>
                  <a:cubicBezTo>
                    <a:pt x="249" y="1991"/>
                    <a:pt x="288" y="1933"/>
                    <a:pt x="288" y="1857"/>
                  </a:cubicBezTo>
                  <a:lnTo>
                    <a:pt x="249" y="115"/>
                  </a:lnTo>
                  <a:cubicBezTo>
                    <a:pt x="249" y="3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1"/>
            <p:cNvSpPr/>
            <p:nvPr/>
          </p:nvSpPr>
          <p:spPr>
            <a:xfrm>
              <a:off x="1992368" y="3159445"/>
              <a:ext cx="30507" cy="103685"/>
            </a:xfrm>
            <a:custGeom>
              <a:rect b="b" l="l" r="r" t="t"/>
              <a:pathLst>
                <a:path extrusionOk="0" h="2087" w="614">
                  <a:moveTo>
                    <a:pt x="115" y="0"/>
                  </a:moveTo>
                  <a:cubicBezTo>
                    <a:pt x="39" y="19"/>
                    <a:pt x="1" y="77"/>
                    <a:pt x="20" y="153"/>
                  </a:cubicBezTo>
                  <a:lnTo>
                    <a:pt x="383" y="1991"/>
                  </a:lnTo>
                  <a:cubicBezTo>
                    <a:pt x="403" y="2029"/>
                    <a:pt x="441" y="2086"/>
                    <a:pt x="498" y="2086"/>
                  </a:cubicBezTo>
                  <a:cubicBezTo>
                    <a:pt x="594" y="2067"/>
                    <a:pt x="613" y="1991"/>
                    <a:pt x="613" y="1933"/>
                  </a:cubicBezTo>
                  <a:lnTo>
                    <a:pt x="249" y="96"/>
                  </a:lnTo>
                  <a:cubicBezTo>
                    <a:pt x="230" y="19"/>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1"/>
            <p:cNvSpPr/>
            <p:nvPr/>
          </p:nvSpPr>
          <p:spPr>
            <a:xfrm>
              <a:off x="1566316" y="3136095"/>
              <a:ext cx="83721" cy="88036"/>
            </a:xfrm>
            <a:custGeom>
              <a:rect b="b" l="l" r="r" t="t"/>
              <a:pathLst>
                <a:path extrusionOk="0" h="1772" w="1685">
                  <a:moveTo>
                    <a:pt x="1034" y="183"/>
                  </a:moveTo>
                  <a:lnTo>
                    <a:pt x="1034" y="183"/>
                  </a:lnTo>
                  <a:cubicBezTo>
                    <a:pt x="1302" y="872"/>
                    <a:pt x="996" y="1293"/>
                    <a:pt x="843" y="1427"/>
                  </a:cubicBezTo>
                  <a:cubicBezTo>
                    <a:pt x="403" y="623"/>
                    <a:pt x="977" y="202"/>
                    <a:pt x="1034" y="183"/>
                  </a:cubicBezTo>
                  <a:close/>
                  <a:moveTo>
                    <a:pt x="943" y="0"/>
                  </a:moveTo>
                  <a:cubicBezTo>
                    <a:pt x="922" y="0"/>
                    <a:pt x="900" y="4"/>
                    <a:pt x="881" y="11"/>
                  </a:cubicBezTo>
                  <a:cubicBezTo>
                    <a:pt x="881" y="11"/>
                    <a:pt x="1" y="585"/>
                    <a:pt x="690" y="1695"/>
                  </a:cubicBezTo>
                  <a:cubicBezTo>
                    <a:pt x="728" y="1714"/>
                    <a:pt x="747" y="1733"/>
                    <a:pt x="785" y="1733"/>
                  </a:cubicBezTo>
                  <a:cubicBezTo>
                    <a:pt x="801" y="1733"/>
                    <a:pt x="813" y="1730"/>
                    <a:pt x="823" y="1730"/>
                  </a:cubicBezTo>
                  <a:cubicBezTo>
                    <a:pt x="839" y="1730"/>
                    <a:pt x="850" y="1737"/>
                    <a:pt x="862" y="1772"/>
                  </a:cubicBezTo>
                  <a:cubicBezTo>
                    <a:pt x="862" y="1772"/>
                    <a:pt x="1685" y="1255"/>
                    <a:pt x="1245" y="183"/>
                  </a:cubicBezTo>
                  <a:cubicBezTo>
                    <a:pt x="1230" y="125"/>
                    <a:pt x="1193" y="100"/>
                    <a:pt x="1151" y="100"/>
                  </a:cubicBezTo>
                  <a:cubicBezTo>
                    <a:pt x="1138" y="100"/>
                    <a:pt x="1124" y="102"/>
                    <a:pt x="1111" y="106"/>
                  </a:cubicBezTo>
                  <a:lnTo>
                    <a:pt x="1072" y="106"/>
                  </a:lnTo>
                  <a:cubicBezTo>
                    <a:pt x="1072" y="87"/>
                    <a:pt x="1053" y="87"/>
                    <a:pt x="1053" y="68"/>
                  </a:cubicBezTo>
                  <a:cubicBezTo>
                    <a:pt x="1028" y="17"/>
                    <a:pt x="985" y="0"/>
                    <a:pt x="9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1"/>
            <p:cNvSpPr/>
            <p:nvPr/>
          </p:nvSpPr>
          <p:spPr>
            <a:xfrm>
              <a:off x="1609095" y="3149409"/>
              <a:ext cx="83770" cy="87092"/>
            </a:xfrm>
            <a:custGeom>
              <a:rect b="b" l="l" r="r" t="t"/>
              <a:pathLst>
                <a:path extrusionOk="0" h="1753" w="1686">
                  <a:moveTo>
                    <a:pt x="1035" y="202"/>
                  </a:moveTo>
                  <a:cubicBezTo>
                    <a:pt x="1303" y="891"/>
                    <a:pt x="1015" y="1274"/>
                    <a:pt x="843" y="1446"/>
                  </a:cubicBezTo>
                  <a:cubicBezTo>
                    <a:pt x="403" y="642"/>
                    <a:pt x="977" y="221"/>
                    <a:pt x="1035" y="202"/>
                  </a:cubicBezTo>
                  <a:close/>
                  <a:moveTo>
                    <a:pt x="943" y="0"/>
                  </a:moveTo>
                  <a:cubicBezTo>
                    <a:pt x="922" y="0"/>
                    <a:pt x="901" y="4"/>
                    <a:pt x="881" y="11"/>
                  </a:cubicBezTo>
                  <a:cubicBezTo>
                    <a:pt x="881" y="11"/>
                    <a:pt x="1" y="585"/>
                    <a:pt x="690" y="1695"/>
                  </a:cubicBezTo>
                  <a:cubicBezTo>
                    <a:pt x="728" y="1714"/>
                    <a:pt x="747" y="1733"/>
                    <a:pt x="786" y="1733"/>
                  </a:cubicBezTo>
                  <a:cubicBezTo>
                    <a:pt x="824" y="1733"/>
                    <a:pt x="843" y="1733"/>
                    <a:pt x="862" y="1753"/>
                  </a:cubicBezTo>
                  <a:cubicBezTo>
                    <a:pt x="862" y="1753"/>
                    <a:pt x="1685" y="1255"/>
                    <a:pt x="1245" y="183"/>
                  </a:cubicBezTo>
                  <a:cubicBezTo>
                    <a:pt x="1230" y="125"/>
                    <a:pt x="1194" y="100"/>
                    <a:pt x="1143" y="100"/>
                  </a:cubicBezTo>
                  <a:cubicBezTo>
                    <a:pt x="1127" y="100"/>
                    <a:pt x="1110" y="102"/>
                    <a:pt x="1092" y="106"/>
                  </a:cubicBezTo>
                  <a:lnTo>
                    <a:pt x="1073" y="106"/>
                  </a:lnTo>
                  <a:cubicBezTo>
                    <a:pt x="1073" y="87"/>
                    <a:pt x="1054" y="87"/>
                    <a:pt x="1054" y="68"/>
                  </a:cubicBezTo>
                  <a:cubicBezTo>
                    <a:pt x="1028" y="17"/>
                    <a:pt x="986" y="0"/>
                    <a:pt x="9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1"/>
            <p:cNvSpPr/>
            <p:nvPr/>
          </p:nvSpPr>
          <p:spPr>
            <a:xfrm>
              <a:off x="1651924" y="3161780"/>
              <a:ext cx="83721" cy="88980"/>
            </a:xfrm>
            <a:custGeom>
              <a:rect b="b" l="l" r="r" t="t"/>
              <a:pathLst>
                <a:path extrusionOk="0" h="1791" w="1685">
                  <a:moveTo>
                    <a:pt x="1015" y="240"/>
                  </a:moveTo>
                  <a:cubicBezTo>
                    <a:pt x="1302" y="929"/>
                    <a:pt x="1015" y="1350"/>
                    <a:pt x="823" y="1504"/>
                  </a:cubicBezTo>
                  <a:cubicBezTo>
                    <a:pt x="383" y="700"/>
                    <a:pt x="957" y="298"/>
                    <a:pt x="1015" y="240"/>
                  </a:cubicBezTo>
                  <a:close/>
                  <a:moveTo>
                    <a:pt x="949" y="0"/>
                  </a:moveTo>
                  <a:cubicBezTo>
                    <a:pt x="926" y="0"/>
                    <a:pt x="902" y="9"/>
                    <a:pt x="881" y="30"/>
                  </a:cubicBezTo>
                  <a:cubicBezTo>
                    <a:pt x="881" y="30"/>
                    <a:pt x="0" y="623"/>
                    <a:pt x="689" y="1752"/>
                  </a:cubicBezTo>
                  <a:cubicBezTo>
                    <a:pt x="728" y="1772"/>
                    <a:pt x="747" y="1791"/>
                    <a:pt x="766" y="1791"/>
                  </a:cubicBezTo>
                  <a:lnTo>
                    <a:pt x="862" y="1791"/>
                  </a:lnTo>
                  <a:cubicBezTo>
                    <a:pt x="862" y="1791"/>
                    <a:pt x="1685" y="1274"/>
                    <a:pt x="1244" y="164"/>
                  </a:cubicBezTo>
                  <a:cubicBezTo>
                    <a:pt x="1231" y="122"/>
                    <a:pt x="1197" y="91"/>
                    <a:pt x="1151" y="91"/>
                  </a:cubicBezTo>
                  <a:cubicBezTo>
                    <a:pt x="1133" y="91"/>
                    <a:pt x="1113" y="96"/>
                    <a:pt x="1091" y="106"/>
                  </a:cubicBezTo>
                  <a:lnTo>
                    <a:pt x="1072" y="106"/>
                  </a:lnTo>
                  <a:cubicBezTo>
                    <a:pt x="1072" y="68"/>
                    <a:pt x="1053" y="68"/>
                    <a:pt x="1053" y="49"/>
                  </a:cubicBezTo>
                  <a:cubicBezTo>
                    <a:pt x="1029" y="25"/>
                    <a:pt x="989" y="0"/>
                    <a:pt x="9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1"/>
            <p:cNvSpPr/>
            <p:nvPr/>
          </p:nvSpPr>
          <p:spPr>
            <a:xfrm>
              <a:off x="2075094" y="3106733"/>
              <a:ext cx="62853" cy="86992"/>
            </a:xfrm>
            <a:custGeom>
              <a:rect b="b" l="l" r="r" t="t"/>
              <a:pathLst>
                <a:path extrusionOk="0" h="1751" w="1265">
                  <a:moveTo>
                    <a:pt x="575" y="276"/>
                  </a:moveTo>
                  <a:lnTo>
                    <a:pt x="575" y="276"/>
                  </a:lnTo>
                  <a:cubicBezTo>
                    <a:pt x="671" y="353"/>
                    <a:pt x="862" y="487"/>
                    <a:pt x="939" y="755"/>
                  </a:cubicBezTo>
                  <a:cubicBezTo>
                    <a:pt x="977" y="965"/>
                    <a:pt x="958" y="1214"/>
                    <a:pt x="843" y="1463"/>
                  </a:cubicBezTo>
                  <a:cubicBezTo>
                    <a:pt x="671" y="1329"/>
                    <a:pt x="365" y="946"/>
                    <a:pt x="575" y="276"/>
                  </a:cubicBezTo>
                  <a:close/>
                  <a:moveTo>
                    <a:pt x="572" y="1"/>
                  </a:moveTo>
                  <a:cubicBezTo>
                    <a:pt x="519" y="1"/>
                    <a:pt x="474" y="19"/>
                    <a:pt x="460" y="47"/>
                  </a:cubicBezTo>
                  <a:cubicBezTo>
                    <a:pt x="441" y="85"/>
                    <a:pt x="441" y="85"/>
                    <a:pt x="441" y="104"/>
                  </a:cubicBezTo>
                  <a:cubicBezTo>
                    <a:pt x="403" y="104"/>
                    <a:pt x="384" y="123"/>
                    <a:pt x="365" y="181"/>
                  </a:cubicBezTo>
                  <a:cubicBezTo>
                    <a:pt x="1" y="1253"/>
                    <a:pt x="843" y="1731"/>
                    <a:pt x="843" y="1731"/>
                  </a:cubicBezTo>
                  <a:cubicBezTo>
                    <a:pt x="843" y="1750"/>
                    <a:pt x="862" y="1750"/>
                    <a:pt x="881" y="1750"/>
                  </a:cubicBezTo>
                  <a:cubicBezTo>
                    <a:pt x="939" y="1750"/>
                    <a:pt x="958" y="1731"/>
                    <a:pt x="1015" y="1712"/>
                  </a:cubicBezTo>
                  <a:cubicBezTo>
                    <a:pt x="1226" y="1329"/>
                    <a:pt x="1264" y="985"/>
                    <a:pt x="1168" y="678"/>
                  </a:cubicBezTo>
                  <a:cubicBezTo>
                    <a:pt x="1034" y="219"/>
                    <a:pt x="652" y="8"/>
                    <a:pt x="632" y="8"/>
                  </a:cubicBezTo>
                  <a:cubicBezTo>
                    <a:pt x="612" y="3"/>
                    <a:pt x="591" y="1"/>
                    <a:pt x="5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1"/>
            <p:cNvSpPr/>
            <p:nvPr/>
          </p:nvSpPr>
          <p:spPr>
            <a:xfrm>
              <a:off x="2040860" y="3126755"/>
              <a:ext cx="77112" cy="89774"/>
            </a:xfrm>
            <a:custGeom>
              <a:rect b="b" l="l" r="r" t="t"/>
              <a:pathLst>
                <a:path extrusionOk="0" h="1807" w="1552">
                  <a:moveTo>
                    <a:pt x="556" y="275"/>
                  </a:moveTo>
                  <a:lnTo>
                    <a:pt x="556" y="275"/>
                  </a:lnTo>
                  <a:cubicBezTo>
                    <a:pt x="613" y="333"/>
                    <a:pt x="1149" y="716"/>
                    <a:pt x="805" y="1481"/>
                  </a:cubicBezTo>
                  <a:cubicBezTo>
                    <a:pt x="652" y="1309"/>
                    <a:pt x="384" y="907"/>
                    <a:pt x="556" y="275"/>
                  </a:cubicBezTo>
                  <a:close/>
                  <a:moveTo>
                    <a:pt x="466" y="0"/>
                  </a:moveTo>
                  <a:cubicBezTo>
                    <a:pt x="427" y="0"/>
                    <a:pt x="379" y="25"/>
                    <a:pt x="364" y="84"/>
                  </a:cubicBezTo>
                  <a:cubicBezTo>
                    <a:pt x="1" y="1156"/>
                    <a:pt x="766" y="1787"/>
                    <a:pt x="766" y="1787"/>
                  </a:cubicBezTo>
                  <a:cubicBezTo>
                    <a:pt x="786" y="1807"/>
                    <a:pt x="805" y="1807"/>
                    <a:pt x="843" y="1807"/>
                  </a:cubicBezTo>
                  <a:lnTo>
                    <a:pt x="862" y="1807"/>
                  </a:lnTo>
                  <a:cubicBezTo>
                    <a:pt x="881" y="1807"/>
                    <a:pt x="900" y="1787"/>
                    <a:pt x="939" y="1768"/>
                  </a:cubicBezTo>
                  <a:cubicBezTo>
                    <a:pt x="1551" y="601"/>
                    <a:pt x="652" y="84"/>
                    <a:pt x="652" y="84"/>
                  </a:cubicBezTo>
                  <a:cubicBezTo>
                    <a:pt x="613" y="65"/>
                    <a:pt x="594" y="65"/>
                    <a:pt x="575" y="65"/>
                  </a:cubicBezTo>
                  <a:cubicBezTo>
                    <a:pt x="556" y="46"/>
                    <a:pt x="518" y="7"/>
                    <a:pt x="498" y="7"/>
                  </a:cubicBezTo>
                  <a:cubicBezTo>
                    <a:pt x="489" y="3"/>
                    <a:pt x="478" y="0"/>
                    <a:pt x="4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1"/>
            <p:cNvSpPr/>
            <p:nvPr/>
          </p:nvSpPr>
          <p:spPr>
            <a:xfrm>
              <a:off x="2001907" y="3148615"/>
              <a:ext cx="80839" cy="89774"/>
            </a:xfrm>
            <a:custGeom>
              <a:rect b="b" l="l" r="r" t="t"/>
              <a:pathLst>
                <a:path extrusionOk="0" h="1807" w="1627">
                  <a:moveTo>
                    <a:pt x="574" y="237"/>
                  </a:moveTo>
                  <a:cubicBezTo>
                    <a:pt x="632" y="276"/>
                    <a:pt x="1206" y="658"/>
                    <a:pt x="823" y="1520"/>
                  </a:cubicBezTo>
                  <a:cubicBezTo>
                    <a:pt x="632" y="1347"/>
                    <a:pt x="325" y="965"/>
                    <a:pt x="574" y="237"/>
                  </a:cubicBezTo>
                  <a:close/>
                  <a:moveTo>
                    <a:pt x="651" y="0"/>
                  </a:moveTo>
                  <a:cubicBezTo>
                    <a:pt x="602" y="0"/>
                    <a:pt x="564" y="18"/>
                    <a:pt x="536" y="46"/>
                  </a:cubicBezTo>
                  <a:cubicBezTo>
                    <a:pt x="517" y="84"/>
                    <a:pt x="517" y="84"/>
                    <a:pt x="517" y="103"/>
                  </a:cubicBezTo>
                  <a:lnTo>
                    <a:pt x="498" y="103"/>
                  </a:lnTo>
                  <a:cubicBezTo>
                    <a:pt x="484" y="99"/>
                    <a:pt x="471" y="96"/>
                    <a:pt x="457" y="96"/>
                  </a:cubicBezTo>
                  <a:cubicBezTo>
                    <a:pt x="414" y="96"/>
                    <a:pt x="374" y="121"/>
                    <a:pt x="345" y="180"/>
                  </a:cubicBezTo>
                  <a:cubicBezTo>
                    <a:pt x="0" y="1290"/>
                    <a:pt x="823" y="1769"/>
                    <a:pt x="823" y="1769"/>
                  </a:cubicBezTo>
                  <a:cubicBezTo>
                    <a:pt x="823" y="1807"/>
                    <a:pt x="861" y="1807"/>
                    <a:pt x="880" y="1807"/>
                  </a:cubicBezTo>
                  <a:cubicBezTo>
                    <a:pt x="880" y="1807"/>
                    <a:pt x="900" y="1807"/>
                    <a:pt x="919" y="1749"/>
                  </a:cubicBezTo>
                  <a:cubicBezTo>
                    <a:pt x="957" y="1749"/>
                    <a:pt x="976" y="1730"/>
                    <a:pt x="995" y="1711"/>
                  </a:cubicBezTo>
                  <a:cubicBezTo>
                    <a:pt x="1627" y="563"/>
                    <a:pt x="708" y="8"/>
                    <a:pt x="708" y="8"/>
                  </a:cubicBezTo>
                  <a:cubicBezTo>
                    <a:pt x="688" y="2"/>
                    <a:pt x="669" y="0"/>
                    <a:pt x="6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1"/>
            <p:cNvSpPr/>
            <p:nvPr/>
          </p:nvSpPr>
          <p:spPr>
            <a:xfrm>
              <a:off x="1721334" y="3170623"/>
              <a:ext cx="74231" cy="92507"/>
            </a:xfrm>
            <a:custGeom>
              <a:rect b="b" l="l" r="r" t="t"/>
              <a:pathLst>
                <a:path extrusionOk="0" h="1862" w="1494">
                  <a:moveTo>
                    <a:pt x="919" y="254"/>
                  </a:moveTo>
                  <a:cubicBezTo>
                    <a:pt x="1168" y="522"/>
                    <a:pt x="1264" y="790"/>
                    <a:pt x="1206" y="1019"/>
                  </a:cubicBezTo>
                  <a:cubicBezTo>
                    <a:pt x="1187" y="1287"/>
                    <a:pt x="996" y="1479"/>
                    <a:pt x="900" y="1574"/>
                  </a:cubicBezTo>
                  <a:cubicBezTo>
                    <a:pt x="422" y="943"/>
                    <a:pt x="804" y="407"/>
                    <a:pt x="919" y="254"/>
                  </a:cubicBezTo>
                  <a:close/>
                  <a:moveTo>
                    <a:pt x="864" y="0"/>
                  </a:moveTo>
                  <a:cubicBezTo>
                    <a:pt x="833" y="0"/>
                    <a:pt x="804" y="14"/>
                    <a:pt x="785" y="43"/>
                  </a:cubicBezTo>
                  <a:cubicBezTo>
                    <a:pt x="785" y="43"/>
                    <a:pt x="1" y="885"/>
                    <a:pt x="804" y="1804"/>
                  </a:cubicBezTo>
                  <a:cubicBezTo>
                    <a:pt x="824" y="1842"/>
                    <a:pt x="881" y="1861"/>
                    <a:pt x="900" y="1861"/>
                  </a:cubicBezTo>
                  <a:cubicBezTo>
                    <a:pt x="919" y="1861"/>
                    <a:pt x="958" y="1861"/>
                    <a:pt x="958" y="1842"/>
                  </a:cubicBezTo>
                  <a:cubicBezTo>
                    <a:pt x="977" y="1842"/>
                    <a:pt x="1379" y="1517"/>
                    <a:pt x="1455" y="1038"/>
                  </a:cubicBezTo>
                  <a:cubicBezTo>
                    <a:pt x="1494" y="732"/>
                    <a:pt x="1379" y="426"/>
                    <a:pt x="1111" y="120"/>
                  </a:cubicBezTo>
                  <a:cubicBezTo>
                    <a:pt x="1083" y="92"/>
                    <a:pt x="1044" y="74"/>
                    <a:pt x="1011" y="74"/>
                  </a:cubicBezTo>
                  <a:cubicBezTo>
                    <a:pt x="999" y="74"/>
                    <a:pt x="987" y="76"/>
                    <a:pt x="977" y="81"/>
                  </a:cubicBezTo>
                  <a:cubicBezTo>
                    <a:pt x="977" y="62"/>
                    <a:pt x="958" y="43"/>
                    <a:pt x="958" y="43"/>
                  </a:cubicBezTo>
                  <a:cubicBezTo>
                    <a:pt x="929" y="14"/>
                    <a:pt x="895"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1"/>
            <p:cNvSpPr/>
            <p:nvPr/>
          </p:nvSpPr>
          <p:spPr>
            <a:xfrm>
              <a:off x="1774597" y="3168437"/>
              <a:ext cx="75175" cy="91861"/>
            </a:xfrm>
            <a:custGeom>
              <a:rect b="b" l="l" r="r" t="t"/>
              <a:pathLst>
                <a:path extrusionOk="0" h="1849" w="1513">
                  <a:moveTo>
                    <a:pt x="957" y="221"/>
                  </a:moveTo>
                  <a:cubicBezTo>
                    <a:pt x="1168" y="508"/>
                    <a:pt x="1264" y="757"/>
                    <a:pt x="1245" y="987"/>
                  </a:cubicBezTo>
                  <a:cubicBezTo>
                    <a:pt x="1225" y="1255"/>
                    <a:pt x="1034" y="1446"/>
                    <a:pt x="938" y="1542"/>
                  </a:cubicBezTo>
                  <a:cubicBezTo>
                    <a:pt x="460" y="929"/>
                    <a:pt x="843" y="374"/>
                    <a:pt x="957" y="221"/>
                  </a:cubicBezTo>
                  <a:close/>
                  <a:moveTo>
                    <a:pt x="871" y="1"/>
                  </a:moveTo>
                  <a:cubicBezTo>
                    <a:pt x="843" y="1"/>
                    <a:pt x="814" y="11"/>
                    <a:pt x="785" y="30"/>
                  </a:cubicBezTo>
                  <a:cubicBezTo>
                    <a:pt x="785" y="30"/>
                    <a:pt x="0" y="872"/>
                    <a:pt x="804" y="1810"/>
                  </a:cubicBezTo>
                  <a:cubicBezTo>
                    <a:pt x="843" y="1829"/>
                    <a:pt x="881" y="1848"/>
                    <a:pt x="900" y="1848"/>
                  </a:cubicBezTo>
                  <a:cubicBezTo>
                    <a:pt x="938" y="1848"/>
                    <a:pt x="957" y="1848"/>
                    <a:pt x="957" y="1829"/>
                  </a:cubicBezTo>
                  <a:cubicBezTo>
                    <a:pt x="977" y="1829"/>
                    <a:pt x="1379" y="1523"/>
                    <a:pt x="1455" y="1044"/>
                  </a:cubicBezTo>
                  <a:cubicBezTo>
                    <a:pt x="1513" y="738"/>
                    <a:pt x="1379" y="413"/>
                    <a:pt x="1130" y="106"/>
                  </a:cubicBezTo>
                  <a:cubicBezTo>
                    <a:pt x="1089" y="93"/>
                    <a:pt x="1058" y="79"/>
                    <a:pt x="1023" y="79"/>
                  </a:cubicBezTo>
                  <a:cubicBezTo>
                    <a:pt x="1009" y="79"/>
                    <a:pt x="993" y="82"/>
                    <a:pt x="977" y="87"/>
                  </a:cubicBezTo>
                  <a:cubicBezTo>
                    <a:pt x="977" y="68"/>
                    <a:pt x="957" y="30"/>
                    <a:pt x="957" y="30"/>
                  </a:cubicBezTo>
                  <a:cubicBezTo>
                    <a:pt x="929" y="11"/>
                    <a:pt x="900" y="1"/>
                    <a:pt x="8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1"/>
            <p:cNvSpPr/>
            <p:nvPr/>
          </p:nvSpPr>
          <p:spPr>
            <a:xfrm>
              <a:off x="1826915" y="3167493"/>
              <a:ext cx="74231" cy="91811"/>
            </a:xfrm>
            <a:custGeom>
              <a:rect b="b" l="l" r="r" t="t"/>
              <a:pathLst>
                <a:path extrusionOk="0" h="1848" w="1494">
                  <a:moveTo>
                    <a:pt x="938" y="240"/>
                  </a:moveTo>
                  <a:cubicBezTo>
                    <a:pt x="1168" y="508"/>
                    <a:pt x="1263" y="757"/>
                    <a:pt x="1225" y="1006"/>
                  </a:cubicBezTo>
                  <a:cubicBezTo>
                    <a:pt x="1187" y="1274"/>
                    <a:pt x="995" y="1465"/>
                    <a:pt x="900" y="1561"/>
                  </a:cubicBezTo>
                  <a:cubicBezTo>
                    <a:pt x="421" y="948"/>
                    <a:pt x="804" y="393"/>
                    <a:pt x="938" y="240"/>
                  </a:cubicBezTo>
                  <a:close/>
                  <a:moveTo>
                    <a:pt x="864" y="1"/>
                  </a:moveTo>
                  <a:cubicBezTo>
                    <a:pt x="833" y="1"/>
                    <a:pt x="804" y="10"/>
                    <a:pt x="785" y="30"/>
                  </a:cubicBezTo>
                  <a:cubicBezTo>
                    <a:pt x="785" y="30"/>
                    <a:pt x="0" y="872"/>
                    <a:pt x="804" y="1810"/>
                  </a:cubicBezTo>
                  <a:cubicBezTo>
                    <a:pt x="823" y="1829"/>
                    <a:pt x="881" y="1848"/>
                    <a:pt x="900" y="1848"/>
                  </a:cubicBezTo>
                  <a:cubicBezTo>
                    <a:pt x="938" y="1848"/>
                    <a:pt x="957" y="1848"/>
                    <a:pt x="957" y="1829"/>
                  </a:cubicBezTo>
                  <a:cubicBezTo>
                    <a:pt x="976" y="1829"/>
                    <a:pt x="1378" y="1523"/>
                    <a:pt x="1455" y="1044"/>
                  </a:cubicBezTo>
                  <a:cubicBezTo>
                    <a:pt x="1493" y="719"/>
                    <a:pt x="1378" y="412"/>
                    <a:pt x="1110" y="106"/>
                  </a:cubicBezTo>
                  <a:cubicBezTo>
                    <a:pt x="1084" y="93"/>
                    <a:pt x="1048" y="71"/>
                    <a:pt x="1016" y="71"/>
                  </a:cubicBezTo>
                  <a:cubicBezTo>
                    <a:pt x="1002" y="71"/>
                    <a:pt x="988" y="75"/>
                    <a:pt x="976" y="87"/>
                  </a:cubicBezTo>
                  <a:cubicBezTo>
                    <a:pt x="976" y="49"/>
                    <a:pt x="957" y="30"/>
                    <a:pt x="957" y="30"/>
                  </a:cubicBezTo>
                  <a:cubicBezTo>
                    <a:pt x="928" y="10"/>
                    <a:pt x="895" y="1"/>
                    <a:pt x="8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1"/>
            <p:cNvSpPr/>
            <p:nvPr/>
          </p:nvSpPr>
          <p:spPr>
            <a:xfrm>
              <a:off x="1879184" y="3164910"/>
              <a:ext cx="74231" cy="92507"/>
            </a:xfrm>
            <a:custGeom>
              <a:rect b="b" l="l" r="r" t="t"/>
              <a:pathLst>
                <a:path extrusionOk="0" h="1862" w="1494">
                  <a:moveTo>
                    <a:pt x="939" y="254"/>
                  </a:moveTo>
                  <a:cubicBezTo>
                    <a:pt x="1168" y="522"/>
                    <a:pt x="1264" y="771"/>
                    <a:pt x="1226" y="1019"/>
                  </a:cubicBezTo>
                  <a:cubicBezTo>
                    <a:pt x="1188" y="1287"/>
                    <a:pt x="996" y="1479"/>
                    <a:pt x="900" y="1575"/>
                  </a:cubicBezTo>
                  <a:cubicBezTo>
                    <a:pt x="422" y="943"/>
                    <a:pt x="805" y="388"/>
                    <a:pt x="939" y="254"/>
                  </a:cubicBezTo>
                  <a:close/>
                  <a:moveTo>
                    <a:pt x="872" y="0"/>
                  </a:moveTo>
                  <a:cubicBezTo>
                    <a:pt x="843" y="0"/>
                    <a:pt x="814" y="15"/>
                    <a:pt x="786" y="43"/>
                  </a:cubicBezTo>
                  <a:cubicBezTo>
                    <a:pt x="786" y="43"/>
                    <a:pt x="1" y="866"/>
                    <a:pt x="805" y="1804"/>
                  </a:cubicBezTo>
                  <a:cubicBezTo>
                    <a:pt x="843" y="1823"/>
                    <a:pt x="881" y="1862"/>
                    <a:pt x="900" y="1862"/>
                  </a:cubicBezTo>
                  <a:cubicBezTo>
                    <a:pt x="939" y="1862"/>
                    <a:pt x="958" y="1862"/>
                    <a:pt x="958" y="1823"/>
                  </a:cubicBezTo>
                  <a:cubicBezTo>
                    <a:pt x="977" y="1823"/>
                    <a:pt x="1379" y="1517"/>
                    <a:pt x="1456" y="1039"/>
                  </a:cubicBezTo>
                  <a:cubicBezTo>
                    <a:pt x="1494" y="732"/>
                    <a:pt x="1379" y="426"/>
                    <a:pt x="1111" y="101"/>
                  </a:cubicBezTo>
                  <a:cubicBezTo>
                    <a:pt x="1084" y="87"/>
                    <a:pt x="1047" y="74"/>
                    <a:pt x="1015" y="74"/>
                  </a:cubicBezTo>
                  <a:cubicBezTo>
                    <a:pt x="1001" y="74"/>
                    <a:pt x="988" y="76"/>
                    <a:pt x="977" y="82"/>
                  </a:cubicBezTo>
                  <a:cubicBezTo>
                    <a:pt x="977" y="62"/>
                    <a:pt x="958" y="43"/>
                    <a:pt x="958" y="43"/>
                  </a:cubicBezTo>
                  <a:cubicBezTo>
                    <a:pt x="929" y="15"/>
                    <a:pt x="900" y="0"/>
                    <a:pt x="8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1"/>
            <p:cNvSpPr/>
            <p:nvPr/>
          </p:nvSpPr>
          <p:spPr>
            <a:xfrm>
              <a:off x="1925789" y="3164910"/>
              <a:ext cx="74231" cy="92507"/>
            </a:xfrm>
            <a:custGeom>
              <a:rect b="b" l="l" r="r" t="t"/>
              <a:pathLst>
                <a:path extrusionOk="0" h="1862" w="1494">
                  <a:moveTo>
                    <a:pt x="958" y="254"/>
                  </a:moveTo>
                  <a:cubicBezTo>
                    <a:pt x="1168" y="522"/>
                    <a:pt x="1264" y="771"/>
                    <a:pt x="1245" y="1019"/>
                  </a:cubicBezTo>
                  <a:cubicBezTo>
                    <a:pt x="1207" y="1287"/>
                    <a:pt x="1015" y="1479"/>
                    <a:pt x="920" y="1575"/>
                  </a:cubicBezTo>
                  <a:cubicBezTo>
                    <a:pt x="441" y="943"/>
                    <a:pt x="824" y="388"/>
                    <a:pt x="958" y="254"/>
                  </a:cubicBezTo>
                  <a:close/>
                  <a:moveTo>
                    <a:pt x="864" y="0"/>
                  </a:moveTo>
                  <a:cubicBezTo>
                    <a:pt x="833" y="0"/>
                    <a:pt x="805" y="15"/>
                    <a:pt x="786" y="43"/>
                  </a:cubicBezTo>
                  <a:cubicBezTo>
                    <a:pt x="786" y="43"/>
                    <a:pt x="1" y="866"/>
                    <a:pt x="805" y="1804"/>
                  </a:cubicBezTo>
                  <a:cubicBezTo>
                    <a:pt x="824" y="1823"/>
                    <a:pt x="881" y="1862"/>
                    <a:pt x="900" y="1862"/>
                  </a:cubicBezTo>
                  <a:cubicBezTo>
                    <a:pt x="920" y="1862"/>
                    <a:pt x="958" y="1862"/>
                    <a:pt x="958" y="1823"/>
                  </a:cubicBezTo>
                  <a:cubicBezTo>
                    <a:pt x="977" y="1823"/>
                    <a:pt x="1379" y="1517"/>
                    <a:pt x="1455" y="1039"/>
                  </a:cubicBezTo>
                  <a:cubicBezTo>
                    <a:pt x="1494" y="732"/>
                    <a:pt x="1379" y="426"/>
                    <a:pt x="1111" y="101"/>
                  </a:cubicBezTo>
                  <a:cubicBezTo>
                    <a:pt x="1084" y="87"/>
                    <a:pt x="1047" y="74"/>
                    <a:pt x="1015" y="74"/>
                  </a:cubicBezTo>
                  <a:cubicBezTo>
                    <a:pt x="1001" y="74"/>
                    <a:pt x="988" y="76"/>
                    <a:pt x="977" y="82"/>
                  </a:cubicBezTo>
                  <a:cubicBezTo>
                    <a:pt x="977" y="62"/>
                    <a:pt x="958" y="43"/>
                    <a:pt x="958" y="43"/>
                  </a:cubicBezTo>
                  <a:cubicBezTo>
                    <a:pt x="929" y="15"/>
                    <a:pt x="896"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1"/>
            <p:cNvSpPr/>
            <p:nvPr/>
          </p:nvSpPr>
          <p:spPr>
            <a:xfrm>
              <a:off x="1583457" y="1694896"/>
              <a:ext cx="516434" cy="600202"/>
            </a:xfrm>
            <a:custGeom>
              <a:rect b="b" l="l" r="r" t="t"/>
              <a:pathLst>
                <a:path extrusionOk="0" h="12081" w="10394">
                  <a:moveTo>
                    <a:pt x="8631" y="1"/>
                  </a:moveTo>
                  <a:cubicBezTo>
                    <a:pt x="7254" y="1"/>
                    <a:pt x="1493" y="443"/>
                    <a:pt x="1493" y="443"/>
                  </a:cubicBezTo>
                  <a:lnTo>
                    <a:pt x="0" y="1457"/>
                  </a:lnTo>
                  <a:lnTo>
                    <a:pt x="421" y="11487"/>
                  </a:lnTo>
                  <a:lnTo>
                    <a:pt x="2737" y="12080"/>
                  </a:lnTo>
                  <a:lnTo>
                    <a:pt x="8326" y="12042"/>
                  </a:lnTo>
                  <a:lnTo>
                    <a:pt x="10240" y="11200"/>
                  </a:lnTo>
                  <a:lnTo>
                    <a:pt x="10394" y="1266"/>
                  </a:lnTo>
                  <a:cubicBezTo>
                    <a:pt x="10394" y="1266"/>
                    <a:pt x="9111" y="194"/>
                    <a:pt x="8920" y="22"/>
                  </a:cubicBezTo>
                  <a:cubicBezTo>
                    <a:pt x="8899" y="7"/>
                    <a:pt x="8797" y="1"/>
                    <a:pt x="86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1"/>
            <p:cNvSpPr/>
            <p:nvPr/>
          </p:nvSpPr>
          <p:spPr>
            <a:xfrm>
              <a:off x="1749853" y="1791923"/>
              <a:ext cx="214990" cy="468944"/>
            </a:xfrm>
            <a:custGeom>
              <a:rect b="b" l="l" r="r" t="t"/>
              <a:pathLst>
                <a:path extrusionOk="0" h="9439" w="4327">
                  <a:moveTo>
                    <a:pt x="2226" y="1"/>
                  </a:moveTo>
                  <a:cubicBezTo>
                    <a:pt x="1572" y="1"/>
                    <a:pt x="1" y="1055"/>
                    <a:pt x="1" y="1055"/>
                  </a:cubicBezTo>
                  <a:lnTo>
                    <a:pt x="96" y="9438"/>
                  </a:lnTo>
                  <a:lnTo>
                    <a:pt x="4327" y="9285"/>
                  </a:lnTo>
                  <a:lnTo>
                    <a:pt x="4269" y="997"/>
                  </a:lnTo>
                  <a:cubicBezTo>
                    <a:pt x="4269" y="997"/>
                    <a:pt x="3197" y="79"/>
                    <a:pt x="2259" y="2"/>
                  </a:cubicBezTo>
                  <a:cubicBezTo>
                    <a:pt x="2248" y="1"/>
                    <a:pt x="2237" y="1"/>
                    <a:pt x="22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1"/>
            <p:cNvSpPr/>
            <p:nvPr/>
          </p:nvSpPr>
          <p:spPr>
            <a:xfrm>
              <a:off x="1614809" y="1813882"/>
              <a:ext cx="98974" cy="440327"/>
            </a:xfrm>
            <a:custGeom>
              <a:rect b="b" l="l" r="r" t="t"/>
              <a:pathLst>
                <a:path extrusionOk="0" h="8863" w="1992">
                  <a:moveTo>
                    <a:pt x="881" y="0"/>
                  </a:moveTo>
                  <a:cubicBezTo>
                    <a:pt x="403" y="0"/>
                    <a:pt x="1" y="976"/>
                    <a:pt x="1" y="976"/>
                  </a:cubicBezTo>
                  <a:lnTo>
                    <a:pt x="479" y="8537"/>
                  </a:lnTo>
                  <a:lnTo>
                    <a:pt x="1991" y="8862"/>
                  </a:lnTo>
                  <a:lnTo>
                    <a:pt x="1915" y="689"/>
                  </a:lnTo>
                  <a:cubicBezTo>
                    <a:pt x="1915" y="689"/>
                    <a:pt x="1360" y="0"/>
                    <a:pt x="8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1"/>
            <p:cNvSpPr/>
            <p:nvPr/>
          </p:nvSpPr>
          <p:spPr>
            <a:xfrm>
              <a:off x="1988591" y="1788843"/>
              <a:ext cx="82777" cy="459653"/>
            </a:xfrm>
            <a:custGeom>
              <a:rect b="b" l="l" r="r" t="t"/>
              <a:pathLst>
                <a:path extrusionOk="0" h="9252" w="1666">
                  <a:moveTo>
                    <a:pt x="846" y="1"/>
                  </a:moveTo>
                  <a:cubicBezTo>
                    <a:pt x="563" y="1"/>
                    <a:pt x="0" y="1021"/>
                    <a:pt x="0" y="1021"/>
                  </a:cubicBezTo>
                  <a:lnTo>
                    <a:pt x="77" y="9251"/>
                  </a:lnTo>
                  <a:lnTo>
                    <a:pt x="1665" y="8620"/>
                  </a:lnTo>
                  <a:lnTo>
                    <a:pt x="1665" y="1059"/>
                  </a:lnTo>
                  <a:cubicBezTo>
                    <a:pt x="1665" y="1059"/>
                    <a:pt x="1397" y="217"/>
                    <a:pt x="881" y="7"/>
                  </a:cubicBezTo>
                  <a:cubicBezTo>
                    <a:pt x="869" y="3"/>
                    <a:pt x="858" y="1"/>
                    <a:pt x="8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1"/>
            <p:cNvSpPr/>
            <p:nvPr/>
          </p:nvSpPr>
          <p:spPr>
            <a:xfrm>
              <a:off x="1733706" y="2004062"/>
              <a:ext cx="250168" cy="15252"/>
            </a:xfrm>
            <a:custGeom>
              <a:rect b="b" l="l" r="r" t="t"/>
              <a:pathLst>
                <a:path extrusionOk="0" h="307" w="5035">
                  <a:moveTo>
                    <a:pt x="4920" y="0"/>
                  </a:moveTo>
                  <a:lnTo>
                    <a:pt x="134" y="77"/>
                  </a:lnTo>
                  <a:cubicBezTo>
                    <a:pt x="58" y="77"/>
                    <a:pt x="0" y="115"/>
                    <a:pt x="0" y="192"/>
                  </a:cubicBezTo>
                  <a:cubicBezTo>
                    <a:pt x="0" y="268"/>
                    <a:pt x="58" y="307"/>
                    <a:pt x="134" y="307"/>
                  </a:cubicBezTo>
                  <a:lnTo>
                    <a:pt x="4920" y="249"/>
                  </a:lnTo>
                  <a:cubicBezTo>
                    <a:pt x="4977" y="249"/>
                    <a:pt x="5034" y="192"/>
                    <a:pt x="5034" y="115"/>
                  </a:cubicBezTo>
                  <a:cubicBezTo>
                    <a:pt x="5034" y="58"/>
                    <a:pt x="4977" y="0"/>
                    <a:pt x="492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1"/>
            <p:cNvSpPr/>
            <p:nvPr/>
          </p:nvSpPr>
          <p:spPr>
            <a:xfrm>
              <a:off x="1611977" y="1994324"/>
              <a:ext cx="109408" cy="27822"/>
            </a:xfrm>
            <a:custGeom>
              <a:rect b="b" l="l" r="r" t="t"/>
              <a:pathLst>
                <a:path extrusionOk="0" h="560" w="2202">
                  <a:moveTo>
                    <a:pt x="123" y="0"/>
                  </a:moveTo>
                  <a:cubicBezTo>
                    <a:pt x="72" y="0"/>
                    <a:pt x="20" y="37"/>
                    <a:pt x="20" y="101"/>
                  </a:cubicBezTo>
                  <a:cubicBezTo>
                    <a:pt x="0" y="177"/>
                    <a:pt x="39" y="254"/>
                    <a:pt x="115" y="254"/>
                  </a:cubicBezTo>
                  <a:lnTo>
                    <a:pt x="2048" y="560"/>
                  </a:lnTo>
                  <a:cubicBezTo>
                    <a:pt x="2125" y="560"/>
                    <a:pt x="2163" y="503"/>
                    <a:pt x="2163" y="464"/>
                  </a:cubicBezTo>
                  <a:cubicBezTo>
                    <a:pt x="2202" y="388"/>
                    <a:pt x="2144" y="311"/>
                    <a:pt x="2068" y="311"/>
                  </a:cubicBezTo>
                  <a:lnTo>
                    <a:pt x="153" y="5"/>
                  </a:lnTo>
                  <a:cubicBezTo>
                    <a:pt x="144" y="2"/>
                    <a:pt x="133" y="0"/>
                    <a:pt x="123"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1"/>
            <p:cNvSpPr/>
            <p:nvPr/>
          </p:nvSpPr>
          <p:spPr>
            <a:xfrm>
              <a:off x="1970506" y="1959945"/>
              <a:ext cx="118898" cy="56538"/>
            </a:xfrm>
            <a:custGeom>
              <a:rect b="b" l="l" r="r" t="t"/>
              <a:pathLst>
                <a:path extrusionOk="0" h="1138" w="2393">
                  <a:moveTo>
                    <a:pt x="2231" y="1"/>
                  </a:moveTo>
                  <a:cubicBezTo>
                    <a:pt x="2216" y="1"/>
                    <a:pt x="2200" y="3"/>
                    <a:pt x="2182" y="8"/>
                  </a:cubicBezTo>
                  <a:lnTo>
                    <a:pt x="96" y="888"/>
                  </a:lnTo>
                  <a:cubicBezTo>
                    <a:pt x="20" y="946"/>
                    <a:pt x="0" y="984"/>
                    <a:pt x="20" y="1061"/>
                  </a:cubicBezTo>
                  <a:cubicBezTo>
                    <a:pt x="58" y="1099"/>
                    <a:pt x="96" y="1137"/>
                    <a:pt x="154" y="1137"/>
                  </a:cubicBezTo>
                  <a:lnTo>
                    <a:pt x="192" y="1137"/>
                  </a:lnTo>
                  <a:lnTo>
                    <a:pt x="2278" y="238"/>
                  </a:lnTo>
                  <a:cubicBezTo>
                    <a:pt x="2355" y="199"/>
                    <a:pt x="2393" y="142"/>
                    <a:pt x="2355" y="84"/>
                  </a:cubicBezTo>
                  <a:cubicBezTo>
                    <a:pt x="2311" y="26"/>
                    <a:pt x="2278" y="1"/>
                    <a:pt x="223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1"/>
            <p:cNvSpPr/>
            <p:nvPr/>
          </p:nvSpPr>
          <p:spPr>
            <a:xfrm>
              <a:off x="2025657" y="1716855"/>
              <a:ext cx="25737" cy="543068"/>
            </a:xfrm>
            <a:custGeom>
              <a:rect b="b" l="l" r="r" t="t"/>
              <a:pathLst>
                <a:path extrusionOk="0" h="10931" w="518">
                  <a:moveTo>
                    <a:pt x="115" y="1"/>
                  </a:moveTo>
                  <a:cubicBezTo>
                    <a:pt x="39" y="1"/>
                    <a:pt x="1" y="39"/>
                    <a:pt x="1" y="116"/>
                  </a:cubicBezTo>
                  <a:lnTo>
                    <a:pt x="288" y="10815"/>
                  </a:lnTo>
                  <a:cubicBezTo>
                    <a:pt x="288" y="10873"/>
                    <a:pt x="326" y="10930"/>
                    <a:pt x="402" y="10930"/>
                  </a:cubicBezTo>
                  <a:cubicBezTo>
                    <a:pt x="441" y="10930"/>
                    <a:pt x="517" y="10854"/>
                    <a:pt x="517" y="10815"/>
                  </a:cubicBezTo>
                  <a:lnTo>
                    <a:pt x="230" y="116"/>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1"/>
            <p:cNvSpPr/>
            <p:nvPr/>
          </p:nvSpPr>
          <p:spPr>
            <a:xfrm>
              <a:off x="1648098" y="1738765"/>
              <a:ext cx="44767" cy="532536"/>
            </a:xfrm>
            <a:custGeom>
              <a:rect b="b" l="l" r="r" t="t"/>
              <a:pathLst>
                <a:path extrusionOk="0" h="10719" w="901">
                  <a:moveTo>
                    <a:pt x="135" y="0"/>
                  </a:moveTo>
                  <a:cubicBezTo>
                    <a:pt x="58" y="0"/>
                    <a:pt x="1" y="58"/>
                    <a:pt x="1" y="134"/>
                  </a:cubicBezTo>
                  <a:lnTo>
                    <a:pt x="651" y="10604"/>
                  </a:lnTo>
                  <a:cubicBezTo>
                    <a:pt x="651" y="10681"/>
                    <a:pt x="690" y="10719"/>
                    <a:pt x="766" y="10719"/>
                  </a:cubicBezTo>
                  <a:cubicBezTo>
                    <a:pt x="843" y="10719"/>
                    <a:pt x="900" y="10661"/>
                    <a:pt x="900" y="10604"/>
                  </a:cubicBezTo>
                  <a:lnTo>
                    <a:pt x="250" y="134"/>
                  </a:lnTo>
                  <a:cubicBezTo>
                    <a:pt x="250" y="58"/>
                    <a:pt x="192" y="0"/>
                    <a:pt x="13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1"/>
            <p:cNvSpPr/>
            <p:nvPr/>
          </p:nvSpPr>
          <p:spPr>
            <a:xfrm>
              <a:off x="1850665" y="1709254"/>
              <a:ext cx="23849" cy="568704"/>
            </a:xfrm>
            <a:custGeom>
              <a:rect b="b" l="l" r="r" t="t"/>
              <a:pathLst>
                <a:path extrusionOk="0" h="11447" w="480">
                  <a:moveTo>
                    <a:pt x="116" y="1"/>
                  </a:moveTo>
                  <a:cubicBezTo>
                    <a:pt x="39" y="1"/>
                    <a:pt x="1" y="58"/>
                    <a:pt x="1" y="116"/>
                  </a:cubicBezTo>
                  <a:lnTo>
                    <a:pt x="230" y="11313"/>
                  </a:lnTo>
                  <a:cubicBezTo>
                    <a:pt x="230" y="11389"/>
                    <a:pt x="288" y="11447"/>
                    <a:pt x="364" y="11447"/>
                  </a:cubicBezTo>
                  <a:cubicBezTo>
                    <a:pt x="422" y="11447"/>
                    <a:pt x="479" y="11370"/>
                    <a:pt x="479" y="11313"/>
                  </a:cubicBezTo>
                  <a:lnTo>
                    <a:pt x="230" y="116"/>
                  </a:lnTo>
                  <a:cubicBezTo>
                    <a:pt x="23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1"/>
            <p:cNvSpPr/>
            <p:nvPr/>
          </p:nvSpPr>
          <p:spPr>
            <a:xfrm>
              <a:off x="1555882" y="1637018"/>
              <a:ext cx="584901" cy="136972"/>
            </a:xfrm>
            <a:custGeom>
              <a:rect b="b" l="l" r="r" t="t"/>
              <a:pathLst>
                <a:path extrusionOk="0" h="2757" w="11772">
                  <a:moveTo>
                    <a:pt x="9857" y="0"/>
                  </a:moveTo>
                  <a:lnTo>
                    <a:pt x="1436" y="421"/>
                  </a:lnTo>
                  <a:lnTo>
                    <a:pt x="0" y="2756"/>
                  </a:lnTo>
                  <a:lnTo>
                    <a:pt x="0" y="2756"/>
                  </a:lnTo>
                  <a:lnTo>
                    <a:pt x="11772" y="2393"/>
                  </a:lnTo>
                  <a:lnTo>
                    <a:pt x="98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9" name="Google Shape;1109;p31"/>
            <p:cNvGrpSpPr/>
            <p:nvPr/>
          </p:nvGrpSpPr>
          <p:grpSpPr>
            <a:xfrm>
              <a:off x="1566316" y="2188776"/>
              <a:ext cx="588727" cy="187150"/>
              <a:chOff x="1531042" y="1873125"/>
              <a:chExt cx="508707" cy="161727"/>
            </a:xfrm>
          </p:grpSpPr>
          <p:sp>
            <p:nvSpPr>
              <p:cNvPr id="1110" name="Google Shape;1110;p31"/>
              <p:cNvSpPr/>
              <p:nvPr/>
            </p:nvSpPr>
            <p:spPr>
              <a:xfrm>
                <a:off x="1531858" y="1873125"/>
                <a:ext cx="507891" cy="161727"/>
              </a:xfrm>
              <a:custGeom>
                <a:rect b="b" l="l" r="r" t="t"/>
                <a:pathLst>
                  <a:path extrusionOk="0" h="3767" w="11830">
                    <a:moveTo>
                      <a:pt x="11083" y="321"/>
                    </a:moveTo>
                    <a:lnTo>
                      <a:pt x="11562" y="1891"/>
                    </a:lnTo>
                    <a:lnTo>
                      <a:pt x="8997" y="3364"/>
                    </a:lnTo>
                    <a:lnTo>
                      <a:pt x="3293" y="3537"/>
                    </a:lnTo>
                    <a:lnTo>
                      <a:pt x="288" y="2484"/>
                    </a:lnTo>
                    <a:lnTo>
                      <a:pt x="441" y="1125"/>
                    </a:lnTo>
                    <a:lnTo>
                      <a:pt x="3293" y="2025"/>
                    </a:lnTo>
                    <a:lnTo>
                      <a:pt x="3331" y="2025"/>
                    </a:lnTo>
                    <a:lnTo>
                      <a:pt x="8671" y="1757"/>
                    </a:lnTo>
                    <a:cubicBezTo>
                      <a:pt x="8671" y="1757"/>
                      <a:pt x="8691" y="1737"/>
                      <a:pt x="8710" y="1737"/>
                    </a:cubicBezTo>
                    <a:lnTo>
                      <a:pt x="11083" y="321"/>
                    </a:lnTo>
                    <a:close/>
                    <a:moveTo>
                      <a:pt x="11157" y="0"/>
                    </a:moveTo>
                    <a:cubicBezTo>
                      <a:pt x="11141" y="0"/>
                      <a:pt x="11121" y="5"/>
                      <a:pt x="11102" y="15"/>
                    </a:cubicBezTo>
                    <a:lnTo>
                      <a:pt x="8652" y="1489"/>
                    </a:lnTo>
                    <a:lnTo>
                      <a:pt x="3350" y="1757"/>
                    </a:lnTo>
                    <a:lnTo>
                      <a:pt x="384" y="800"/>
                    </a:lnTo>
                    <a:cubicBezTo>
                      <a:pt x="364" y="800"/>
                      <a:pt x="307" y="800"/>
                      <a:pt x="288" y="838"/>
                    </a:cubicBezTo>
                    <a:cubicBezTo>
                      <a:pt x="269" y="857"/>
                      <a:pt x="250" y="895"/>
                      <a:pt x="250" y="933"/>
                    </a:cubicBezTo>
                    <a:lnTo>
                      <a:pt x="20" y="2560"/>
                    </a:lnTo>
                    <a:cubicBezTo>
                      <a:pt x="1" y="2599"/>
                      <a:pt x="58" y="2637"/>
                      <a:pt x="96" y="2675"/>
                    </a:cubicBezTo>
                    <a:lnTo>
                      <a:pt x="3216" y="3766"/>
                    </a:lnTo>
                    <a:lnTo>
                      <a:pt x="3255" y="3766"/>
                    </a:lnTo>
                    <a:lnTo>
                      <a:pt x="9035" y="3575"/>
                    </a:lnTo>
                    <a:cubicBezTo>
                      <a:pt x="9035" y="3575"/>
                      <a:pt x="9054" y="3556"/>
                      <a:pt x="9073" y="3556"/>
                    </a:cubicBezTo>
                    <a:lnTo>
                      <a:pt x="11753" y="2025"/>
                    </a:lnTo>
                    <a:cubicBezTo>
                      <a:pt x="11811" y="2005"/>
                      <a:pt x="11830" y="1929"/>
                      <a:pt x="11811" y="1891"/>
                    </a:cubicBezTo>
                    <a:lnTo>
                      <a:pt x="11275" y="91"/>
                    </a:lnTo>
                    <a:cubicBezTo>
                      <a:pt x="11275" y="53"/>
                      <a:pt x="11236" y="34"/>
                      <a:pt x="11198" y="15"/>
                    </a:cubicBezTo>
                    <a:cubicBezTo>
                      <a:pt x="11188" y="5"/>
                      <a:pt x="11174" y="0"/>
                      <a:pt x="111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1"/>
              <p:cNvSpPr/>
              <p:nvPr/>
            </p:nvSpPr>
            <p:spPr>
              <a:xfrm>
                <a:off x="1670743" y="1950145"/>
                <a:ext cx="12365" cy="84706"/>
              </a:xfrm>
              <a:custGeom>
                <a:rect b="b" l="l" r="r" t="t"/>
                <a:pathLst>
                  <a:path extrusionOk="0" h="1973" w="288">
                    <a:moveTo>
                      <a:pt x="115" y="1"/>
                    </a:moveTo>
                    <a:cubicBezTo>
                      <a:pt x="58" y="1"/>
                      <a:pt x="1" y="39"/>
                      <a:pt x="1" y="116"/>
                    </a:cubicBezTo>
                    <a:lnTo>
                      <a:pt x="58" y="1857"/>
                    </a:lnTo>
                    <a:cubicBezTo>
                      <a:pt x="58" y="1934"/>
                      <a:pt x="96" y="1972"/>
                      <a:pt x="173" y="1972"/>
                    </a:cubicBezTo>
                    <a:cubicBezTo>
                      <a:pt x="249" y="1972"/>
                      <a:pt x="288" y="1915"/>
                      <a:pt x="288" y="1857"/>
                    </a:cubicBezTo>
                    <a:lnTo>
                      <a:pt x="249" y="116"/>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1"/>
              <p:cNvSpPr/>
              <p:nvPr/>
            </p:nvSpPr>
            <p:spPr>
              <a:xfrm>
                <a:off x="1899185" y="1937824"/>
                <a:ext cx="26361" cy="88784"/>
              </a:xfrm>
              <a:custGeom>
                <a:rect b="b" l="l" r="r" t="t"/>
                <a:pathLst>
                  <a:path extrusionOk="0" h="2068" w="614">
                    <a:moveTo>
                      <a:pt x="115" y="1"/>
                    </a:moveTo>
                    <a:cubicBezTo>
                      <a:pt x="39" y="20"/>
                      <a:pt x="1" y="58"/>
                      <a:pt x="20" y="135"/>
                    </a:cubicBezTo>
                    <a:lnTo>
                      <a:pt x="383" y="1972"/>
                    </a:lnTo>
                    <a:cubicBezTo>
                      <a:pt x="403" y="2030"/>
                      <a:pt x="441" y="2068"/>
                      <a:pt x="498" y="2068"/>
                    </a:cubicBezTo>
                    <a:cubicBezTo>
                      <a:pt x="594" y="2068"/>
                      <a:pt x="613" y="2010"/>
                      <a:pt x="613" y="1934"/>
                    </a:cubicBezTo>
                    <a:lnTo>
                      <a:pt x="249" y="96"/>
                    </a:lnTo>
                    <a:cubicBezTo>
                      <a:pt x="230" y="20"/>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1"/>
              <p:cNvSpPr/>
              <p:nvPr/>
            </p:nvSpPr>
            <p:spPr>
              <a:xfrm>
                <a:off x="1531042" y="1917044"/>
                <a:ext cx="72341" cy="75905"/>
              </a:xfrm>
              <a:custGeom>
                <a:rect b="b" l="l" r="r" t="t"/>
                <a:pathLst>
                  <a:path extrusionOk="0" h="1768" w="1685">
                    <a:moveTo>
                      <a:pt x="1034" y="217"/>
                    </a:moveTo>
                    <a:lnTo>
                      <a:pt x="1034" y="217"/>
                    </a:lnTo>
                    <a:cubicBezTo>
                      <a:pt x="1302" y="906"/>
                      <a:pt x="996" y="1289"/>
                      <a:pt x="843" y="1461"/>
                    </a:cubicBezTo>
                    <a:cubicBezTo>
                      <a:pt x="403" y="638"/>
                      <a:pt x="977" y="236"/>
                      <a:pt x="1034" y="217"/>
                    </a:cubicBezTo>
                    <a:close/>
                    <a:moveTo>
                      <a:pt x="958" y="0"/>
                    </a:moveTo>
                    <a:cubicBezTo>
                      <a:pt x="932" y="0"/>
                      <a:pt x="905" y="9"/>
                      <a:pt x="881" y="25"/>
                    </a:cubicBezTo>
                    <a:cubicBezTo>
                      <a:pt x="881" y="25"/>
                      <a:pt x="1" y="600"/>
                      <a:pt x="690" y="1691"/>
                    </a:cubicBezTo>
                    <a:cubicBezTo>
                      <a:pt x="728" y="1710"/>
                      <a:pt x="747" y="1748"/>
                      <a:pt x="785" y="1748"/>
                    </a:cubicBezTo>
                    <a:cubicBezTo>
                      <a:pt x="824" y="1748"/>
                      <a:pt x="843" y="1748"/>
                      <a:pt x="862" y="1767"/>
                    </a:cubicBezTo>
                    <a:cubicBezTo>
                      <a:pt x="862" y="1767"/>
                      <a:pt x="1685" y="1269"/>
                      <a:pt x="1245" y="178"/>
                    </a:cubicBezTo>
                    <a:cubicBezTo>
                      <a:pt x="1231" y="137"/>
                      <a:pt x="1197" y="106"/>
                      <a:pt x="1158" y="106"/>
                    </a:cubicBezTo>
                    <a:cubicBezTo>
                      <a:pt x="1143" y="106"/>
                      <a:pt x="1127" y="110"/>
                      <a:pt x="1111" y="121"/>
                    </a:cubicBezTo>
                    <a:lnTo>
                      <a:pt x="1072" y="121"/>
                    </a:lnTo>
                    <a:cubicBezTo>
                      <a:pt x="1072" y="102"/>
                      <a:pt x="1053" y="102"/>
                      <a:pt x="1053" y="64"/>
                    </a:cubicBezTo>
                    <a:cubicBezTo>
                      <a:pt x="1031" y="19"/>
                      <a:pt x="995" y="0"/>
                      <a:pt x="9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1"/>
              <p:cNvSpPr/>
              <p:nvPr/>
            </p:nvSpPr>
            <p:spPr>
              <a:xfrm>
                <a:off x="1568007" y="1929967"/>
                <a:ext cx="72384" cy="75304"/>
              </a:xfrm>
              <a:custGeom>
                <a:rect b="b" l="l" r="r" t="t"/>
                <a:pathLst>
                  <a:path extrusionOk="0" h="1754" w="1686">
                    <a:moveTo>
                      <a:pt x="1035" y="184"/>
                    </a:moveTo>
                    <a:cubicBezTo>
                      <a:pt x="1303" y="892"/>
                      <a:pt x="1015" y="1275"/>
                      <a:pt x="843" y="1428"/>
                    </a:cubicBezTo>
                    <a:cubicBezTo>
                      <a:pt x="403" y="605"/>
                      <a:pt x="977" y="203"/>
                      <a:pt x="1035" y="184"/>
                    </a:cubicBezTo>
                    <a:close/>
                    <a:moveTo>
                      <a:pt x="949" y="0"/>
                    </a:moveTo>
                    <a:cubicBezTo>
                      <a:pt x="926" y="0"/>
                      <a:pt x="902" y="4"/>
                      <a:pt x="881" y="11"/>
                    </a:cubicBezTo>
                    <a:cubicBezTo>
                      <a:pt x="881" y="11"/>
                      <a:pt x="1" y="586"/>
                      <a:pt x="690" y="1677"/>
                    </a:cubicBezTo>
                    <a:cubicBezTo>
                      <a:pt x="728" y="1715"/>
                      <a:pt x="747" y="1734"/>
                      <a:pt x="786" y="1734"/>
                    </a:cubicBezTo>
                    <a:cubicBezTo>
                      <a:pt x="805" y="1734"/>
                      <a:pt x="819" y="1729"/>
                      <a:pt x="831" y="1729"/>
                    </a:cubicBezTo>
                    <a:cubicBezTo>
                      <a:pt x="843" y="1729"/>
                      <a:pt x="853" y="1734"/>
                      <a:pt x="862" y="1753"/>
                    </a:cubicBezTo>
                    <a:cubicBezTo>
                      <a:pt x="862" y="1753"/>
                      <a:pt x="1685" y="1256"/>
                      <a:pt x="1245" y="184"/>
                    </a:cubicBezTo>
                    <a:cubicBezTo>
                      <a:pt x="1230" y="125"/>
                      <a:pt x="1194" y="100"/>
                      <a:pt x="1143" y="100"/>
                    </a:cubicBezTo>
                    <a:cubicBezTo>
                      <a:pt x="1127" y="100"/>
                      <a:pt x="1110" y="103"/>
                      <a:pt x="1092" y="107"/>
                    </a:cubicBezTo>
                    <a:lnTo>
                      <a:pt x="1073" y="107"/>
                    </a:lnTo>
                    <a:cubicBezTo>
                      <a:pt x="1073" y="88"/>
                      <a:pt x="1054" y="88"/>
                      <a:pt x="1054" y="50"/>
                    </a:cubicBezTo>
                    <a:cubicBezTo>
                      <a:pt x="1029" y="13"/>
                      <a:pt x="990" y="0"/>
                      <a:pt x="9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1"/>
              <p:cNvSpPr/>
              <p:nvPr/>
            </p:nvSpPr>
            <p:spPr>
              <a:xfrm>
                <a:off x="1605014" y="1940442"/>
                <a:ext cx="72341" cy="77150"/>
              </a:xfrm>
              <a:custGeom>
                <a:rect b="b" l="l" r="r" t="t"/>
                <a:pathLst>
                  <a:path extrusionOk="0" h="1797" w="1685">
                    <a:moveTo>
                      <a:pt x="1015" y="227"/>
                    </a:moveTo>
                    <a:lnTo>
                      <a:pt x="1015" y="227"/>
                    </a:lnTo>
                    <a:cubicBezTo>
                      <a:pt x="1302" y="935"/>
                      <a:pt x="1015" y="1337"/>
                      <a:pt x="823" y="1490"/>
                    </a:cubicBezTo>
                    <a:cubicBezTo>
                      <a:pt x="383" y="667"/>
                      <a:pt x="957" y="265"/>
                      <a:pt x="1015" y="227"/>
                    </a:cubicBezTo>
                    <a:close/>
                    <a:moveTo>
                      <a:pt x="959" y="1"/>
                    </a:moveTo>
                    <a:cubicBezTo>
                      <a:pt x="932" y="1"/>
                      <a:pt x="905" y="11"/>
                      <a:pt x="881" y="35"/>
                    </a:cubicBezTo>
                    <a:cubicBezTo>
                      <a:pt x="881" y="35"/>
                      <a:pt x="0" y="629"/>
                      <a:pt x="689" y="1758"/>
                    </a:cubicBezTo>
                    <a:cubicBezTo>
                      <a:pt x="728" y="1777"/>
                      <a:pt x="747" y="1796"/>
                      <a:pt x="766" y="1796"/>
                    </a:cubicBezTo>
                    <a:lnTo>
                      <a:pt x="862" y="1796"/>
                    </a:lnTo>
                    <a:cubicBezTo>
                      <a:pt x="862" y="1796"/>
                      <a:pt x="1685" y="1280"/>
                      <a:pt x="1244" y="169"/>
                    </a:cubicBezTo>
                    <a:cubicBezTo>
                      <a:pt x="1230" y="111"/>
                      <a:pt x="1193" y="86"/>
                      <a:pt x="1142" y="86"/>
                    </a:cubicBezTo>
                    <a:cubicBezTo>
                      <a:pt x="1126" y="86"/>
                      <a:pt x="1109" y="88"/>
                      <a:pt x="1091" y="93"/>
                    </a:cubicBezTo>
                    <a:lnTo>
                      <a:pt x="1072" y="93"/>
                    </a:lnTo>
                    <a:cubicBezTo>
                      <a:pt x="1072" y="74"/>
                      <a:pt x="1053" y="74"/>
                      <a:pt x="1053" y="55"/>
                    </a:cubicBezTo>
                    <a:cubicBezTo>
                      <a:pt x="1031" y="21"/>
                      <a:pt x="996" y="1"/>
                      <a:pt x="9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1"/>
              <p:cNvSpPr/>
              <p:nvPr/>
            </p:nvSpPr>
            <p:spPr>
              <a:xfrm>
                <a:off x="1970667" y="1891972"/>
                <a:ext cx="54310" cy="75475"/>
              </a:xfrm>
              <a:custGeom>
                <a:rect b="b" l="l" r="r" t="t"/>
                <a:pathLst>
                  <a:path extrusionOk="0" h="1758" w="1265">
                    <a:moveTo>
                      <a:pt x="575" y="265"/>
                    </a:moveTo>
                    <a:lnTo>
                      <a:pt x="575" y="265"/>
                    </a:lnTo>
                    <a:cubicBezTo>
                      <a:pt x="671" y="341"/>
                      <a:pt x="862" y="514"/>
                      <a:pt x="939" y="743"/>
                    </a:cubicBezTo>
                    <a:cubicBezTo>
                      <a:pt x="977" y="973"/>
                      <a:pt x="958" y="1203"/>
                      <a:pt x="843" y="1471"/>
                    </a:cubicBezTo>
                    <a:cubicBezTo>
                      <a:pt x="671" y="1318"/>
                      <a:pt x="365" y="973"/>
                      <a:pt x="575" y="265"/>
                    </a:cubicBezTo>
                    <a:close/>
                    <a:moveTo>
                      <a:pt x="567" y="0"/>
                    </a:moveTo>
                    <a:cubicBezTo>
                      <a:pt x="516" y="0"/>
                      <a:pt x="474" y="27"/>
                      <a:pt x="460" y="54"/>
                    </a:cubicBezTo>
                    <a:cubicBezTo>
                      <a:pt x="441" y="73"/>
                      <a:pt x="441" y="73"/>
                      <a:pt x="441" y="93"/>
                    </a:cubicBezTo>
                    <a:cubicBezTo>
                      <a:pt x="403" y="93"/>
                      <a:pt x="384" y="131"/>
                      <a:pt x="365" y="169"/>
                    </a:cubicBezTo>
                    <a:cubicBezTo>
                      <a:pt x="1" y="1241"/>
                      <a:pt x="843" y="1719"/>
                      <a:pt x="843" y="1719"/>
                    </a:cubicBezTo>
                    <a:cubicBezTo>
                      <a:pt x="843" y="1758"/>
                      <a:pt x="862" y="1758"/>
                      <a:pt x="881" y="1758"/>
                    </a:cubicBezTo>
                    <a:cubicBezTo>
                      <a:pt x="939" y="1758"/>
                      <a:pt x="958" y="1758"/>
                      <a:pt x="1015" y="1700"/>
                    </a:cubicBezTo>
                    <a:cubicBezTo>
                      <a:pt x="1226" y="1318"/>
                      <a:pt x="1264" y="992"/>
                      <a:pt x="1168" y="686"/>
                    </a:cubicBezTo>
                    <a:cubicBezTo>
                      <a:pt x="1034" y="227"/>
                      <a:pt x="652" y="16"/>
                      <a:pt x="632" y="16"/>
                    </a:cubicBezTo>
                    <a:cubicBezTo>
                      <a:pt x="610" y="5"/>
                      <a:pt x="588" y="0"/>
                      <a:pt x="5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1"/>
              <p:cNvSpPr/>
              <p:nvPr/>
            </p:nvSpPr>
            <p:spPr>
              <a:xfrm>
                <a:off x="1941087" y="1910433"/>
                <a:ext cx="66631" cy="77579"/>
              </a:xfrm>
              <a:custGeom>
                <a:rect b="b" l="l" r="r" t="t"/>
                <a:pathLst>
                  <a:path extrusionOk="0" h="1807" w="1552">
                    <a:moveTo>
                      <a:pt x="556" y="275"/>
                    </a:moveTo>
                    <a:cubicBezTo>
                      <a:pt x="594" y="313"/>
                      <a:pt x="1168" y="677"/>
                      <a:pt x="805" y="1462"/>
                    </a:cubicBezTo>
                    <a:cubicBezTo>
                      <a:pt x="652" y="1309"/>
                      <a:pt x="384" y="888"/>
                      <a:pt x="556" y="275"/>
                    </a:cubicBezTo>
                    <a:close/>
                    <a:moveTo>
                      <a:pt x="466" y="0"/>
                    </a:moveTo>
                    <a:cubicBezTo>
                      <a:pt x="427" y="0"/>
                      <a:pt x="379" y="25"/>
                      <a:pt x="364" y="84"/>
                    </a:cubicBezTo>
                    <a:cubicBezTo>
                      <a:pt x="1" y="1156"/>
                      <a:pt x="766" y="1768"/>
                      <a:pt x="766" y="1768"/>
                    </a:cubicBezTo>
                    <a:cubicBezTo>
                      <a:pt x="786" y="1806"/>
                      <a:pt x="805" y="1806"/>
                      <a:pt x="843" y="1806"/>
                    </a:cubicBezTo>
                    <a:lnTo>
                      <a:pt x="862" y="1806"/>
                    </a:lnTo>
                    <a:cubicBezTo>
                      <a:pt x="881" y="1806"/>
                      <a:pt x="900" y="1768"/>
                      <a:pt x="939" y="1749"/>
                    </a:cubicBezTo>
                    <a:cubicBezTo>
                      <a:pt x="1551" y="600"/>
                      <a:pt x="652" y="84"/>
                      <a:pt x="652" y="84"/>
                    </a:cubicBezTo>
                    <a:cubicBezTo>
                      <a:pt x="613" y="45"/>
                      <a:pt x="594" y="45"/>
                      <a:pt x="575" y="45"/>
                    </a:cubicBezTo>
                    <a:cubicBezTo>
                      <a:pt x="556" y="26"/>
                      <a:pt x="518" y="7"/>
                      <a:pt x="498" y="7"/>
                    </a:cubicBezTo>
                    <a:cubicBezTo>
                      <a:pt x="489" y="3"/>
                      <a:pt x="478" y="0"/>
                      <a:pt x="4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1"/>
              <p:cNvSpPr/>
              <p:nvPr/>
            </p:nvSpPr>
            <p:spPr>
              <a:xfrm>
                <a:off x="1907428" y="1927649"/>
                <a:ext cx="69851" cy="77622"/>
              </a:xfrm>
              <a:custGeom>
                <a:rect b="b" l="l" r="r" t="t"/>
                <a:pathLst>
                  <a:path extrusionOk="0" h="1808" w="1627">
                    <a:moveTo>
                      <a:pt x="574" y="257"/>
                    </a:moveTo>
                    <a:cubicBezTo>
                      <a:pt x="632" y="295"/>
                      <a:pt x="1206" y="678"/>
                      <a:pt x="823" y="1520"/>
                    </a:cubicBezTo>
                    <a:cubicBezTo>
                      <a:pt x="632" y="1348"/>
                      <a:pt x="325" y="965"/>
                      <a:pt x="574" y="257"/>
                    </a:cubicBezTo>
                    <a:close/>
                    <a:moveTo>
                      <a:pt x="654" y="1"/>
                    </a:moveTo>
                    <a:cubicBezTo>
                      <a:pt x="604" y="1"/>
                      <a:pt x="565" y="22"/>
                      <a:pt x="536" y="65"/>
                    </a:cubicBezTo>
                    <a:cubicBezTo>
                      <a:pt x="517" y="85"/>
                      <a:pt x="517" y="85"/>
                      <a:pt x="517" y="104"/>
                    </a:cubicBezTo>
                    <a:lnTo>
                      <a:pt x="498" y="104"/>
                    </a:lnTo>
                    <a:cubicBezTo>
                      <a:pt x="484" y="99"/>
                      <a:pt x="471" y="97"/>
                      <a:pt x="457" y="97"/>
                    </a:cubicBezTo>
                    <a:cubicBezTo>
                      <a:pt x="414" y="97"/>
                      <a:pt x="374" y="122"/>
                      <a:pt x="345" y="180"/>
                    </a:cubicBezTo>
                    <a:cubicBezTo>
                      <a:pt x="0" y="1310"/>
                      <a:pt x="823" y="1788"/>
                      <a:pt x="823" y="1788"/>
                    </a:cubicBezTo>
                    <a:cubicBezTo>
                      <a:pt x="823" y="1807"/>
                      <a:pt x="861" y="1807"/>
                      <a:pt x="880" y="1807"/>
                    </a:cubicBezTo>
                    <a:cubicBezTo>
                      <a:pt x="880" y="1807"/>
                      <a:pt x="900" y="1807"/>
                      <a:pt x="919" y="1769"/>
                    </a:cubicBezTo>
                    <a:cubicBezTo>
                      <a:pt x="957" y="1769"/>
                      <a:pt x="976" y="1731"/>
                      <a:pt x="995" y="1712"/>
                    </a:cubicBezTo>
                    <a:cubicBezTo>
                      <a:pt x="1627" y="563"/>
                      <a:pt x="708" y="8"/>
                      <a:pt x="708" y="8"/>
                    </a:cubicBezTo>
                    <a:cubicBezTo>
                      <a:pt x="689" y="3"/>
                      <a:pt x="671" y="1"/>
                      <a:pt x="6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1"/>
              <p:cNvSpPr/>
              <p:nvPr/>
            </p:nvSpPr>
            <p:spPr>
              <a:xfrm>
                <a:off x="1664990" y="1948299"/>
                <a:ext cx="64141" cy="79168"/>
              </a:xfrm>
              <a:custGeom>
                <a:rect b="b" l="l" r="r" t="t"/>
                <a:pathLst>
                  <a:path extrusionOk="0" h="1844" w="1494">
                    <a:moveTo>
                      <a:pt x="919" y="254"/>
                    </a:moveTo>
                    <a:cubicBezTo>
                      <a:pt x="1168" y="522"/>
                      <a:pt x="1264" y="752"/>
                      <a:pt x="1206" y="1020"/>
                    </a:cubicBezTo>
                    <a:cubicBezTo>
                      <a:pt x="1187" y="1288"/>
                      <a:pt x="996" y="1479"/>
                      <a:pt x="900" y="1575"/>
                    </a:cubicBezTo>
                    <a:cubicBezTo>
                      <a:pt x="422" y="943"/>
                      <a:pt x="804" y="388"/>
                      <a:pt x="919" y="254"/>
                    </a:cubicBezTo>
                    <a:close/>
                    <a:moveTo>
                      <a:pt x="864" y="1"/>
                    </a:moveTo>
                    <a:cubicBezTo>
                      <a:pt x="833" y="1"/>
                      <a:pt x="804" y="15"/>
                      <a:pt x="785" y="44"/>
                    </a:cubicBezTo>
                    <a:cubicBezTo>
                      <a:pt x="785" y="44"/>
                      <a:pt x="1" y="867"/>
                      <a:pt x="804" y="1805"/>
                    </a:cubicBezTo>
                    <a:cubicBezTo>
                      <a:pt x="824" y="1824"/>
                      <a:pt x="881" y="1843"/>
                      <a:pt x="900" y="1843"/>
                    </a:cubicBezTo>
                    <a:cubicBezTo>
                      <a:pt x="919" y="1843"/>
                      <a:pt x="958" y="1843"/>
                      <a:pt x="958" y="1824"/>
                    </a:cubicBezTo>
                    <a:cubicBezTo>
                      <a:pt x="977" y="1824"/>
                      <a:pt x="1379" y="1518"/>
                      <a:pt x="1455" y="1039"/>
                    </a:cubicBezTo>
                    <a:cubicBezTo>
                      <a:pt x="1494" y="733"/>
                      <a:pt x="1379" y="427"/>
                      <a:pt x="1111" y="101"/>
                    </a:cubicBezTo>
                    <a:cubicBezTo>
                      <a:pt x="1084" y="88"/>
                      <a:pt x="1047" y="74"/>
                      <a:pt x="1014" y="74"/>
                    </a:cubicBezTo>
                    <a:cubicBezTo>
                      <a:pt x="1001" y="74"/>
                      <a:pt x="988" y="77"/>
                      <a:pt x="977" y="82"/>
                    </a:cubicBezTo>
                    <a:cubicBezTo>
                      <a:pt x="977" y="63"/>
                      <a:pt x="958" y="44"/>
                      <a:pt x="958" y="44"/>
                    </a:cubicBezTo>
                    <a:cubicBezTo>
                      <a:pt x="929" y="15"/>
                      <a:pt x="895" y="1"/>
                      <a:pt x="8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1"/>
              <p:cNvSpPr/>
              <p:nvPr/>
            </p:nvSpPr>
            <p:spPr>
              <a:xfrm>
                <a:off x="1711014" y="1946453"/>
                <a:ext cx="64957" cy="79339"/>
              </a:xfrm>
              <a:custGeom>
                <a:rect b="b" l="l" r="r" t="t"/>
                <a:pathLst>
                  <a:path extrusionOk="0" h="1848" w="1513">
                    <a:moveTo>
                      <a:pt x="957" y="221"/>
                    </a:moveTo>
                    <a:cubicBezTo>
                      <a:pt x="1168" y="489"/>
                      <a:pt x="1264" y="757"/>
                      <a:pt x="1245" y="986"/>
                    </a:cubicBezTo>
                    <a:cubicBezTo>
                      <a:pt x="1225" y="1254"/>
                      <a:pt x="1034" y="1446"/>
                      <a:pt x="938" y="1542"/>
                    </a:cubicBezTo>
                    <a:cubicBezTo>
                      <a:pt x="460" y="910"/>
                      <a:pt x="843" y="374"/>
                      <a:pt x="957" y="221"/>
                    </a:cubicBezTo>
                    <a:close/>
                    <a:moveTo>
                      <a:pt x="871" y="1"/>
                    </a:moveTo>
                    <a:cubicBezTo>
                      <a:pt x="843" y="1"/>
                      <a:pt x="814" y="10"/>
                      <a:pt x="785" y="29"/>
                    </a:cubicBezTo>
                    <a:cubicBezTo>
                      <a:pt x="785" y="29"/>
                      <a:pt x="0" y="872"/>
                      <a:pt x="804" y="1809"/>
                    </a:cubicBezTo>
                    <a:cubicBezTo>
                      <a:pt x="843" y="1829"/>
                      <a:pt x="881" y="1848"/>
                      <a:pt x="900" y="1848"/>
                    </a:cubicBezTo>
                    <a:cubicBezTo>
                      <a:pt x="938" y="1848"/>
                      <a:pt x="957" y="1829"/>
                      <a:pt x="957" y="1829"/>
                    </a:cubicBezTo>
                    <a:cubicBezTo>
                      <a:pt x="977" y="1829"/>
                      <a:pt x="1379" y="1522"/>
                      <a:pt x="1455" y="1044"/>
                    </a:cubicBezTo>
                    <a:cubicBezTo>
                      <a:pt x="1513" y="718"/>
                      <a:pt x="1379" y="412"/>
                      <a:pt x="1130" y="106"/>
                    </a:cubicBezTo>
                    <a:cubicBezTo>
                      <a:pt x="1090" y="93"/>
                      <a:pt x="1060" y="70"/>
                      <a:pt x="1026" y="70"/>
                    </a:cubicBezTo>
                    <a:cubicBezTo>
                      <a:pt x="1010" y="70"/>
                      <a:pt x="994" y="75"/>
                      <a:pt x="977" y="87"/>
                    </a:cubicBezTo>
                    <a:cubicBezTo>
                      <a:pt x="977" y="49"/>
                      <a:pt x="957" y="29"/>
                      <a:pt x="957" y="29"/>
                    </a:cubicBezTo>
                    <a:cubicBezTo>
                      <a:pt x="929" y="10"/>
                      <a:pt x="900" y="1"/>
                      <a:pt x="8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1"/>
              <p:cNvSpPr/>
              <p:nvPr/>
            </p:nvSpPr>
            <p:spPr>
              <a:xfrm>
                <a:off x="1756221" y="1945036"/>
                <a:ext cx="64141" cy="79940"/>
              </a:xfrm>
              <a:custGeom>
                <a:rect b="b" l="l" r="r" t="t"/>
                <a:pathLst>
                  <a:path extrusionOk="0" h="1862" w="1494">
                    <a:moveTo>
                      <a:pt x="938" y="235"/>
                    </a:moveTo>
                    <a:cubicBezTo>
                      <a:pt x="1168" y="522"/>
                      <a:pt x="1263" y="751"/>
                      <a:pt x="1225" y="1000"/>
                    </a:cubicBezTo>
                    <a:cubicBezTo>
                      <a:pt x="1187" y="1268"/>
                      <a:pt x="995" y="1460"/>
                      <a:pt x="900" y="1555"/>
                    </a:cubicBezTo>
                    <a:cubicBezTo>
                      <a:pt x="421" y="924"/>
                      <a:pt x="804" y="369"/>
                      <a:pt x="938" y="235"/>
                    </a:cubicBezTo>
                    <a:close/>
                    <a:moveTo>
                      <a:pt x="864" y="0"/>
                    </a:moveTo>
                    <a:cubicBezTo>
                      <a:pt x="833" y="0"/>
                      <a:pt x="804" y="15"/>
                      <a:pt x="785" y="43"/>
                    </a:cubicBezTo>
                    <a:cubicBezTo>
                      <a:pt x="785" y="43"/>
                      <a:pt x="0" y="885"/>
                      <a:pt x="804" y="1804"/>
                    </a:cubicBezTo>
                    <a:cubicBezTo>
                      <a:pt x="823" y="1842"/>
                      <a:pt x="881" y="1862"/>
                      <a:pt x="900" y="1862"/>
                    </a:cubicBezTo>
                    <a:cubicBezTo>
                      <a:pt x="938" y="1862"/>
                      <a:pt x="957" y="1842"/>
                      <a:pt x="957" y="1842"/>
                    </a:cubicBezTo>
                    <a:cubicBezTo>
                      <a:pt x="976" y="1842"/>
                      <a:pt x="1378" y="1517"/>
                      <a:pt x="1455" y="1039"/>
                    </a:cubicBezTo>
                    <a:cubicBezTo>
                      <a:pt x="1493" y="732"/>
                      <a:pt x="1378" y="426"/>
                      <a:pt x="1110" y="120"/>
                    </a:cubicBezTo>
                    <a:cubicBezTo>
                      <a:pt x="1082" y="92"/>
                      <a:pt x="1044" y="74"/>
                      <a:pt x="1010" y="74"/>
                    </a:cubicBezTo>
                    <a:cubicBezTo>
                      <a:pt x="998" y="74"/>
                      <a:pt x="987" y="76"/>
                      <a:pt x="976" y="82"/>
                    </a:cubicBezTo>
                    <a:cubicBezTo>
                      <a:pt x="976" y="62"/>
                      <a:pt x="957" y="43"/>
                      <a:pt x="957" y="43"/>
                    </a:cubicBezTo>
                    <a:cubicBezTo>
                      <a:pt x="928" y="15"/>
                      <a:pt x="895"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1"/>
              <p:cNvSpPr/>
              <p:nvPr/>
            </p:nvSpPr>
            <p:spPr>
              <a:xfrm>
                <a:off x="1801386" y="1943190"/>
                <a:ext cx="64141" cy="79339"/>
              </a:xfrm>
              <a:custGeom>
                <a:rect b="b" l="l" r="r" t="t"/>
                <a:pathLst>
                  <a:path extrusionOk="0" h="1848" w="1494">
                    <a:moveTo>
                      <a:pt x="939" y="259"/>
                    </a:moveTo>
                    <a:cubicBezTo>
                      <a:pt x="1168" y="507"/>
                      <a:pt x="1264" y="756"/>
                      <a:pt x="1226" y="1005"/>
                    </a:cubicBezTo>
                    <a:cubicBezTo>
                      <a:pt x="1188" y="1273"/>
                      <a:pt x="996" y="1464"/>
                      <a:pt x="900" y="1560"/>
                    </a:cubicBezTo>
                    <a:cubicBezTo>
                      <a:pt x="422" y="948"/>
                      <a:pt x="805" y="393"/>
                      <a:pt x="939" y="259"/>
                    </a:cubicBezTo>
                    <a:close/>
                    <a:moveTo>
                      <a:pt x="872" y="0"/>
                    </a:moveTo>
                    <a:cubicBezTo>
                      <a:pt x="843" y="0"/>
                      <a:pt x="814" y="10"/>
                      <a:pt x="786" y="29"/>
                    </a:cubicBezTo>
                    <a:cubicBezTo>
                      <a:pt x="786" y="29"/>
                      <a:pt x="1" y="871"/>
                      <a:pt x="805" y="1809"/>
                    </a:cubicBezTo>
                    <a:cubicBezTo>
                      <a:pt x="843" y="1828"/>
                      <a:pt x="881" y="1847"/>
                      <a:pt x="900" y="1847"/>
                    </a:cubicBezTo>
                    <a:cubicBezTo>
                      <a:pt x="939" y="1847"/>
                      <a:pt x="958" y="1847"/>
                      <a:pt x="958" y="1828"/>
                    </a:cubicBezTo>
                    <a:cubicBezTo>
                      <a:pt x="977" y="1828"/>
                      <a:pt x="1379" y="1522"/>
                      <a:pt x="1456" y="1043"/>
                    </a:cubicBezTo>
                    <a:cubicBezTo>
                      <a:pt x="1494" y="737"/>
                      <a:pt x="1379" y="412"/>
                      <a:pt x="1111" y="105"/>
                    </a:cubicBezTo>
                    <a:cubicBezTo>
                      <a:pt x="1085" y="92"/>
                      <a:pt x="1049" y="70"/>
                      <a:pt x="1017" y="70"/>
                    </a:cubicBezTo>
                    <a:cubicBezTo>
                      <a:pt x="1003" y="70"/>
                      <a:pt x="989" y="74"/>
                      <a:pt x="977" y="86"/>
                    </a:cubicBezTo>
                    <a:cubicBezTo>
                      <a:pt x="977" y="67"/>
                      <a:pt x="958" y="29"/>
                      <a:pt x="958" y="29"/>
                    </a:cubicBezTo>
                    <a:cubicBezTo>
                      <a:pt x="929" y="10"/>
                      <a:pt x="900" y="0"/>
                      <a:pt x="8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1"/>
              <p:cNvSpPr/>
              <p:nvPr/>
            </p:nvSpPr>
            <p:spPr>
              <a:xfrm>
                <a:off x="1841656" y="1943190"/>
                <a:ext cx="64141" cy="79339"/>
              </a:xfrm>
              <a:custGeom>
                <a:rect b="b" l="l" r="r" t="t"/>
                <a:pathLst>
                  <a:path extrusionOk="0" h="1848" w="1494">
                    <a:moveTo>
                      <a:pt x="958" y="259"/>
                    </a:moveTo>
                    <a:cubicBezTo>
                      <a:pt x="1168" y="507"/>
                      <a:pt x="1264" y="756"/>
                      <a:pt x="1245" y="1005"/>
                    </a:cubicBezTo>
                    <a:cubicBezTo>
                      <a:pt x="1207" y="1273"/>
                      <a:pt x="1015" y="1464"/>
                      <a:pt x="920" y="1560"/>
                    </a:cubicBezTo>
                    <a:cubicBezTo>
                      <a:pt x="441" y="948"/>
                      <a:pt x="824" y="393"/>
                      <a:pt x="958" y="259"/>
                    </a:cubicBezTo>
                    <a:close/>
                    <a:moveTo>
                      <a:pt x="864" y="0"/>
                    </a:moveTo>
                    <a:cubicBezTo>
                      <a:pt x="833" y="0"/>
                      <a:pt x="805" y="10"/>
                      <a:pt x="786" y="29"/>
                    </a:cubicBezTo>
                    <a:cubicBezTo>
                      <a:pt x="786" y="29"/>
                      <a:pt x="1" y="871"/>
                      <a:pt x="805" y="1809"/>
                    </a:cubicBezTo>
                    <a:cubicBezTo>
                      <a:pt x="824" y="1828"/>
                      <a:pt x="881" y="1847"/>
                      <a:pt x="900" y="1847"/>
                    </a:cubicBezTo>
                    <a:cubicBezTo>
                      <a:pt x="920" y="1847"/>
                      <a:pt x="958" y="1847"/>
                      <a:pt x="958" y="1828"/>
                    </a:cubicBezTo>
                    <a:cubicBezTo>
                      <a:pt x="977" y="1828"/>
                      <a:pt x="1379" y="1522"/>
                      <a:pt x="1455" y="1043"/>
                    </a:cubicBezTo>
                    <a:cubicBezTo>
                      <a:pt x="1494" y="737"/>
                      <a:pt x="1379" y="412"/>
                      <a:pt x="1111" y="105"/>
                    </a:cubicBezTo>
                    <a:cubicBezTo>
                      <a:pt x="1085" y="92"/>
                      <a:pt x="1049" y="70"/>
                      <a:pt x="1017" y="70"/>
                    </a:cubicBezTo>
                    <a:cubicBezTo>
                      <a:pt x="1003" y="70"/>
                      <a:pt x="989" y="74"/>
                      <a:pt x="977" y="86"/>
                    </a:cubicBezTo>
                    <a:cubicBezTo>
                      <a:pt x="977" y="67"/>
                      <a:pt x="958" y="29"/>
                      <a:pt x="958" y="29"/>
                    </a:cubicBezTo>
                    <a:cubicBezTo>
                      <a:pt x="929" y="10"/>
                      <a:pt x="896"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4" name="Google Shape;1124;p31"/>
            <p:cNvSpPr/>
            <p:nvPr/>
          </p:nvSpPr>
          <p:spPr>
            <a:xfrm>
              <a:off x="1433159" y="3250709"/>
              <a:ext cx="939658" cy="125595"/>
            </a:xfrm>
            <a:custGeom>
              <a:rect b="b" l="l" r="r" t="t"/>
              <a:pathLst>
                <a:path extrusionOk="0" h="2528" w="18912">
                  <a:moveTo>
                    <a:pt x="18778" y="1"/>
                  </a:moveTo>
                  <a:lnTo>
                    <a:pt x="14356" y="364"/>
                  </a:lnTo>
                  <a:cubicBezTo>
                    <a:pt x="14337" y="364"/>
                    <a:pt x="14318" y="383"/>
                    <a:pt x="14280" y="422"/>
                  </a:cubicBezTo>
                  <a:lnTo>
                    <a:pt x="12634" y="2278"/>
                  </a:lnTo>
                  <a:lnTo>
                    <a:pt x="5915" y="2278"/>
                  </a:lnTo>
                  <a:lnTo>
                    <a:pt x="3791" y="996"/>
                  </a:lnTo>
                  <a:cubicBezTo>
                    <a:pt x="3752" y="958"/>
                    <a:pt x="3733" y="958"/>
                    <a:pt x="3714" y="958"/>
                  </a:cubicBezTo>
                  <a:lnTo>
                    <a:pt x="116" y="958"/>
                  </a:lnTo>
                  <a:cubicBezTo>
                    <a:pt x="39" y="958"/>
                    <a:pt x="1" y="1015"/>
                    <a:pt x="1" y="1092"/>
                  </a:cubicBezTo>
                  <a:cubicBezTo>
                    <a:pt x="1" y="1149"/>
                    <a:pt x="39" y="1207"/>
                    <a:pt x="116" y="1207"/>
                  </a:cubicBezTo>
                  <a:lnTo>
                    <a:pt x="3676" y="1207"/>
                  </a:lnTo>
                  <a:lnTo>
                    <a:pt x="5820" y="2489"/>
                  </a:lnTo>
                  <a:cubicBezTo>
                    <a:pt x="5839" y="2527"/>
                    <a:pt x="5858" y="2527"/>
                    <a:pt x="5896" y="2527"/>
                  </a:cubicBezTo>
                  <a:lnTo>
                    <a:pt x="12710" y="2527"/>
                  </a:lnTo>
                  <a:cubicBezTo>
                    <a:pt x="12749" y="2527"/>
                    <a:pt x="12787" y="2527"/>
                    <a:pt x="12749" y="2470"/>
                  </a:cubicBezTo>
                  <a:lnTo>
                    <a:pt x="14414" y="613"/>
                  </a:lnTo>
                  <a:lnTo>
                    <a:pt x="18778" y="249"/>
                  </a:lnTo>
                  <a:cubicBezTo>
                    <a:pt x="18854" y="249"/>
                    <a:pt x="18912" y="192"/>
                    <a:pt x="18912" y="135"/>
                  </a:cubicBezTo>
                  <a:cubicBezTo>
                    <a:pt x="18912" y="58"/>
                    <a:pt x="18854" y="1"/>
                    <a:pt x="187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1"/>
            <p:cNvSpPr/>
            <p:nvPr/>
          </p:nvSpPr>
          <p:spPr>
            <a:xfrm>
              <a:off x="2498313" y="3143994"/>
              <a:ext cx="66629" cy="374946"/>
            </a:xfrm>
            <a:custGeom>
              <a:rect b="b" l="l" r="r" t="t"/>
              <a:pathLst>
                <a:path extrusionOk="0" h="7547" w="1341">
                  <a:moveTo>
                    <a:pt x="1186" y="0"/>
                  </a:moveTo>
                  <a:cubicBezTo>
                    <a:pt x="1125" y="0"/>
                    <a:pt x="1072" y="37"/>
                    <a:pt x="1072" y="101"/>
                  </a:cubicBezTo>
                  <a:lnTo>
                    <a:pt x="0" y="7393"/>
                  </a:lnTo>
                  <a:cubicBezTo>
                    <a:pt x="0" y="7470"/>
                    <a:pt x="58" y="7546"/>
                    <a:pt x="115" y="7546"/>
                  </a:cubicBezTo>
                  <a:cubicBezTo>
                    <a:pt x="192" y="7546"/>
                    <a:pt x="249" y="7508"/>
                    <a:pt x="249" y="7451"/>
                  </a:cubicBezTo>
                  <a:lnTo>
                    <a:pt x="1321" y="139"/>
                  </a:lnTo>
                  <a:cubicBezTo>
                    <a:pt x="1340" y="81"/>
                    <a:pt x="1302" y="5"/>
                    <a:pt x="1225" y="5"/>
                  </a:cubicBezTo>
                  <a:cubicBezTo>
                    <a:pt x="1212" y="2"/>
                    <a:pt x="1199" y="0"/>
                    <a:pt x="11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1"/>
            <p:cNvSpPr/>
            <p:nvPr/>
          </p:nvSpPr>
          <p:spPr>
            <a:xfrm>
              <a:off x="2964312" y="3149906"/>
              <a:ext cx="64691" cy="389006"/>
            </a:xfrm>
            <a:custGeom>
              <a:rect b="b" l="l" r="r" t="t"/>
              <a:pathLst>
                <a:path extrusionOk="0" h="7830" w="1302">
                  <a:moveTo>
                    <a:pt x="96" y="1"/>
                  </a:moveTo>
                  <a:cubicBezTo>
                    <a:pt x="39" y="20"/>
                    <a:pt x="0" y="77"/>
                    <a:pt x="0" y="154"/>
                  </a:cubicBezTo>
                  <a:lnTo>
                    <a:pt x="1034" y="7734"/>
                  </a:lnTo>
                  <a:cubicBezTo>
                    <a:pt x="1034" y="7772"/>
                    <a:pt x="1110" y="7829"/>
                    <a:pt x="1149" y="7829"/>
                  </a:cubicBezTo>
                  <a:cubicBezTo>
                    <a:pt x="1244" y="7829"/>
                    <a:pt x="1302" y="7753"/>
                    <a:pt x="1264" y="7676"/>
                  </a:cubicBezTo>
                  <a:lnTo>
                    <a:pt x="230" y="96"/>
                  </a:lnTo>
                  <a:cubicBezTo>
                    <a:pt x="211" y="58"/>
                    <a:pt x="173"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1"/>
            <p:cNvSpPr/>
            <p:nvPr/>
          </p:nvSpPr>
          <p:spPr>
            <a:xfrm>
              <a:off x="2545862" y="3203164"/>
              <a:ext cx="415622" cy="23847"/>
            </a:xfrm>
            <a:custGeom>
              <a:rect b="b" l="l" r="r" t="t"/>
              <a:pathLst>
                <a:path extrusionOk="0" h="480" w="8365">
                  <a:moveTo>
                    <a:pt x="8250" y="1"/>
                  </a:moveTo>
                  <a:lnTo>
                    <a:pt x="115" y="249"/>
                  </a:lnTo>
                  <a:cubicBezTo>
                    <a:pt x="58" y="249"/>
                    <a:pt x="0" y="288"/>
                    <a:pt x="0" y="364"/>
                  </a:cubicBezTo>
                  <a:cubicBezTo>
                    <a:pt x="0" y="441"/>
                    <a:pt x="58" y="479"/>
                    <a:pt x="115" y="479"/>
                  </a:cubicBezTo>
                  <a:lnTo>
                    <a:pt x="8250" y="249"/>
                  </a:lnTo>
                  <a:cubicBezTo>
                    <a:pt x="8327" y="249"/>
                    <a:pt x="8365" y="192"/>
                    <a:pt x="8365" y="135"/>
                  </a:cubicBezTo>
                  <a:cubicBezTo>
                    <a:pt x="8365" y="58"/>
                    <a:pt x="8327" y="1"/>
                    <a:pt x="82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1"/>
            <p:cNvSpPr/>
            <p:nvPr/>
          </p:nvSpPr>
          <p:spPr>
            <a:xfrm>
              <a:off x="2543974" y="3281164"/>
              <a:ext cx="447967" cy="17140"/>
            </a:xfrm>
            <a:custGeom>
              <a:rect b="b" l="l" r="r" t="t"/>
              <a:pathLst>
                <a:path extrusionOk="0" h="345" w="9016">
                  <a:moveTo>
                    <a:pt x="115" y="0"/>
                  </a:moveTo>
                  <a:cubicBezTo>
                    <a:pt x="38" y="0"/>
                    <a:pt x="0" y="38"/>
                    <a:pt x="0" y="115"/>
                  </a:cubicBezTo>
                  <a:cubicBezTo>
                    <a:pt x="0" y="192"/>
                    <a:pt x="38" y="230"/>
                    <a:pt x="115" y="230"/>
                  </a:cubicBezTo>
                  <a:lnTo>
                    <a:pt x="8881" y="345"/>
                  </a:lnTo>
                  <a:cubicBezTo>
                    <a:pt x="8958" y="345"/>
                    <a:pt x="9015" y="306"/>
                    <a:pt x="9015" y="230"/>
                  </a:cubicBezTo>
                  <a:cubicBezTo>
                    <a:pt x="9015" y="153"/>
                    <a:pt x="8958" y="115"/>
                    <a:pt x="8881" y="115"/>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1"/>
            <p:cNvSpPr/>
            <p:nvPr/>
          </p:nvSpPr>
          <p:spPr>
            <a:xfrm>
              <a:off x="2522063" y="3340085"/>
              <a:ext cx="461332" cy="23847"/>
            </a:xfrm>
            <a:custGeom>
              <a:rect b="b" l="l" r="r" t="t"/>
              <a:pathLst>
                <a:path extrusionOk="0" h="480" w="9285">
                  <a:moveTo>
                    <a:pt x="9169" y="1"/>
                  </a:moveTo>
                  <a:lnTo>
                    <a:pt x="116" y="250"/>
                  </a:lnTo>
                  <a:cubicBezTo>
                    <a:pt x="58" y="250"/>
                    <a:pt x="1" y="288"/>
                    <a:pt x="1" y="365"/>
                  </a:cubicBezTo>
                  <a:cubicBezTo>
                    <a:pt x="1" y="441"/>
                    <a:pt x="58" y="479"/>
                    <a:pt x="116" y="479"/>
                  </a:cubicBezTo>
                  <a:lnTo>
                    <a:pt x="9169" y="250"/>
                  </a:lnTo>
                  <a:cubicBezTo>
                    <a:pt x="9246" y="250"/>
                    <a:pt x="9284" y="192"/>
                    <a:pt x="9284" y="116"/>
                  </a:cubicBezTo>
                  <a:cubicBezTo>
                    <a:pt x="9284" y="58"/>
                    <a:pt x="9246" y="1"/>
                    <a:pt x="91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1"/>
            <p:cNvSpPr/>
            <p:nvPr/>
          </p:nvSpPr>
          <p:spPr>
            <a:xfrm>
              <a:off x="2509741" y="3405714"/>
              <a:ext cx="493628" cy="18134"/>
            </a:xfrm>
            <a:custGeom>
              <a:rect b="b" l="l" r="r" t="t"/>
              <a:pathLst>
                <a:path extrusionOk="0" h="365" w="9935">
                  <a:moveTo>
                    <a:pt x="134" y="1"/>
                  </a:moveTo>
                  <a:cubicBezTo>
                    <a:pt x="58" y="1"/>
                    <a:pt x="0" y="39"/>
                    <a:pt x="0" y="115"/>
                  </a:cubicBezTo>
                  <a:cubicBezTo>
                    <a:pt x="0" y="192"/>
                    <a:pt x="58" y="230"/>
                    <a:pt x="134" y="230"/>
                  </a:cubicBezTo>
                  <a:lnTo>
                    <a:pt x="9819" y="364"/>
                  </a:lnTo>
                  <a:cubicBezTo>
                    <a:pt x="9896" y="364"/>
                    <a:pt x="9934" y="307"/>
                    <a:pt x="9934" y="230"/>
                  </a:cubicBezTo>
                  <a:cubicBezTo>
                    <a:pt x="9934" y="173"/>
                    <a:pt x="9896" y="115"/>
                    <a:pt x="9819" y="115"/>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1"/>
            <p:cNvSpPr/>
            <p:nvPr/>
          </p:nvSpPr>
          <p:spPr>
            <a:xfrm>
              <a:off x="2504027" y="3467517"/>
              <a:ext cx="523092" cy="20966"/>
            </a:xfrm>
            <a:custGeom>
              <a:rect b="b" l="l" r="r" t="t"/>
              <a:pathLst>
                <a:path extrusionOk="0" h="422" w="10528">
                  <a:moveTo>
                    <a:pt x="115" y="1"/>
                  </a:moveTo>
                  <a:cubicBezTo>
                    <a:pt x="58" y="1"/>
                    <a:pt x="0" y="39"/>
                    <a:pt x="0" y="116"/>
                  </a:cubicBezTo>
                  <a:cubicBezTo>
                    <a:pt x="0" y="192"/>
                    <a:pt x="58" y="230"/>
                    <a:pt x="115" y="230"/>
                  </a:cubicBezTo>
                  <a:lnTo>
                    <a:pt x="10413" y="422"/>
                  </a:lnTo>
                  <a:cubicBezTo>
                    <a:pt x="10489" y="422"/>
                    <a:pt x="10528" y="384"/>
                    <a:pt x="10528" y="307"/>
                  </a:cubicBezTo>
                  <a:cubicBezTo>
                    <a:pt x="10528" y="230"/>
                    <a:pt x="10489" y="192"/>
                    <a:pt x="10413" y="192"/>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1"/>
            <p:cNvSpPr/>
            <p:nvPr/>
          </p:nvSpPr>
          <p:spPr>
            <a:xfrm>
              <a:off x="2445051" y="2513740"/>
              <a:ext cx="582069" cy="307230"/>
            </a:xfrm>
            <a:custGeom>
              <a:rect b="b" l="l" r="r" t="t"/>
              <a:pathLst>
                <a:path extrusionOk="0" h="6184" w="11715">
                  <a:moveTo>
                    <a:pt x="5685" y="1"/>
                  </a:moveTo>
                  <a:lnTo>
                    <a:pt x="1" y="4920"/>
                  </a:lnTo>
                  <a:lnTo>
                    <a:pt x="843" y="6183"/>
                  </a:lnTo>
                  <a:lnTo>
                    <a:pt x="5570" y="2106"/>
                  </a:lnTo>
                  <a:lnTo>
                    <a:pt x="10834" y="5877"/>
                  </a:lnTo>
                  <a:lnTo>
                    <a:pt x="11715" y="4499"/>
                  </a:lnTo>
                  <a:lnTo>
                    <a:pt x="5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1"/>
            <p:cNvSpPr/>
            <p:nvPr/>
          </p:nvSpPr>
          <p:spPr>
            <a:xfrm>
              <a:off x="2573438" y="2710427"/>
              <a:ext cx="314859" cy="428155"/>
            </a:xfrm>
            <a:custGeom>
              <a:rect b="b" l="l" r="r" t="t"/>
              <a:pathLst>
                <a:path extrusionOk="0" h="8618" w="6337">
                  <a:moveTo>
                    <a:pt x="2981" y="0"/>
                  </a:moveTo>
                  <a:cubicBezTo>
                    <a:pt x="2123" y="0"/>
                    <a:pt x="568" y="1835"/>
                    <a:pt x="288" y="2339"/>
                  </a:cubicBezTo>
                  <a:cubicBezTo>
                    <a:pt x="1" y="2875"/>
                    <a:pt x="517" y="8617"/>
                    <a:pt x="517" y="8617"/>
                  </a:cubicBezTo>
                  <a:lnTo>
                    <a:pt x="6336" y="8464"/>
                  </a:lnTo>
                  <a:cubicBezTo>
                    <a:pt x="6336" y="8464"/>
                    <a:pt x="6221" y="2358"/>
                    <a:pt x="6221" y="2205"/>
                  </a:cubicBezTo>
                  <a:cubicBezTo>
                    <a:pt x="6221" y="2033"/>
                    <a:pt x="3867" y="80"/>
                    <a:pt x="3044" y="4"/>
                  </a:cubicBezTo>
                  <a:cubicBezTo>
                    <a:pt x="3023" y="1"/>
                    <a:pt x="3002" y="0"/>
                    <a:pt x="29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1"/>
            <p:cNvSpPr/>
            <p:nvPr/>
          </p:nvSpPr>
          <p:spPr>
            <a:xfrm>
              <a:off x="2717972" y="2705857"/>
              <a:ext cx="30507" cy="442215"/>
            </a:xfrm>
            <a:custGeom>
              <a:rect b="b" l="l" r="r" t="t"/>
              <a:pathLst>
                <a:path extrusionOk="0" h="8901" w="614">
                  <a:moveTo>
                    <a:pt x="135" y="0"/>
                  </a:moveTo>
                  <a:cubicBezTo>
                    <a:pt x="58" y="0"/>
                    <a:pt x="1" y="38"/>
                    <a:pt x="1" y="115"/>
                  </a:cubicBezTo>
                  <a:lnTo>
                    <a:pt x="365" y="8766"/>
                  </a:lnTo>
                  <a:cubicBezTo>
                    <a:pt x="365" y="8843"/>
                    <a:pt x="422" y="8900"/>
                    <a:pt x="479" y="8900"/>
                  </a:cubicBezTo>
                  <a:cubicBezTo>
                    <a:pt x="556" y="8900"/>
                    <a:pt x="613" y="8824"/>
                    <a:pt x="613" y="8766"/>
                  </a:cubicBezTo>
                  <a:lnTo>
                    <a:pt x="250" y="115"/>
                  </a:lnTo>
                  <a:cubicBezTo>
                    <a:pt x="250" y="38"/>
                    <a:pt x="192" y="0"/>
                    <a:pt x="13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1"/>
            <p:cNvSpPr/>
            <p:nvPr/>
          </p:nvSpPr>
          <p:spPr>
            <a:xfrm>
              <a:off x="2654276" y="2871046"/>
              <a:ext cx="56145" cy="110591"/>
            </a:xfrm>
            <a:custGeom>
              <a:rect b="b" l="l" r="r" t="t"/>
              <a:pathLst>
                <a:path extrusionOk="0" h="2226" w="1130">
                  <a:moveTo>
                    <a:pt x="749" y="1"/>
                  </a:moveTo>
                  <a:cubicBezTo>
                    <a:pt x="718" y="1"/>
                    <a:pt x="690" y="15"/>
                    <a:pt x="670" y="44"/>
                  </a:cubicBezTo>
                  <a:cubicBezTo>
                    <a:pt x="651" y="63"/>
                    <a:pt x="0" y="714"/>
                    <a:pt x="364" y="1211"/>
                  </a:cubicBezTo>
                  <a:cubicBezTo>
                    <a:pt x="402" y="1288"/>
                    <a:pt x="479" y="1384"/>
                    <a:pt x="556" y="1460"/>
                  </a:cubicBezTo>
                  <a:cubicBezTo>
                    <a:pt x="670" y="1594"/>
                    <a:pt x="843" y="1805"/>
                    <a:pt x="804" y="1881"/>
                  </a:cubicBezTo>
                  <a:cubicBezTo>
                    <a:pt x="785" y="1881"/>
                    <a:pt x="766" y="1939"/>
                    <a:pt x="556" y="1977"/>
                  </a:cubicBezTo>
                  <a:cubicBezTo>
                    <a:pt x="479" y="1996"/>
                    <a:pt x="460" y="2054"/>
                    <a:pt x="460" y="2130"/>
                  </a:cubicBezTo>
                  <a:cubicBezTo>
                    <a:pt x="460" y="2168"/>
                    <a:pt x="517" y="2226"/>
                    <a:pt x="575" y="2226"/>
                  </a:cubicBezTo>
                  <a:cubicBezTo>
                    <a:pt x="766" y="2188"/>
                    <a:pt x="977" y="2130"/>
                    <a:pt x="1034" y="1958"/>
                  </a:cubicBezTo>
                  <a:cubicBezTo>
                    <a:pt x="1130" y="1766"/>
                    <a:pt x="938" y="1556"/>
                    <a:pt x="747" y="1307"/>
                  </a:cubicBezTo>
                  <a:cubicBezTo>
                    <a:pt x="670" y="1231"/>
                    <a:pt x="594" y="1135"/>
                    <a:pt x="556" y="1077"/>
                  </a:cubicBezTo>
                  <a:cubicBezTo>
                    <a:pt x="307" y="733"/>
                    <a:pt x="843" y="216"/>
                    <a:pt x="843" y="216"/>
                  </a:cubicBezTo>
                  <a:cubicBezTo>
                    <a:pt x="881" y="159"/>
                    <a:pt x="881" y="82"/>
                    <a:pt x="843" y="44"/>
                  </a:cubicBezTo>
                  <a:cubicBezTo>
                    <a:pt x="814" y="15"/>
                    <a:pt x="780" y="1"/>
                    <a:pt x="7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1"/>
            <p:cNvSpPr/>
            <p:nvPr/>
          </p:nvSpPr>
          <p:spPr>
            <a:xfrm>
              <a:off x="2779830" y="2871046"/>
              <a:ext cx="55201" cy="110591"/>
            </a:xfrm>
            <a:custGeom>
              <a:rect b="b" l="l" r="r" t="t"/>
              <a:pathLst>
                <a:path extrusionOk="0" h="2226" w="1111">
                  <a:moveTo>
                    <a:pt x="354" y="1"/>
                  </a:moveTo>
                  <a:cubicBezTo>
                    <a:pt x="325" y="1"/>
                    <a:pt x="297" y="15"/>
                    <a:pt x="268" y="44"/>
                  </a:cubicBezTo>
                  <a:cubicBezTo>
                    <a:pt x="230" y="82"/>
                    <a:pt x="230" y="159"/>
                    <a:pt x="268" y="216"/>
                  </a:cubicBezTo>
                  <a:cubicBezTo>
                    <a:pt x="268" y="216"/>
                    <a:pt x="804" y="733"/>
                    <a:pt x="555" y="1077"/>
                  </a:cubicBezTo>
                  <a:cubicBezTo>
                    <a:pt x="479" y="1173"/>
                    <a:pt x="440" y="1231"/>
                    <a:pt x="364" y="1307"/>
                  </a:cubicBezTo>
                  <a:cubicBezTo>
                    <a:pt x="172" y="1518"/>
                    <a:pt x="0" y="1766"/>
                    <a:pt x="77" y="1958"/>
                  </a:cubicBezTo>
                  <a:cubicBezTo>
                    <a:pt x="153" y="2149"/>
                    <a:pt x="364" y="2188"/>
                    <a:pt x="536" y="2226"/>
                  </a:cubicBezTo>
                  <a:cubicBezTo>
                    <a:pt x="613" y="2226"/>
                    <a:pt x="651" y="2168"/>
                    <a:pt x="651" y="2130"/>
                  </a:cubicBezTo>
                  <a:cubicBezTo>
                    <a:pt x="670" y="2054"/>
                    <a:pt x="632" y="1977"/>
                    <a:pt x="555" y="1977"/>
                  </a:cubicBezTo>
                  <a:cubicBezTo>
                    <a:pt x="325" y="1958"/>
                    <a:pt x="287" y="1881"/>
                    <a:pt x="287" y="1881"/>
                  </a:cubicBezTo>
                  <a:cubicBezTo>
                    <a:pt x="268" y="1805"/>
                    <a:pt x="440" y="1594"/>
                    <a:pt x="555" y="1441"/>
                  </a:cubicBezTo>
                  <a:cubicBezTo>
                    <a:pt x="632" y="1384"/>
                    <a:pt x="708" y="1288"/>
                    <a:pt x="747" y="1211"/>
                  </a:cubicBezTo>
                  <a:cubicBezTo>
                    <a:pt x="1110" y="714"/>
                    <a:pt x="459" y="63"/>
                    <a:pt x="440" y="44"/>
                  </a:cubicBezTo>
                  <a:cubicBezTo>
                    <a:pt x="412" y="15"/>
                    <a:pt x="383" y="1"/>
                    <a:pt x="35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1"/>
            <p:cNvSpPr/>
            <p:nvPr/>
          </p:nvSpPr>
          <p:spPr>
            <a:xfrm>
              <a:off x="2520175" y="1652220"/>
              <a:ext cx="477480" cy="243489"/>
            </a:xfrm>
            <a:custGeom>
              <a:rect b="b" l="l" r="r" t="t"/>
              <a:pathLst>
                <a:path extrusionOk="0" h="4901" w="9610">
                  <a:moveTo>
                    <a:pt x="4939" y="0"/>
                  </a:moveTo>
                  <a:lnTo>
                    <a:pt x="1" y="3465"/>
                  </a:lnTo>
                  <a:lnTo>
                    <a:pt x="345" y="4900"/>
                  </a:lnTo>
                  <a:lnTo>
                    <a:pt x="4901" y="1627"/>
                  </a:lnTo>
                  <a:lnTo>
                    <a:pt x="9016" y="4747"/>
                  </a:lnTo>
                  <a:lnTo>
                    <a:pt x="9609" y="3350"/>
                  </a:lnTo>
                  <a:lnTo>
                    <a:pt x="49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1"/>
            <p:cNvSpPr/>
            <p:nvPr/>
          </p:nvSpPr>
          <p:spPr>
            <a:xfrm>
              <a:off x="2736058" y="1807225"/>
              <a:ext cx="29513" cy="448872"/>
            </a:xfrm>
            <a:custGeom>
              <a:rect b="b" l="l" r="r" t="t"/>
              <a:pathLst>
                <a:path extrusionOk="0" h="9035" w="594">
                  <a:moveTo>
                    <a:pt x="115" y="0"/>
                  </a:moveTo>
                  <a:cubicBezTo>
                    <a:pt x="58" y="0"/>
                    <a:pt x="1" y="39"/>
                    <a:pt x="1" y="115"/>
                  </a:cubicBezTo>
                  <a:lnTo>
                    <a:pt x="364" y="8920"/>
                  </a:lnTo>
                  <a:cubicBezTo>
                    <a:pt x="364" y="8996"/>
                    <a:pt x="403" y="9035"/>
                    <a:pt x="479" y="9035"/>
                  </a:cubicBezTo>
                  <a:cubicBezTo>
                    <a:pt x="556" y="9035"/>
                    <a:pt x="594" y="8958"/>
                    <a:pt x="594" y="8920"/>
                  </a:cubicBezTo>
                  <a:lnTo>
                    <a:pt x="249" y="115"/>
                  </a:lnTo>
                  <a:cubicBezTo>
                    <a:pt x="249"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1"/>
            <p:cNvSpPr/>
            <p:nvPr/>
          </p:nvSpPr>
          <p:spPr>
            <a:xfrm>
              <a:off x="2626700" y="1919405"/>
              <a:ext cx="275855" cy="18134"/>
            </a:xfrm>
            <a:custGeom>
              <a:rect b="b" l="l" r="r" t="t"/>
              <a:pathLst>
                <a:path extrusionOk="0" h="365" w="5552">
                  <a:moveTo>
                    <a:pt x="5436" y="1"/>
                  </a:moveTo>
                  <a:lnTo>
                    <a:pt x="115" y="135"/>
                  </a:lnTo>
                  <a:cubicBezTo>
                    <a:pt x="39" y="135"/>
                    <a:pt x="0" y="173"/>
                    <a:pt x="0" y="250"/>
                  </a:cubicBezTo>
                  <a:cubicBezTo>
                    <a:pt x="0" y="326"/>
                    <a:pt x="39" y="364"/>
                    <a:pt x="115" y="364"/>
                  </a:cubicBezTo>
                  <a:lnTo>
                    <a:pt x="5436" y="250"/>
                  </a:lnTo>
                  <a:cubicBezTo>
                    <a:pt x="5513" y="250"/>
                    <a:pt x="5551" y="192"/>
                    <a:pt x="5551" y="135"/>
                  </a:cubicBezTo>
                  <a:cubicBezTo>
                    <a:pt x="5551" y="58"/>
                    <a:pt x="5513" y="1"/>
                    <a:pt x="543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a:off x="2639072" y="2078236"/>
              <a:ext cx="263484" cy="17140"/>
            </a:xfrm>
            <a:custGeom>
              <a:rect b="b" l="l" r="r" t="t"/>
              <a:pathLst>
                <a:path extrusionOk="0" h="345" w="5303">
                  <a:moveTo>
                    <a:pt x="5187" y="0"/>
                  </a:moveTo>
                  <a:lnTo>
                    <a:pt x="115" y="115"/>
                  </a:lnTo>
                  <a:cubicBezTo>
                    <a:pt x="39" y="115"/>
                    <a:pt x="0" y="153"/>
                    <a:pt x="0" y="230"/>
                  </a:cubicBezTo>
                  <a:cubicBezTo>
                    <a:pt x="0" y="307"/>
                    <a:pt x="39" y="345"/>
                    <a:pt x="115" y="345"/>
                  </a:cubicBezTo>
                  <a:lnTo>
                    <a:pt x="5187" y="230"/>
                  </a:lnTo>
                  <a:cubicBezTo>
                    <a:pt x="5264" y="230"/>
                    <a:pt x="5302" y="192"/>
                    <a:pt x="5302" y="115"/>
                  </a:cubicBezTo>
                  <a:cubicBezTo>
                    <a:pt x="5302" y="39"/>
                    <a:pt x="5264" y="0"/>
                    <a:pt x="5187"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a:off x="2372758" y="1319407"/>
              <a:ext cx="820809" cy="308125"/>
            </a:xfrm>
            <a:custGeom>
              <a:rect b="b" l="l" r="r" t="t"/>
              <a:pathLst>
                <a:path extrusionOk="0" h="6202" w="16520">
                  <a:moveTo>
                    <a:pt x="13648" y="0"/>
                  </a:moveTo>
                  <a:lnTo>
                    <a:pt x="384" y="727"/>
                  </a:lnTo>
                  <a:lnTo>
                    <a:pt x="1" y="6202"/>
                  </a:lnTo>
                  <a:lnTo>
                    <a:pt x="16519" y="5857"/>
                  </a:lnTo>
                  <a:lnTo>
                    <a:pt x="1364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a:off x="1321914" y="1189093"/>
              <a:ext cx="1260131" cy="362377"/>
            </a:xfrm>
            <a:custGeom>
              <a:rect b="b" l="l" r="r" t="t"/>
              <a:pathLst>
                <a:path extrusionOk="0" h="7294" w="25362">
                  <a:moveTo>
                    <a:pt x="3216" y="1"/>
                  </a:moveTo>
                  <a:lnTo>
                    <a:pt x="0" y="7293"/>
                  </a:lnTo>
                  <a:lnTo>
                    <a:pt x="25362" y="6700"/>
                  </a:lnTo>
                  <a:lnTo>
                    <a:pt x="22969" y="231"/>
                  </a:lnTo>
                  <a:lnTo>
                    <a:pt x="32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1"/>
            <p:cNvSpPr/>
            <p:nvPr/>
          </p:nvSpPr>
          <p:spPr>
            <a:xfrm>
              <a:off x="1874464" y="1193863"/>
              <a:ext cx="43773" cy="356663"/>
            </a:xfrm>
            <a:custGeom>
              <a:rect b="b" l="l" r="r" t="t"/>
              <a:pathLst>
                <a:path extrusionOk="0" h="7179" w="881">
                  <a:moveTo>
                    <a:pt x="766" y="1"/>
                  </a:moveTo>
                  <a:cubicBezTo>
                    <a:pt x="708" y="1"/>
                    <a:pt x="651" y="39"/>
                    <a:pt x="651" y="115"/>
                  </a:cubicBezTo>
                  <a:lnTo>
                    <a:pt x="0" y="7044"/>
                  </a:lnTo>
                  <a:cubicBezTo>
                    <a:pt x="0" y="7102"/>
                    <a:pt x="38" y="7178"/>
                    <a:pt x="115" y="7178"/>
                  </a:cubicBezTo>
                  <a:cubicBezTo>
                    <a:pt x="192" y="7178"/>
                    <a:pt x="230" y="7121"/>
                    <a:pt x="230" y="7044"/>
                  </a:cubicBezTo>
                  <a:lnTo>
                    <a:pt x="881" y="115"/>
                  </a:lnTo>
                  <a:cubicBezTo>
                    <a:pt x="881" y="58"/>
                    <a:pt x="842" y="1"/>
                    <a:pt x="76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1"/>
            <p:cNvSpPr/>
            <p:nvPr/>
          </p:nvSpPr>
          <p:spPr>
            <a:xfrm>
              <a:off x="2432679" y="1528614"/>
              <a:ext cx="20967" cy="110343"/>
            </a:xfrm>
            <a:custGeom>
              <a:rect b="b" l="l" r="r" t="t"/>
              <a:pathLst>
                <a:path extrusionOk="0" h="2221" w="422">
                  <a:moveTo>
                    <a:pt x="288" y="0"/>
                  </a:moveTo>
                  <a:cubicBezTo>
                    <a:pt x="250" y="0"/>
                    <a:pt x="173" y="38"/>
                    <a:pt x="173" y="115"/>
                  </a:cubicBezTo>
                  <a:lnTo>
                    <a:pt x="1" y="2106"/>
                  </a:lnTo>
                  <a:cubicBezTo>
                    <a:pt x="1" y="2163"/>
                    <a:pt x="58" y="2220"/>
                    <a:pt x="135" y="2220"/>
                  </a:cubicBezTo>
                  <a:cubicBezTo>
                    <a:pt x="192" y="2220"/>
                    <a:pt x="250" y="2182"/>
                    <a:pt x="250" y="2106"/>
                  </a:cubicBezTo>
                  <a:lnTo>
                    <a:pt x="422" y="115"/>
                  </a:lnTo>
                  <a:cubicBezTo>
                    <a:pt x="422" y="77"/>
                    <a:pt x="364" y="0"/>
                    <a:pt x="288"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5" name="Google Shape;1145;p31"/>
            <p:cNvGrpSpPr/>
            <p:nvPr/>
          </p:nvGrpSpPr>
          <p:grpSpPr>
            <a:xfrm>
              <a:off x="1360917" y="1172748"/>
              <a:ext cx="1797418" cy="460496"/>
              <a:chOff x="1353561" y="995119"/>
              <a:chExt cx="1553113" cy="397940"/>
            </a:xfrm>
          </p:grpSpPr>
          <p:sp>
            <p:nvSpPr>
              <p:cNvPr id="1146" name="Google Shape;1146;p31"/>
              <p:cNvSpPr/>
              <p:nvPr/>
            </p:nvSpPr>
            <p:spPr>
              <a:xfrm>
                <a:off x="1455439" y="1009244"/>
                <a:ext cx="68263" cy="314781"/>
              </a:xfrm>
              <a:custGeom>
                <a:rect b="b" l="l" r="r" t="t"/>
                <a:pathLst>
                  <a:path extrusionOk="0" h="7332" w="1590">
                    <a:moveTo>
                      <a:pt x="1494" y="1"/>
                    </a:moveTo>
                    <a:cubicBezTo>
                      <a:pt x="1436" y="1"/>
                      <a:pt x="1379" y="20"/>
                      <a:pt x="1360" y="97"/>
                    </a:cubicBezTo>
                    <a:lnTo>
                      <a:pt x="1" y="7198"/>
                    </a:lnTo>
                    <a:cubicBezTo>
                      <a:pt x="1" y="7274"/>
                      <a:pt x="20" y="7313"/>
                      <a:pt x="116" y="7332"/>
                    </a:cubicBezTo>
                    <a:cubicBezTo>
                      <a:pt x="154" y="7332"/>
                      <a:pt x="211" y="7293"/>
                      <a:pt x="230" y="7236"/>
                    </a:cubicBezTo>
                    <a:lnTo>
                      <a:pt x="1589" y="135"/>
                    </a:lnTo>
                    <a:cubicBezTo>
                      <a:pt x="1589" y="58"/>
                      <a:pt x="1570" y="20"/>
                      <a:pt x="14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1"/>
              <p:cNvSpPr/>
              <p:nvPr/>
            </p:nvSpPr>
            <p:spPr>
              <a:xfrm>
                <a:off x="2248438" y="1023025"/>
                <a:ext cx="74016" cy="280478"/>
              </a:xfrm>
              <a:custGeom>
                <a:rect b="b" l="l" r="r" t="t"/>
                <a:pathLst>
                  <a:path extrusionOk="0" h="6533" w="1724">
                    <a:moveTo>
                      <a:pt x="151" y="0"/>
                    </a:moveTo>
                    <a:cubicBezTo>
                      <a:pt x="140" y="0"/>
                      <a:pt x="128" y="2"/>
                      <a:pt x="115" y="5"/>
                    </a:cubicBezTo>
                    <a:cubicBezTo>
                      <a:pt x="39" y="24"/>
                      <a:pt x="0" y="82"/>
                      <a:pt x="20" y="158"/>
                    </a:cubicBezTo>
                    <a:lnTo>
                      <a:pt x="1455" y="6436"/>
                    </a:lnTo>
                    <a:cubicBezTo>
                      <a:pt x="1474" y="6494"/>
                      <a:pt x="1532" y="6532"/>
                      <a:pt x="1570" y="6532"/>
                    </a:cubicBezTo>
                    <a:lnTo>
                      <a:pt x="1589" y="6532"/>
                    </a:lnTo>
                    <a:cubicBezTo>
                      <a:pt x="1666" y="6513"/>
                      <a:pt x="1723" y="6475"/>
                      <a:pt x="1685" y="6398"/>
                    </a:cubicBezTo>
                    <a:lnTo>
                      <a:pt x="249" y="101"/>
                    </a:lnTo>
                    <a:cubicBezTo>
                      <a:pt x="233" y="38"/>
                      <a:pt x="204" y="0"/>
                      <a:pt x="1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1"/>
              <p:cNvSpPr/>
              <p:nvPr/>
            </p:nvSpPr>
            <p:spPr>
              <a:xfrm>
                <a:off x="2174466" y="1013366"/>
                <a:ext cx="33745" cy="290138"/>
              </a:xfrm>
              <a:custGeom>
                <a:rect b="b" l="l" r="r" t="t"/>
                <a:pathLst>
                  <a:path extrusionOk="0" h="6758" w="786">
                    <a:moveTo>
                      <a:pt x="116" y="1"/>
                    </a:moveTo>
                    <a:cubicBezTo>
                      <a:pt x="39" y="1"/>
                      <a:pt x="1" y="39"/>
                      <a:pt x="1" y="115"/>
                    </a:cubicBezTo>
                    <a:lnTo>
                      <a:pt x="537" y="6642"/>
                    </a:lnTo>
                    <a:cubicBezTo>
                      <a:pt x="537" y="6719"/>
                      <a:pt x="594" y="6757"/>
                      <a:pt x="671" y="6757"/>
                    </a:cubicBezTo>
                    <a:cubicBezTo>
                      <a:pt x="728" y="6757"/>
                      <a:pt x="785" y="6700"/>
                      <a:pt x="785" y="6642"/>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1"/>
              <p:cNvSpPr/>
              <p:nvPr/>
            </p:nvSpPr>
            <p:spPr>
              <a:xfrm>
                <a:off x="2071772" y="1019118"/>
                <a:ext cx="13180" cy="287648"/>
              </a:xfrm>
              <a:custGeom>
                <a:rect b="b" l="l" r="r" t="t"/>
                <a:pathLst>
                  <a:path extrusionOk="0" h="6700" w="307">
                    <a:moveTo>
                      <a:pt x="115" y="1"/>
                    </a:moveTo>
                    <a:cubicBezTo>
                      <a:pt x="38" y="1"/>
                      <a:pt x="0" y="39"/>
                      <a:pt x="0" y="115"/>
                    </a:cubicBezTo>
                    <a:lnTo>
                      <a:pt x="58" y="6585"/>
                    </a:lnTo>
                    <a:cubicBezTo>
                      <a:pt x="58" y="6661"/>
                      <a:pt x="115" y="6700"/>
                      <a:pt x="192" y="6700"/>
                    </a:cubicBezTo>
                    <a:cubicBezTo>
                      <a:pt x="249" y="6700"/>
                      <a:pt x="306" y="6661"/>
                      <a:pt x="306" y="6585"/>
                    </a:cubicBezTo>
                    <a:lnTo>
                      <a:pt x="230" y="115"/>
                    </a:lnTo>
                    <a:cubicBezTo>
                      <a:pt x="230"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1"/>
              <p:cNvSpPr/>
              <p:nvPr/>
            </p:nvSpPr>
            <p:spPr>
              <a:xfrm>
                <a:off x="1937824" y="1015813"/>
                <a:ext cx="13180" cy="290954"/>
              </a:xfrm>
              <a:custGeom>
                <a:rect b="b" l="l" r="r" t="t"/>
                <a:pathLst>
                  <a:path extrusionOk="0" h="6777" w="307">
                    <a:moveTo>
                      <a:pt x="192" y="1"/>
                    </a:moveTo>
                    <a:cubicBezTo>
                      <a:pt x="115" y="1"/>
                      <a:pt x="77" y="58"/>
                      <a:pt x="77" y="116"/>
                    </a:cubicBezTo>
                    <a:lnTo>
                      <a:pt x="0" y="6662"/>
                    </a:lnTo>
                    <a:cubicBezTo>
                      <a:pt x="0" y="6738"/>
                      <a:pt x="58" y="6777"/>
                      <a:pt x="115" y="6777"/>
                    </a:cubicBezTo>
                    <a:cubicBezTo>
                      <a:pt x="192" y="6777"/>
                      <a:pt x="249" y="6738"/>
                      <a:pt x="249" y="6662"/>
                    </a:cubicBezTo>
                    <a:lnTo>
                      <a:pt x="306" y="116"/>
                    </a:lnTo>
                    <a:cubicBezTo>
                      <a:pt x="306" y="58"/>
                      <a:pt x="268" y="1"/>
                      <a:pt x="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p:nvPr/>
            </p:nvSpPr>
            <p:spPr>
              <a:xfrm>
                <a:off x="1660869" y="995119"/>
                <a:ext cx="51820" cy="326459"/>
              </a:xfrm>
              <a:custGeom>
                <a:rect b="b" l="l" r="r" t="t"/>
                <a:pathLst>
                  <a:path extrusionOk="0" h="7604" w="1207">
                    <a:moveTo>
                      <a:pt x="1062" y="1"/>
                    </a:moveTo>
                    <a:cubicBezTo>
                      <a:pt x="1001" y="1"/>
                      <a:pt x="958" y="50"/>
                      <a:pt x="958" y="100"/>
                    </a:cubicBezTo>
                    <a:lnTo>
                      <a:pt x="1" y="7450"/>
                    </a:lnTo>
                    <a:cubicBezTo>
                      <a:pt x="1" y="7527"/>
                      <a:pt x="39" y="7603"/>
                      <a:pt x="116" y="7603"/>
                    </a:cubicBezTo>
                    <a:cubicBezTo>
                      <a:pt x="154" y="7603"/>
                      <a:pt x="231" y="7546"/>
                      <a:pt x="231" y="7508"/>
                    </a:cubicBezTo>
                    <a:lnTo>
                      <a:pt x="1188" y="158"/>
                    </a:lnTo>
                    <a:cubicBezTo>
                      <a:pt x="1207" y="81"/>
                      <a:pt x="1168" y="4"/>
                      <a:pt x="1092" y="4"/>
                    </a:cubicBezTo>
                    <a:cubicBezTo>
                      <a:pt x="1082" y="2"/>
                      <a:pt x="1072" y="1"/>
                      <a:pt x="106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1"/>
              <p:cNvSpPr/>
              <p:nvPr/>
            </p:nvSpPr>
            <p:spPr>
              <a:xfrm>
                <a:off x="1558175" y="1012850"/>
                <a:ext cx="59204" cy="311175"/>
              </a:xfrm>
              <a:custGeom>
                <a:rect b="b" l="l" r="r" t="t"/>
                <a:pathLst>
                  <a:path extrusionOk="0" h="7248" w="1379">
                    <a:moveTo>
                      <a:pt x="1214" y="0"/>
                    </a:moveTo>
                    <a:cubicBezTo>
                      <a:pt x="1157" y="0"/>
                      <a:pt x="1110" y="48"/>
                      <a:pt x="1110" y="108"/>
                    </a:cubicBezTo>
                    <a:lnTo>
                      <a:pt x="0" y="7114"/>
                    </a:lnTo>
                    <a:cubicBezTo>
                      <a:pt x="0" y="7190"/>
                      <a:pt x="19" y="7248"/>
                      <a:pt x="115" y="7248"/>
                    </a:cubicBezTo>
                    <a:cubicBezTo>
                      <a:pt x="153" y="7248"/>
                      <a:pt x="211" y="7209"/>
                      <a:pt x="230" y="7152"/>
                    </a:cubicBezTo>
                    <a:lnTo>
                      <a:pt x="1359" y="147"/>
                    </a:lnTo>
                    <a:cubicBezTo>
                      <a:pt x="1378" y="70"/>
                      <a:pt x="1321" y="13"/>
                      <a:pt x="1264" y="13"/>
                    </a:cubicBezTo>
                    <a:cubicBezTo>
                      <a:pt x="1247" y="4"/>
                      <a:pt x="1230" y="0"/>
                      <a:pt x="12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1"/>
              <p:cNvSpPr/>
              <p:nvPr/>
            </p:nvSpPr>
            <p:spPr>
              <a:xfrm>
                <a:off x="2740655" y="1126621"/>
                <a:ext cx="93722" cy="256565"/>
              </a:xfrm>
              <a:custGeom>
                <a:rect b="b" l="l" r="r" t="t"/>
                <a:pathLst>
                  <a:path extrusionOk="0" h="5976" w="2183">
                    <a:moveTo>
                      <a:pt x="139" y="0"/>
                    </a:moveTo>
                    <a:cubicBezTo>
                      <a:pt x="131" y="0"/>
                      <a:pt x="123" y="1"/>
                      <a:pt x="115" y="4"/>
                    </a:cubicBezTo>
                    <a:cubicBezTo>
                      <a:pt x="58" y="42"/>
                      <a:pt x="1" y="81"/>
                      <a:pt x="39" y="157"/>
                    </a:cubicBezTo>
                    <a:lnTo>
                      <a:pt x="1953" y="5899"/>
                    </a:lnTo>
                    <a:cubicBezTo>
                      <a:pt x="1972" y="5938"/>
                      <a:pt x="2029" y="5976"/>
                      <a:pt x="2068" y="5976"/>
                    </a:cubicBezTo>
                    <a:lnTo>
                      <a:pt x="2087" y="5976"/>
                    </a:lnTo>
                    <a:cubicBezTo>
                      <a:pt x="2144" y="5938"/>
                      <a:pt x="2183" y="5899"/>
                      <a:pt x="2163" y="5823"/>
                    </a:cubicBezTo>
                    <a:lnTo>
                      <a:pt x="249" y="81"/>
                    </a:lnTo>
                    <a:cubicBezTo>
                      <a:pt x="233" y="47"/>
                      <a:pt x="188" y="0"/>
                      <a:pt x="13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1"/>
              <p:cNvSpPr/>
              <p:nvPr/>
            </p:nvSpPr>
            <p:spPr>
              <a:xfrm>
                <a:off x="2632208" y="1132502"/>
                <a:ext cx="55898" cy="246604"/>
              </a:xfrm>
              <a:custGeom>
                <a:rect b="b" l="l" r="r" t="t"/>
                <a:pathLst>
                  <a:path extrusionOk="0" h="5744" w="1302">
                    <a:moveTo>
                      <a:pt x="115" y="1"/>
                    </a:moveTo>
                    <a:cubicBezTo>
                      <a:pt x="57" y="20"/>
                      <a:pt x="0" y="58"/>
                      <a:pt x="19" y="135"/>
                    </a:cubicBezTo>
                    <a:lnTo>
                      <a:pt x="1053" y="5647"/>
                    </a:lnTo>
                    <a:cubicBezTo>
                      <a:pt x="1072" y="5686"/>
                      <a:pt x="1129" y="5743"/>
                      <a:pt x="1168" y="5743"/>
                    </a:cubicBezTo>
                    <a:cubicBezTo>
                      <a:pt x="1263" y="5743"/>
                      <a:pt x="1302" y="5667"/>
                      <a:pt x="1302" y="5590"/>
                    </a:cubicBezTo>
                    <a:lnTo>
                      <a:pt x="268" y="97"/>
                    </a:lnTo>
                    <a:cubicBezTo>
                      <a:pt x="249" y="20"/>
                      <a:pt x="191"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1"/>
              <p:cNvSpPr/>
              <p:nvPr/>
            </p:nvSpPr>
            <p:spPr>
              <a:xfrm>
                <a:off x="2533593" y="1143192"/>
                <a:ext cx="23870" cy="239993"/>
              </a:xfrm>
              <a:custGeom>
                <a:rect b="b" l="l" r="r" t="t"/>
                <a:pathLst>
                  <a:path extrusionOk="0" h="5590" w="556">
                    <a:moveTo>
                      <a:pt x="115" y="1"/>
                    </a:moveTo>
                    <a:cubicBezTo>
                      <a:pt x="58" y="1"/>
                      <a:pt x="0" y="58"/>
                      <a:pt x="0" y="135"/>
                    </a:cubicBezTo>
                    <a:lnTo>
                      <a:pt x="306" y="5456"/>
                    </a:lnTo>
                    <a:cubicBezTo>
                      <a:pt x="306" y="5532"/>
                      <a:pt x="364" y="5590"/>
                      <a:pt x="440" y="5590"/>
                    </a:cubicBezTo>
                    <a:cubicBezTo>
                      <a:pt x="498" y="5590"/>
                      <a:pt x="555" y="5513"/>
                      <a:pt x="555" y="5456"/>
                    </a:cubicBezTo>
                    <a:lnTo>
                      <a:pt x="249" y="135"/>
                    </a:lnTo>
                    <a:cubicBezTo>
                      <a:pt x="249"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1"/>
              <p:cNvSpPr/>
              <p:nvPr/>
            </p:nvSpPr>
            <p:spPr>
              <a:xfrm>
                <a:off x="2410335" y="1139114"/>
                <a:ext cx="27949" cy="253946"/>
              </a:xfrm>
              <a:custGeom>
                <a:rect b="b" l="l" r="r" t="t"/>
                <a:pathLst>
                  <a:path extrusionOk="0" h="5915" w="651">
                    <a:moveTo>
                      <a:pt x="536" y="0"/>
                    </a:moveTo>
                    <a:cubicBezTo>
                      <a:pt x="479" y="0"/>
                      <a:pt x="402" y="57"/>
                      <a:pt x="402" y="134"/>
                    </a:cubicBezTo>
                    <a:lnTo>
                      <a:pt x="0" y="5800"/>
                    </a:lnTo>
                    <a:cubicBezTo>
                      <a:pt x="0" y="5838"/>
                      <a:pt x="57" y="5915"/>
                      <a:pt x="115" y="5915"/>
                    </a:cubicBezTo>
                    <a:cubicBezTo>
                      <a:pt x="191" y="5915"/>
                      <a:pt x="249" y="5876"/>
                      <a:pt x="249" y="5800"/>
                    </a:cubicBezTo>
                    <a:lnTo>
                      <a:pt x="651" y="134"/>
                    </a:lnTo>
                    <a:cubicBezTo>
                      <a:pt x="651" y="77"/>
                      <a:pt x="593" y="0"/>
                      <a:pt x="5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1"/>
              <p:cNvSpPr/>
              <p:nvPr/>
            </p:nvSpPr>
            <p:spPr>
              <a:xfrm>
                <a:off x="1353561" y="1244083"/>
                <a:ext cx="124118" cy="24901"/>
              </a:xfrm>
              <a:custGeom>
                <a:rect b="b" l="l" r="r" t="t"/>
                <a:pathLst>
                  <a:path extrusionOk="0" h="580" w="2891">
                    <a:moveTo>
                      <a:pt x="123" y="0"/>
                    </a:moveTo>
                    <a:cubicBezTo>
                      <a:pt x="72" y="0"/>
                      <a:pt x="19" y="37"/>
                      <a:pt x="19" y="101"/>
                    </a:cubicBezTo>
                    <a:cubicBezTo>
                      <a:pt x="0" y="177"/>
                      <a:pt x="39" y="235"/>
                      <a:pt x="115" y="235"/>
                    </a:cubicBezTo>
                    <a:lnTo>
                      <a:pt x="2737" y="579"/>
                    </a:lnTo>
                    <a:cubicBezTo>
                      <a:pt x="2814" y="579"/>
                      <a:pt x="2871" y="522"/>
                      <a:pt x="2871" y="484"/>
                    </a:cubicBezTo>
                    <a:cubicBezTo>
                      <a:pt x="2890" y="407"/>
                      <a:pt x="2852" y="330"/>
                      <a:pt x="2776" y="330"/>
                    </a:cubicBezTo>
                    <a:lnTo>
                      <a:pt x="153" y="5"/>
                    </a:lnTo>
                    <a:cubicBezTo>
                      <a:pt x="144" y="2"/>
                      <a:pt x="133" y="0"/>
                      <a:pt x="1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a:off x="1480082" y="1188400"/>
                <a:ext cx="109349" cy="12365"/>
              </a:xfrm>
              <a:custGeom>
                <a:rect b="b" l="l" r="r" t="t"/>
                <a:pathLst>
                  <a:path extrusionOk="0" h="288" w="2547">
                    <a:moveTo>
                      <a:pt x="116" y="0"/>
                    </a:moveTo>
                    <a:cubicBezTo>
                      <a:pt x="39" y="0"/>
                      <a:pt x="1" y="58"/>
                      <a:pt x="1" y="134"/>
                    </a:cubicBezTo>
                    <a:cubicBezTo>
                      <a:pt x="1" y="192"/>
                      <a:pt x="39" y="249"/>
                      <a:pt x="116" y="249"/>
                    </a:cubicBezTo>
                    <a:lnTo>
                      <a:pt x="2432" y="288"/>
                    </a:lnTo>
                    <a:cubicBezTo>
                      <a:pt x="2489" y="288"/>
                      <a:pt x="2547" y="249"/>
                      <a:pt x="2547" y="173"/>
                    </a:cubicBezTo>
                    <a:cubicBezTo>
                      <a:pt x="2547" y="96"/>
                      <a:pt x="2508" y="58"/>
                      <a:pt x="2432"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1"/>
              <p:cNvSpPr/>
              <p:nvPr/>
            </p:nvSpPr>
            <p:spPr>
              <a:xfrm>
                <a:off x="1411905" y="1099144"/>
                <a:ext cx="91232" cy="19448"/>
              </a:xfrm>
              <a:custGeom>
                <a:rect b="b" l="l" r="r" t="t"/>
                <a:pathLst>
                  <a:path extrusionOk="0" h="453" w="2125">
                    <a:moveTo>
                      <a:pt x="123" y="0"/>
                    </a:moveTo>
                    <a:cubicBezTo>
                      <a:pt x="66" y="0"/>
                      <a:pt x="19" y="48"/>
                      <a:pt x="19" y="108"/>
                    </a:cubicBezTo>
                    <a:cubicBezTo>
                      <a:pt x="0" y="165"/>
                      <a:pt x="58" y="242"/>
                      <a:pt x="115" y="242"/>
                    </a:cubicBezTo>
                    <a:lnTo>
                      <a:pt x="1972" y="453"/>
                    </a:lnTo>
                    <a:cubicBezTo>
                      <a:pt x="2010" y="453"/>
                      <a:pt x="2067" y="433"/>
                      <a:pt x="2106" y="357"/>
                    </a:cubicBezTo>
                    <a:cubicBezTo>
                      <a:pt x="2125" y="299"/>
                      <a:pt x="2087" y="223"/>
                      <a:pt x="2010" y="223"/>
                    </a:cubicBezTo>
                    <a:lnTo>
                      <a:pt x="173" y="12"/>
                    </a:lnTo>
                    <a:cubicBezTo>
                      <a:pt x="156" y="4"/>
                      <a:pt x="139" y="0"/>
                      <a:pt x="1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1"/>
              <p:cNvSpPr/>
              <p:nvPr/>
            </p:nvSpPr>
            <p:spPr>
              <a:xfrm>
                <a:off x="1508846" y="1056899"/>
                <a:ext cx="98659" cy="10733"/>
              </a:xfrm>
              <a:custGeom>
                <a:rect b="b" l="l" r="r" t="t"/>
                <a:pathLst>
                  <a:path extrusionOk="0" h="250" w="2298">
                    <a:moveTo>
                      <a:pt x="116" y="1"/>
                    </a:moveTo>
                    <a:cubicBezTo>
                      <a:pt x="39" y="1"/>
                      <a:pt x="1" y="58"/>
                      <a:pt x="1" y="135"/>
                    </a:cubicBezTo>
                    <a:cubicBezTo>
                      <a:pt x="1" y="192"/>
                      <a:pt x="39" y="250"/>
                      <a:pt x="116" y="250"/>
                    </a:cubicBezTo>
                    <a:lnTo>
                      <a:pt x="2164" y="250"/>
                    </a:lnTo>
                    <a:cubicBezTo>
                      <a:pt x="2240" y="250"/>
                      <a:pt x="2298" y="192"/>
                      <a:pt x="2298" y="135"/>
                    </a:cubicBezTo>
                    <a:cubicBezTo>
                      <a:pt x="2298" y="58"/>
                      <a:pt x="2240" y="1"/>
                      <a:pt x="21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1"/>
              <p:cNvSpPr/>
              <p:nvPr/>
            </p:nvSpPr>
            <p:spPr>
              <a:xfrm>
                <a:off x="1568007" y="1247560"/>
                <a:ext cx="102780" cy="12365"/>
              </a:xfrm>
              <a:custGeom>
                <a:rect b="b" l="l" r="r" t="t"/>
                <a:pathLst>
                  <a:path extrusionOk="0" h="288" w="2394">
                    <a:moveTo>
                      <a:pt x="2279" y="1"/>
                    </a:moveTo>
                    <a:lnTo>
                      <a:pt x="116" y="39"/>
                    </a:lnTo>
                    <a:cubicBezTo>
                      <a:pt x="39" y="39"/>
                      <a:pt x="1" y="96"/>
                      <a:pt x="1" y="154"/>
                    </a:cubicBezTo>
                    <a:cubicBezTo>
                      <a:pt x="1" y="230"/>
                      <a:pt x="39" y="288"/>
                      <a:pt x="116" y="288"/>
                    </a:cubicBezTo>
                    <a:lnTo>
                      <a:pt x="2279" y="230"/>
                    </a:lnTo>
                    <a:cubicBezTo>
                      <a:pt x="2355" y="230"/>
                      <a:pt x="2394" y="192"/>
                      <a:pt x="2394" y="115"/>
                    </a:cubicBezTo>
                    <a:cubicBezTo>
                      <a:pt x="2394" y="39"/>
                      <a:pt x="2355" y="1"/>
                      <a:pt x="22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1"/>
              <p:cNvSpPr/>
              <p:nvPr/>
            </p:nvSpPr>
            <p:spPr>
              <a:xfrm>
                <a:off x="1586940" y="1134992"/>
                <a:ext cx="104412" cy="12365"/>
              </a:xfrm>
              <a:custGeom>
                <a:rect b="b" l="l" r="r" t="t"/>
                <a:pathLst>
                  <a:path extrusionOk="0" h="288" w="2432">
                    <a:moveTo>
                      <a:pt x="2316" y="0"/>
                    </a:moveTo>
                    <a:lnTo>
                      <a:pt x="115" y="58"/>
                    </a:lnTo>
                    <a:cubicBezTo>
                      <a:pt x="38" y="58"/>
                      <a:pt x="0" y="96"/>
                      <a:pt x="0" y="173"/>
                    </a:cubicBezTo>
                    <a:cubicBezTo>
                      <a:pt x="0" y="249"/>
                      <a:pt x="38" y="287"/>
                      <a:pt x="115" y="287"/>
                    </a:cubicBezTo>
                    <a:lnTo>
                      <a:pt x="2316" y="249"/>
                    </a:lnTo>
                    <a:cubicBezTo>
                      <a:pt x="2393" y="249"/>
                      <a:pt x="2431" y="192"/>
                      <a:pt x="2431" y="134"/>
                    </a:cubicBezTo>
                    <a:cubicBezTo>
                      <a:pt x="2431" y="58"/>
                      <a:pt x="2393" y="0"/>
                      <a:pt x="23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1"/>
              <p:cNvSpPr/>
              <p:nvPr/>
            </p:nvSpPr>
            <p:spPr>
              <a:xfrm>
                <a:off x="1698692" y="1052005"/>
                <a:ext cx="128239" cy="13180"/>
              </a:xfrm>
              <a:custGeom>
                <a:rect b="b" l="l" r="r" t="t"/>
                <a:pathLst>
                  <a:path extrusionOk="0" h="307" w="2987">
                    <a:moveTo>
                      <a:pt x="115" y="0"/>
                    </a:moveTo>
                    <a:cubicBezTo>
                      <a:pt x="77" y="0"/>
                      <a:pt x="0" y="38"/>
                      <a:pt x="0" y="115"/>
                    </a:cubicBezTo>
                    <a:cubicBezTo>
                      <a:pt x="0" y="192"/>
                      <a:pt x="39" y="230"/>
                      <a:pt x="115" y="230"/>
                    </a:cubicBezTo>
                    <a:lnTo>
                      <a:pt x="2871" y="306"/>
                    </a:lnTo>
                    <a:cubicBezTo>
                      <a:pt x="2910" y="306"/>
                      <a:pt x="2967" y="268"/>
                      <a:pt x="2986" y="192"/>
                    </a:cubicBezTo>
                    <a:cubicBezTo>
                      <a:pt x="2986" y="115"/>
                      <a:pt x="2948" y="77"/>
                      <a:pt x="2871" y="77"/>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1"/>
              <p:cNvSpPr/>
              <p:nvPr/>
            </p:nvSpPr>
            <p:spPr>
              <a:xfrm>
                <a:off x="1678943" y="1180200"/>
                <a:ext cx="138930" cy="13996"/>
              </a:xfrm>
              <a:custGeom>
                <a:rect b="b" l="l" r="r" t="t"/>
                <a:pathLst>
                  <a:path extrusionOk="0" h="326" w="3236">
                    <a:moveTo>
                      <a:pt x="3121" y="0"/>
                    </a:moveTo>
                    <a:lnTo>
                      <a:pt x="116" y="77"/>
                    </a:lnTo>
                    <a:cubicBezTo>
                      <a:pt x="58" y="77"/>
                      <a:pt x="1" y="115"/>
                      <a:pt x="1" y="191"/>
                    </a:cubicBezTo>
                    <a:cubicBezTo>
                      <a:pt x="1" y="268"/>
                      <a:pt x="58" y="325"/>
                      <a:pt x="116" y="325"/>
                    </a:cubicBezTo>
                    <a:lnTo>
                      <a:pt x="3121" y="249"/>
                    </a:lnTo>
                    <a:cubicBezTo>
                      <a:pt x="3178" y="249"/>
                      <a:pt x="3236" y="191"/>
                      <a:pt x="3236" y="115"/>
                    </a:cubicBezTo>
                    <a:cubicBezTo>
                      <a:pt x="3236" y="58"/>
                      <a:pt x="3178" y="0"/>
                      <a:pt x="31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1"/>
              <p:cNvSpPr/>
              <p:nvPr/>
            </p:nvSpPr>
            <p:spPr>
              <a:xfrm>
                <a:off x="1811260" y="1120996"/>
                <a:ext cx="138930" cy="13223"/>
              </a:xfrm>
              <a:custGeom>
                <a:rect b="b" l="l" r="r" t="t"/>
                <a:pathLst>
                  <a:path extrusionOk="0" h="308" w="3236">
                    <a:moveTo>
                      <a:pt x="3120" y="1"/>
                    </a:moveTo>
                    <a:lnTo>
                      <a:pt x="135" y="78"/>
                    </a:lnTo>
                    <a:cubicBezTo>
                      <a:pt x="58" y="78"/>
                      <a:pt x="1" y="116"/>
                      <a:pt x="1" y="192"/>
                    </a:cubicBezTo>
                    <a:cubicBezTo>
                      <a:pt x="1" y="269"/>
                      <a:pt x="58" y="307"/>
                      <a:pt x="135" y="307"/>
                    </a:cubicBezTo>
                    <a:lnTo>
                      <a:pt x="3120" y="231"/>
                    </a:lnTo>
                    <a:cubicBezTo>
                      <a:pt x="3197" y="231"/>
                      <a:pt x="3235" y="192"/>
                      <a:pt x="3235" y="116"/>
                    </a:cubicBezTo>
                    <a:cubicBezTo>
                      <a:pt x="3235" y="39"/>
                      <a:pt x="3197" y="1"/>
                      <a:pt x="31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1"/>
              <p:cNvSpPr/>
              <p:nvPr/>
            </p:nvSpPr>
            <p:spPr>
              <a:xfrm>
                <a:off x="1809629" y="1240176"/>
                <a:ext cx="138930" cy="15670"/>
              </a:xfrm>
              <a:custGeom>
                <a:rect b="b" l="l" r="r" t="t"/>
                <a:pathLst>
                  <a:path extrusionOk="0" h="365" w="3236">
                    <a:moveTo>
                      <a:pt x="3101" y="0"/>
                    </a:moveTo>
                    <a:lnTo>
                      <a:pt x="115" y="115"/>
                    </a:lnTo>
                    <a:cubicBezTo>
                      <a:pt x="39" y="115"/>
                      <a:pt x="0" y="153"/>
                      <a:pt x="0" y="230"/>
                    </a:cubicBezTo>
                    <a:cubicBezTo>
                      <a:pt x="0" y="307"/>
                      <a:pt x="39" y="364"/>
                      <a:pt x="115" y="364"/>
                    </a:cubicBezTo>
                    <a:lnTo>
                      <a:pt x="3101" y="230"/>
                    </a:lnTo>
                    <a:cubicBezTo>
                      <a:pt x="3178" y="230"/>
                      <a:pt x="3235" y="192"/>
                      <a:pt x="3235" y="115"/>
                    </a:cubicBezTo>
                    <a:cubicBezTo>
                      <a:pt x="3235" y="39"/>
                      <a:pt x="3178" y="0"/>
                      <a:pt x="31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1"/>
              <p:cNvSpPr/>
              <p:nvPr/>
            </p:nvSpPr>
            <p:spPr>
              <a:xfrm>
                <a:off x="1942761" y="1062652"/>
                <a:ext cx="137255" cy="9917"/>
              </a:xfrm>
              <a:custGeom>
                <a:rect b="b" l="l" r="r" t="t"/>
                <a:pathLst>
                  <a:path extrusionOk="0" h="231" w="3197">
                    <a:moveTo>
                      <a:pt x="134" y="1"/>
                    </a:moveTo>
                    <a:cubicBezTo>
                      <a:pt x="57" y="1"/>
                      <a:pt x="0" y="39"/>
                      <a:pt x="0" y="116"/>
                    </a:cubicBezTo>
                    <a:cubicBezTo>
                      <a:pt x="0" y="192"/>
                      <a:pt x="57" y="231"/>
                      <a:pt x="134" y="231"/>
                    </a:cubicBezTo>
                    <a:lnTo>
                      <a:pt x="3063" y="231"/>
                    </a:lnTo>
                    <a:cubicBezTo>
                      <a:pt x="3139" y="231"/>
                      <a:pt x="3197" y="192"/>
                      <a:pt x="3197" y="116"/>
                    </a:cubicBezTo>
                    <a:cubicBezTo>
                      <a:pt x="3197" y="39"/>
                      <a:pt x="3139" y="1"/>
                      <a:pt x="30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1"/>
              <p:cNvSpPr/>
              <p:nvPr/>
            </p:nvSpPr>
            <p:spPr>
              <a:xfrm>
                <a:off x="1942761" y="1190847"/>
                <a:ext cx="138887" cy="20608"/>
              </a:xfrm>
              <a:custGeom>
                <a:rect b="b" l="l" r="r" t="t"/>
                <a:pathLst>
                  <a:path extrusionOk="0" h="480" w="3235">
                    <a:moveTo>
                      <a:pt x="3120" y="1"/>
                    </a:moveTo>
                    <a:lnTo>
                      <a:pt x="134" y="231"/>
                    </a:lnTo>
                    <a:cubicBezTo>
                      <a:pt x="57" y="231"/>
                      <a:pt x="0" y="288"/>
                      <a:pt x="0" y="365"/>
                    </a:cubicBezTo>
                    <a:cubicBezTo>
                      <a:pt x="0" y="422"/>
                      <a:pt x="57" y="479"/>
                      <a:pt x="134" y="479"/>
                    </a:cubicBezTo>
                    <a:lnTo>
                      <a:pt x="3120" y="231"/>
                    </a:lnTo>
                    <a:cubicBezTo>
                      <a:pt x="3197" y="231"/>
                      <a:pt x="3235" y="192"/>
                      <a:pt x="3235" y="116"/>
                    </a:cubicBezTo>
                    <a:cubicBezTo>
                      <a:pt x="3235" y="39"/>
                      <a:pt x="3197" y="1"/>
                      <a:pt x="31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1"/>
              <p:cNvSpPr/>
              <p:nvPr/>
            </p:nvSpPr>
            <p:spPr>
              <a:xfrm>
                <a:off x="2074219" y="1130055"/>
                <a:ext cx="118365" cy="12365"/>
              </a:xfrm>
              <a:custGeom>
                <a:rect b="b" l="l" r="r" t="t"/>
                <a:pathLst>
                  <a:path extrusionOk="0" h="288" w="2757">
                    <a:moveTo>
                      <a:pt x="135" y="1"/>
                    </a:moveTo>
                    <a:cubicBezTo>
                      <a:pt x="77" y="1"/>
                      <a:pt x="1" y="58"/>
                      <a:pt x="1" y="115"/>
                    </a:cubicBezTo>
                    <a:cubicBezTo>
                      <a:pt x="1" y="192"/>
                      <a:pt x="58" y="249"/>
                      <a:pt x="135" y="249"/>
                    </a:cubicBezTo>
                    <a:lnTo>
                      <a:pt x="2642" y="288"/>
                    </a:lnTo>
                    <a:cubicBezTo>
                      <a:pt x="2719" y="288"/>
                      <a:pt x="2757" y="249"/>
                      <a:pt x="2757" y="173"/>
                    </a:cubicBezTo>
                    <a:cubicBezTo>
                      <a:pt x="2757" y="96"/>
                      <a:pt x="2719" y="58"/>
                      <a:pt x="2642" y="58"/>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1"/>
              <p:cNvSpPr/>
              <p:nvPr/>
            </p:nvSpPr>
            <p:spPr>
              <a:xfrm>
                <a:off x="2184340" y="1072526"/>
                <a:ext cx="87153" cy="15670"/>
              </a:xfrm>
              <a:custGeom>
                <a:rect b="b" l="l" r="r" t="t"/>
                <a:pathLst>
                  <a:path extrusionOk="0" h="365" w="2030">
                    <a:moveTo>
                      <a:pt x="115" y="1"/>
                    </a:moveTo>
                    <a:cubicBezTo>
                      <a:pt x="77" y="1"/>
                      <a:pt x="0" y="77"/>
                      <a:pt x="0" y="116"/>
                    </a:cubicBezTo>
                    <a:cubicBezTo>
                      <a:pt x="0" y="173"/>
                      <a:pt x="58" y="249"/>
                      <a:pt x="115" y="249"/>
                    </a:cubicBezTo>
                    <a:lnTo>
                      <a:pt x="1914" y="364"/>
                    </a:lnTo>
                    <a:cubicBezTo>
                      <a:pt x="1991" y="364"/>
                      <a:pt x="2029" y="307"/>
                      <a:pt x="2029" y="249"/>
                    </a:cubicBezTo>
                    <a:cubicBezTo>
                      <a:pt x="2029" y="192"/>
                      <a:pt x="1991" y="116"/>
                      <a:pt x="1914" y="116"/>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1"/>
              <p:cNvSpPr/>
              <p:nvPr/>
            </p:nvSpPr>
            <p:spPr>
              <a:xfrm>
                <a:off x="2199967" y="1235239"/>
                <a:ext cx="110122" cy="12365"/>
              </a:xfrm>
              <a:custGeom>
                <a:rect b="b" l="l" r="r" t="t"/>
                <a:pathLst>
                  <a:path extrusionOk="0" h="288" w="2565">
                    <a:moveTo>
                      <a:pt x="2431" y="1"/>
                    </a:moveTo>
                    <a:lnTo>
                      <a:pt x="115" y="39"/>
                    </a:lnTo>
                    <a:cubicBezTo>
                      <a:pt x="38" y="39"/>
                      <a:pt x="0" y="96"/>
                      <a:pt x="0" y="154"/>
                    </a:cubicBezTo>
                    <a:cubicBezTo>
                      <a:pt x="0" y="230"/>
                      <a:pt x="38" y="288"/>
                      <a:pt x="115" y="288"/>
                    </a:cubicBezTo>
                    <a:lnTo>
                      <a:pt x="2431" y="230"/>
                    </a:lnTo>
                    <a:cubicBezTo>
                      <a:pt x="2507" y="230"/>
                      <a:pt x="2565" y="192"/>
                      <a:pt x="2565" y="115"/>
                    </a:cubicBezTo>
                    <a:cubicBezTo>
                      <a:pt x="2565" y="39"/>
                      <a:pt x="2507" y="1"/>
                      <a:pt x="24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1"/>
              <p:cNvSpPr/>
              <p:nvPr/>
            </p:nvSpPr>
            <p:spPr>
              <a:xfrm>
                <a:off x="2289524" y="1149761"/>
                <a:ext cx="69894" cy="15670"/>
              </a:xfrm>
              <a:custGeom>
                <a:rect b="b" l="l" r="r" t="t"/>
                <a:pathLst>
                  <a:path extrusionOk="0" h="365" w="1628">
                    <a:moveTo>
                      <a:pt x="1493" y="1"/>
                    </a:moveTo>
                    <a:lnTo>
                      <a:pt x="115" y="116"/>
                    </a:lnTo>
                    <a:cubicBezTo>
                      <a:pt x="39" y="116"/>
                      <a:pt x="0" y="173"/>
                      <a:pt x="0" y="231"/>
                    </a:cubicBezTo>
                    <a:cubicBezTo>
                      <a:pt x="0" y="307"/>
                      <a:pt x="39" y="365"/>
                      <a:pt x="115" y="365"/>
                    </a:cubicBezTo>
                    <a:lnTo>
                      <a:pt x="1493" y="231"/>
                    </a:lnTo>
                    <a:cubicBezTo>
                      <a:pt x="1570" y="231"/>
                      <a:pt x="1627" y="192"/>
                      <a:pt x="1627" y="116"/>
                    </a:cubicBezTo>
                    <a:cubicBezTo>
                      <a:pt x="1627" y="39"/>
                      <a:pt x="1570" y="1"/>
                      <a:pt x="14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1"/>
              <p:cNvSpPr/>
              <p:nvPr/>
            </p:nvSpPr>
            <p:spPr>
              <a:xfrm>
                <a:off x="2353621" y="1281262"/>
                <a:ext cx="74016" cy="9917"/>
              </a:xfrm>
              <a:custGeom>
                <a:rect b="b" l="l" r="r" t="t"/>
                <a:pathLst>
                  <a:path extrusionOk="0" h="231" w="1724">
                    <a:moveTo>
                      <a:pt x="134" y="0"/>
                    </a:moveTo>
                    <a:cubicBezTo>
                      <a:pt x="58" y="0"/>
                      <a:pt x="0" y="39"/>
                      <a:pt x="0" y="115"/>
                    </a:cubicBezTo>
                    <a:cubicBezTo>
                      <a:pt x="0" y="192"/>
                      <a:pt x="58" y="230"/>
                      <a:pt x="134" y="230"/>
                    </a:cubicBezTo>
                    <a:lnTo>
                      <a:pt x="1608" y="230"/>
                    </a:lnTo>
                    <a:cubicBezTo>
                      <a:pt x="1666" y="230"/>
                      <a:pt x="1723" y="192"/>
                      <a:pt x="1723" y="115"/>
                    </a:cubicBezTo>
                    <a:cubicBezTo>
                      <a:pt x="1723" y="39"/>
                      <a:pt x="1685" y="0"/>
                      <a:pt x="16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1"/>
              <p:cNvSpPr/>
              <p:nvPr/>
            </p:nvSpPr>
            <p:spPr>
              <a:xfrm>
                <a:off x="2425103" y="1224549"/>
                <a:ext cx="121671" cy="15670"/>
              </a:xfrm>
              <a:custGeom>
                <a:rect b="b" l="l" r="r" t="t"/>
                <a:pathLst>
                  <a:path extrusionOk="0" h="365" w="2834">
                    <a:moveTo>
                      <a:pt x="115" y="1"/>
                    </a:moveTo>
                    <a:cubicBezTo>
                      <a:pt x="58" y="1"/>
                      <a:pt x="1" y="39"/>
                      <a:pt x="1" y="116"/>
                    </a:cubicBezTo>
                    <a:cubicBezTo>
                      <a:pt x="1" y="192"/>
                      <a:pt x="39" y="250"/>
                      <a:pt x="115" y="250"/>
                    </a:cubicBezTo>
                    <a:lnTo>
                      <a:pt x="2719" y="364"/>
                    </a:lnTo>
                    <a:cubicBezTo>
                      <a:pt x="2795" y="364"/>
                      <a:pt x="2833" y="307"/>
                      <a:pt x="2814" y="250"/>
                    </a:cubicBezTo>
                    <a:cubicBezTo>
                      <a:pt x="2814" y="173"/>
                      <a:pt x="2776" y="116"/>
                      <a:pt x="2699" y="116"/>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1"/>
              <p:cNvSpPr/>
              <p:nvPr/>
            </p:nvSpPr>
            <p:spPr>
              <a:xfrm>
                <a:off x="2550852" y="1311658"/>
                <a:ext cx="120812" cy="15670"/>
              </a:xfrm>
              <a:custGeom>
                <a:rect b="b" l="l" r="r" t="t"/>
                <a:pathLst>
                  <a:path extrusionOk="0" h="365" w="2814">
                    <a:moveTo>
                      <a:pt x="2680" y="1"/>
                    </a:moveTo>
                    <a:lnTo>
                      <a:pt x="134" y="135"/>
                    </a:lnTo>
                    <a:cubicBezTo>
                      <a:pt x="58" y="135"/>
                      <a:pt x="0" y="173"/>
                      <a:pt x="0" y="249"/>
                    </a:cubicBezTo>
                    <a:cubicBezTo>
                      <a:pt x="0" y="326"/>
                      <a:pt x="58" y="364"/>
                      <a:pt x="134" y="364"/>
                    </a:cubicBezTo>
                    <a:lnTo>
                      <a:pt x="2680" y="249"/>
                    </a:lnTo>
                    <a:cubicBezTo>
                      <a:pt x="2756" y="249"/>
                      <a:pt x="2814" y="192"/>
                      <a:pt x="2814" y="135"/>
                    </a:cubicBezTo>
                    <a:cubicBezTo>
                      <a:pt x="2814" y="58"/>
                      <a:pt x="2756" y="1"/>
                      <a:pt x="26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1"/>
              <p:cNvSpPr/>
              <p:nvPr/>
            </p:nvSpPr>
            <p:spPr>
              <a:xfrm>
                <a:off x="2538530" y="1167020"/>
                <a:ext cx="110122" cy="13223"/>
              </a:xfrm>
              <a:custGeom>
                <a:rect b="b" l="l" r="r" t="t"/>
                <a:pathLst>
                  <a:path extrusionOk="0" h="308" w="2565">
                    <a:moveTo>
                      <a:pt x="2450" y="1"/>
                    </a:moveTo>
                    <a:lnTo>
                      <a:pt x="134" y="77"/>
                    </a:lnTo>
                    <a:cubicBezTo>
                      <a:pt x="57" y="77"/>
                      <a:pt x="0" y="116"/>
                      <a:pt x="0" y="192"/>
                    </a:cubicBezTo>
                    <a:cubicBezTo>
                      <a:pt x="0" y="269"/>
                      <a:pt x="57" y="307"/>
                      <a:pt x="134" y="307"/>
                    </a:cubicBezTo>
                    <a:lnTo>
                      <a:pt x="2450" y="250"/>
                    </a:lnTo>
                    <a:cubicBezTo>
                      <a:pt x="2527" y="250"/>
                      <a:pt x="2565" y="192"/>
                      <a:pt x="2565" y="116"/>
                    </a:cubicBezTo>
                    <a:cubicBezTo>
                      <a:pt x="2565" y="58"/>
                      <a:pt x="2527" y="1"/>
                      <a:pt x="24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1"/>
              <p:cNvSpPr/>
              <p:nvPr/>
            </p:nvSpPr>
            <p:spPr>
              <a:xfrm>
                <a:off x="2654361" y="1235239"/>
                <a:ext cx="133992" cy="14855"/>
              </a:xfrm>
              <a:custGeom>
                <a:rect b="b" l="l" r="r" t="t"/>
                <a:pathLst>
                  <a:path extrusionOk="0" h="346" w="3121">
                    <a:moveTo>
                      <a:pt x="3006" y="1"/>
                    </a:moveTo>
                    <a:lnTo>
                      <a:pt x="135" y="115"/>
                    </a:lnTo>
                    <a:cubicBezTo>
                      <a:pt x="58" y="115"/>
                      <a:pt x="1" y="154"/>
                      <a:pt x="1" y="230"/>
                    </a:cubicBezTo>
                    <a:cubicBezTo>
                      <a:pt x="1" y="307"/>
                      <a:pt x="58" y="345"/>
                      <a:pt x="135" y="345"/>
                    </a:cubicBezTo>
                    <a:lnTo>
                      <a:pt x="3006" y="230"/>
                    </a:lnTo>
                    <a:cubicBezTo>
                      <a:pt x="3082" y="230"/>
                      <a:pt x="3121" y="192"/>
                      <a:pt x="3121" y="115"/>
                    </a:cubicBezTo>
                    <a:cubicBezTo>
                      <a:pt x="3121" y="39"/>
                      <a:pt x="3082" y="1"/>
                      <a:pt x="30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1"/>
              <p:cNvSpPr/>
              <p:nvPr/>
            </p:nvSpPr>
            <p:spPr>
              <a:xfrm>
                <a:off x="2759545" y="1151435"/>
                <a:ext cx="78137" cy="18933"/>
              </a:xfrm>
              <a:custGeom>
                <a:rect b="b" l="l" r="r" t="t"/>
                <a:pathLst>
                  <a:path extrusionOk="0" h="441" w="1820">
                    <a:moveTo>
                      <a:pt x="1647" y="0"/>
                    </a:moveTo>
                    <a:lnTo>
                      <a:pt x="97" y="192"/>
                    </a:lnTo>
                    <a:cubicBezTo>
                      <a:pt x="58" y="230"/>
                      <a:pt x="1" y="268"/>
                      <a:pt x="1" y="345"/>
                    </a:cubicBezTo>
                    <a:cubicBezTo>
                      <a:pt x="1" y="383"/>
                      <a:pt x="77" y="440"/>
                      <a:pt x="116" y="440"/>
                    </a:cubicBezTo>
                    <a:lnTo>
                      <a:pt x="1704" y="249"/>
                    </a:lnTo>
                    <a:cubicBezTo>
                      <a:pt x="1743" y="230"/>
                      <a:pt x="1819" y="153"/>
                      <a:pt x="1800" y="96"/>
                    </a:cubicBezTo>
                    <a:cubicBezTo>
                      <a:pt x="1781" y="58"/>
                      <a:pt x="1723" y="0"/>
                      <a:pt x="16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1"/>
              <p:cNvSpPr/>
              <p:nvPr/>
            </p:nvSpPr>
            <p:spPr>
              <a:xfrm>
                <a:off x="2811321" y="1302642"/>
                <a:ext cx="95353" cy="23870"/>
              </a:xfrm>
              <a:custGeom>
                <a:rect b="b" l="l" r="r" t="t"/>
                <a:pathLst>
                  <a:path extrusionOk="0" h="556" w="2221">
                    <a:moveTo>
                      <a:pt x="2068" y="0"/>
                    </a:moveTo>
                    <a:lnTo>
                      <a:pt x="96" y="306"/>
                    </a:lnTo>
                    <a:cubicBezTo>
                      <a:pt x="20" y="345"/>
                      <a:pt x="1" y="383"/>
                      <a:pt x="1" y="459"/>
                    </a:cubicBezTo>
                    <a:cubicBezTo>
                      <a:pt x="1" y="498"/>
                      <a:pt x="58" y="555"/>
                      <a:pt x="116" y="555"/>
                    </a:cubicBezTo>
                    <a:lnTo>
                      <a:pt x="2125" y="249"/>
                    </a:lnTo>
                    <a:cubicBezTo>
                      <a:pt x="2202" y="211"/>
                      <a:pt x="2221" y="172"/>
                      <a:pt x="2221" y="96"/>
                    </a:cubicBezTo>
                    <a:cubicBezTo>
                      <a:pt x="2202" y="19"/>
                      <a:pt x="2144" y="0"/>
                      <a:pt x="20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0" name="Google Shape;1180;p31"/>
            <p:cNvGrpSpPr/>
            <p:nvPr/>
          </p:nvGrpSpPr>
          <p:grpSpPr>
            <a:xfrm>
              <a:off x="1422725" y="2738149"/>
              <a:ext cx="870240" cy="338577"/>
              <a:chOff x="1406968" y="2347869"/>
              <a:chExt cx="751957" cy="292583"/>
            </a:xfrm>
          </p:grpSpPr>
          <p:sp>
            <p:nvSpPr>
              <p:cNvPr id="1181" name="Google Shape;1181;p31"/>
              <p:cNvSpPr/>
              <p:nvPr/>
            </p:nvSpPr>
            <p:spPr>
              <a:xfrm>
                <a:off x="1415984" y="2390629"/>
                <a:ext cx="123345" cy="9874"/>
              </a:xfrm>
              <a:custGeom>
                <a:rect b="b" l="l" r="r" t="t"/>
                <a:pathLst>
                  <a:path extrusionOk="0" h="230" w="2873">
                    <a:moveTo>
                      <a:pt x="116" y="0"/>
                    </a:moveTo>
                    <a:cubicBezTo>
                      <a:pt x="58" y="0"/>
                      <a:pt x="1" y="38"/>
                      <a:pt x="1" y="115"/>
                    </a:cubicBezTo>
                    <a:cubicBezTo>
                      <a:pt x="1" y="192"/>
                      <a:pt x="58" y="230"/>
                      <a:pt x="116" y="230"/>
                    </a:cubicBezTo>
                    <a:lnTo>
                      <a:pt x="2757" y="230"/>
                    </a:lnTo>
                    <a:cubicBezTo>
                      <a:pt x="2834" y="230"/>
                      <a:pt x="2872" y="192"/>
                      <a:pt x="2872" y="115"/>
                    </a:cubicBezTo>
                    <a:cubicBezTo>
                      <a:pt x="2872" y="38"/>
                      <a:pt x="2834" y="0"/>
                      <a:pt x="27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1"/>
              <p:cNvSpPr/>
              <p:nvPr/>
            </p:nvSpPr>
            <p:spPr>
              <a:xfrm>
                <a:off x="1482572" y="2353621"/>
                <a:ext cx="14812" cy="48557"/>
              </a:xfrm>
              <a:custGeom>
                <a:rect b="b" l="l" r="r" t="t"/>
                <a:pathLst>
                  <a:path extrusionOk="0" h="1131" w="345">
                    <a:moveTo>
                      <a:pt x="96" y="1"/>
                    </a:moveTo>
                    <a:cubicBezTo>
                      <a:pt x="58" y="1"/>
                      <a:pt x="0" y="39"/>
                      <a:pt x="0" y="116"/>
                    </a:cubicBezTo>
                    <a:lnTo>
                      <a:pt x="96" y="1034"/>
                    </a:lnTo>
                    <a:cubicBezTo>
                      <a:pt x="96" y="1073"/>
                      <a:pt x="153" y="1130"/>
                      <a:pt x="211" y="1130"/>
                    </a:cubicBezTo>
                    <a:cubicBezTo>
                      <a:pt x="287" y="1092"/>
                      <a:pt x="345" y="1054"/>
                      <a:pt x="326" y="996"/>
                    </a:cubicBezTo>
                    <a:lnTo>
                      <a:pt x="211" y="97"/>
                    </a:lnTo>
                    <a:cubicBezTo>
                      <a:pt x="211" y="39"/>
                      <a:pt x="173"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1"/>
              <p:cNvSpPr/>
              <p:nvPr/>
            </p:nvSpPr>
            <p:spPr>
              <a:xfrm>
                <a:off x="1437364" y="2353621"/>
                <a:ext cx="10733" cy="46067"/>
              </a:xfrm>
              <a:custGeom>
                <a:rect b="b" l="l" r="r" t="t"/>
                <a:pathLst>
                  <a:path extrusionOk="0" h="1073" w="250">
                    <a:moveTo>
                      <a:pt x="135" y="1"/>
                    </a:moveTo>
                    <a:cubicBezTo>
                      <a:pt x="58" y="1"/>
                      <a:pt x="1" y="39"/>
                      <a:pt x="1" y="116"/>
                    </a:cubicBezTo>
                    <a:lnTo>
                      <a:pt x="1" y="958"/>
                    </a:lnTo>
                    <a:cubicBezTo>
                      <a:pt x="1" y="1034"/>
                      <a:pt x="58" y="1073"/>
                      <a:pt x="135" y="1073"/>
                    </a:cubicBezTo>
                    <a:cubicBezTo>
                      <a:pt x="192" y="1073"/>
                      <a:pt x="249" y="1015"/>
                      <a:pt x="249" y="958"/>
                    </a:cubicBezTo>
                    <a:lnTo>
                      <a:pt x="249" y="116"/>
                    </a:lnTo>
                    <a:cubicBezTo>
                      <a:pt x="249"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1"/>
              <p:cNvSpPr/>
              <p:nvPr/>
            </p:nvSpPr>
            <p:spPr>
              <a:xfrm>
                <a:off x="1468576" y="2390629"/>
                <a:ext cx="9917" cy="46882"/>
              </a:xfrm>
              <a:custGeom>
                <a:rect b="b" l="l" r="r" t="t"/>
                <a:pathLst>
                  <a:path extrusionOk="0" h="1092" w="231">
                    <a:moveTo>
                      <a:pt x="116" y="0"/>
                    </a:moveTo>
                    <a:cubicBezTo>
                      <a:pt x="39" y="0"/>
                      <a:pt x="1" y="38"/>
                      <a:pt x="1" y="115"/>
                    </a:cubicBezTo>
                    <a:lnTo>
                      <a:pt x="1" y="976"/>
                    </a:lnTo>
                    <a:cubicBezTo>
                      <a:pt x="1" y="1053"/>
                      <a:pt x="39" y="1091"/>
                      <a:pt x="116" y="1091"/>
                    </a:cubicBezTo>
                    <a:cubicBezTo>
                      <a:pt x="192" y="1091"/>
                      <a:pt x="231" y="1053"/>
                      <a:pt x="231" y="976"/>
                    </a:cubicBezTo>
                    <a:lnTo>
                      <a:pt x="231" y="115"/>
                    </a:lnTo>
                    <a:cubicBezTo>
                      <a:pt x="231" y="3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1"/>
              <p:cNvSpPr/>
              <p:nvPr/>
            </p:nvSpPr>
            <p:spPr>
              <a:xfrm>
                <a:off x="1420921" y="2432531"/>
                <a:ext cx="102780" cy="12365"/>
              </a:xfrm>
              <a:custGeom>
                <a:rect b="b" l="l" r="r" t="t"/>
                <a:pathLst>
                  <a:path extrusionOk="0" h="288" w="2394">
                    <a:moveTo>
                      <a:pt x="135" y="0"/>
                    </a:moveTo>
                    <a:cubicBezTo>
                      <a:pt x="58" y="0"/>
                      <a:pt x="1" y="58"/>
                      <a:pt x="1" y="115"/>
                    </a:cubicBezTo>
                    <a:cubicBezTo>
                      <a:pt x="1" y="192"/>
                      <a:pt x="58" y="249"/>
                      <a:pt x="135" y="249"/>
                    </a:cubicBezTo>
                    <a:lnTo>
                      <a:pt x="2279" y="287"/>
                    </a:lnTo>
                    <a:cubicBezTo>
                      <a:pt x="2355" y="287"/>
                      <a:pt x="2393" y="249"/>
                      <a:pt x="2393" y="173"/>
                    </a:cubicBezTo>
                    <a:cubicBezTo>
                      <a:pt x="2393" y="96"/>
                      <a:pt x="2355" y="58"/>
                      <a:pt x="2279" y="58"/>
                    </a:cubicBezTo>
                    <a:lnTo>
                      <a:pt x="1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1"/>
              <p:cNvSpPr/>
              <p:nvPr/>
            </p:nvSpPr>
            <p:spPr>
              <a:xfrm>
                <a:off x="1406968" y="2347869"/>
                <a:ext cx="135624" cy="11549"/>
              </a:xfrm>
              <a:custGeom>
                <a:rect b="b" l="l" r="r" t="t"/>
                <a:pathLst>
                  <a:path extrusionOk="0" h="269" w="3159">
                    <a:moveTo>
                      <a:pt x="115" y="1"/>
                    </a:moveTo>
                    <a:cubicBezTo>
                      <a:pt x="39" y="1"/>
                      <a:pt x="0" y="58"/>
                      <a:pt x="0" y="135"/>
                    </a:cubicBezTo>
                    <a:cubicBezTo>
                      <a:pt x="0" y="192"/>
                      <a:pt x="39" y="250"/>
                      <a:pt x="115" y="250"/>
                    </a:cubicBezTo>
                    <a:lnTo>
                      <a:pt x="3044" y="269"/>
                    </a:lnTo>
                    <a:cubicBezTo>
                      <a:pt x="3101" y="269"/>
                      <a:pt x="3159" y="231"/>
                      <a:pt x="3159" y="154"/>
                    </a:cubicBezTo>
                    <a:cubicBezTo>
                      <a:pt x="3159" y="77"/>
                      <a:pt x="3101" y="39"/>
                      <a:pt x="3044"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1"/>
              <p:cNvSpPr/>
              <p:nvPr/>
            </p:nvSpPr>
            <p:spPr>
              <a:xfrm>
                <a:off x="2032317" y="2585369"/>
                <a:ext cx="123302" cy="10733"/>
              </a:xfrm>
              <a:custGeom>
                <a:rect b="b" l="l" r="r" t="t"/>
                <a:pathLst>
                  <a:path extrusionOk="0" h="250" w="2872">
                    <a:moveTo>
                      <a:pt x="115" y="1"/>
                    </a:moveTo>
                    <a:cubicBezTo>
                      <a:pt x="58" y="1"/>
                      <a:pt x="0" y="58"/>
                      <a:pt x="0" y="134"/>
                    </a:cubicBezTo>
                    <a:cubicBezTo>
                      <a:pt x="0" y="192"/>
                      <a:pt x="58" y="249"/>
                      <a:pt x="115" y="249"/>
                    </a:cubicBezTo>
                    <a:lnTo>
                      <a:pt x="2757" y="249"/>
                    </a:lnTo>
                    <a:cubicBezTo>
                      <a:pt x="2833" y="249"/>
                      <a:pt x="2871" y="192"/>
                      <a:pt x="2871" y="134"/>
                    </a:cubicBezTo>
                    <a:cubicBezTo>
                      <a:pt x="2871" y="58"/>
                      <a:pt x="2833" y="1"/>
                      <a:pt x="2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1"/>
              <p:cNvSpPr/>
              <p:nvPr/>
            </p:nvSpPr>
            <p:spPr>
              <a:xfrm>
                <a:off x="2098862" y="2548405"/>
                <a:ext cx="14855" cy="48514"/>
              </a:xfrm>
              <a:custGeom>
                <a:rect b="b" l="l" r="r" t="t"/>
                <a:pathLst>
                  <a:path extrusionOk="0" h="1130" w="346">
                    <a:moveTo>
                      <a:pt x="96" y="0"/>
                    </a:moveTo>
                    <a:cubicBezTo>
                      <a:pt x="58" y="0"/>
                      <a:pt x="1" y="58"/>
                      <a:pt x="1" y="134"/>
                    </a:cubicBezTo>
                    <a:lnTo>
                      <a:pt x="96" y="1034"/>
                    </a:lnTo>
                    <a:cubicBezTo>
                      <a:pt x="96" y="1091"/>
                      <a:pt x="154" y="1129"/>
                      <a:pt x="230" y="1129"/>
                    </a:cubicBezTo>
                    <a:cubicBezTo>
                      <a:pt x="288" y="1110"/>
                      <a:pt x="345" y="1053"/>
                      <a:pt x="326" y="1015"/>
                    </a:cubicBezTo>
                    <a:lnTo>
                      <a:pt x="230" y="96"/>
                    </a:lnTo>
                    <a:cubicBezTo>
                      <a:pt x="230" y="58"/>
                      <a:pt x="173"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1"/>
              <p:cNvSpPr/>
              <p:nvPr/>
            </p:nvSpPr>
            <p:spPr>
              <a:xfrm>
                <a:off x="2053698" y="2548405"/>
                <a:ext cx="10690" cy="46882"/>
              </a:xfrm>
              <a:custGeom>
                <a:rect b="b" l="l" r="r" t="t"/>
                <a:pathLst>
                  <a:path extrusionOk="0" h="1092" w="249">
                    <a:moveTo>
                      <a:pt x="134" y="0"/>
                    </a:moveTo>
                    <a:cubicBezTo>
                      <a:pt x="57" y="0"/>
                      <a:pt x="0" y="58"/>
                      <a:pt x="0" y="134"/>
                    </a:cubicBezTo>
                    <a:lnTo>
                      <a:pt x="0" y="957"/>
                    </a:lnTo>
                    <a:cubicBezTo>
                      <a:pt x="0" y="1034"/>
                      <a:pt x="57" y="1091"/>
                      <a:pt x="134" y="1091"/>
                    </a:cubicBezTo>
                    <a:cubicBezTo>
                      <a:pt x="191" y="1091"/>
                      <a:pt x="249" y="1034"/>
                      <a:pt x="249" y="957"/>
                    </a:cubicBezTo>
                    <a:lnTo>
                      <a:pt x="249" y="134"/>
                    </a:lnTo>
                    <a:cubicBezTo>
                      <a:pt x="249" y="58"/>
                      <a:pt x="191"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1"/>
              <p:cNvSpPr/>
              <p:nvPr/>
            </p:nvSpPr>
            <p:spPr>
              <a:xfrm>
                <a:off x="2084909" y="2585369"/>
                <a:ext cx="9917" cy="47698"/>
              </a:xfrm>
              <a:custGeom>
                <a:rect b="b" l="l" r="r" t="t"/>
                <a:pathLst>
                  <a:path extrusionOk="0" h="1111" w="231">
                    <a:moveTo>
                      <a:pt x="115" y="1"/>
                    </a:moveTo>
                    <a:cubicBezTo>
                      <a:pt x="39" y="1"/>
                      <a:pt x="0" y="58"/>
                      <a:pt x="0" y="134"/>
                    </a:cubicBezTo>
                    <a:lnTo>
                      <a:pt x="0" y="996"/>
                    </a:lnTo>
                    <a:cubicBezTo>
                      <a:pt x="0" y="1053"/>
                      <a:pt x="39" y="1111"/>
                      <a:pt x="115" y="1111"/>
                    </a:cubicBezTo>
                    <a:cubicBezTo>
                      <a:pt x="192" y="1111"/>
                      <a:pt x="230" y="1053"/>
                      <a:pt x="230" y="996"/>
                    </a:cubicBezTo>
                    <a:lnTo>
                      <a:pt x="230" y="134"/>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1"/>
              <p:cNvSpPr/>
              <p:nvPr/>
            </p:nvSpPr>
            <p:spPr>
              <a:xfrm>
                <a:off x="2037255" y="2628087"/>
                <a:ext cx="102737" cy="12365"/>
              </a:xfrm>
              <a:custGeom>
                <a:rect b="b" l="l" r="r" t="t"/>
                <a:pathLst>
                  <a:path extrusionOk="0" h="288" w="2393">
                    <a:moveTo>
                      <a:pt x="134" y="1"/>
                    </a:moveTo>
                    <a:cubicBezTo>
                      <a:pt x="58" y="1"/>
                      <a:pt x="0" y="39"/>
                      <a:pt x="0" y="116"/>
                    </a:cubicBezTo>
                    <a:cubicBezTo>
                      <a:pt x="0" y="192"/>
                      <a:pt x="58" y="231"/>
                      <a:pt x="134" y="231"/>
                    </a:cubicBezTo>
                    <a:lnTo>
                      <a:pt x="2278" y="288"/>
                    </a:lnTo>
                    <a:cubicBezTo>
                      <a:pt x="2355" y="288"/>
                      <a:pt x="2393" y="231"/>
                      <a:pt x="2393" y="154"/>
                    </a:cubicBezTo>
                    <a:cubicBezTo>
                      <a:pt x="2393" y="97"/>
                      <a:pt x="2355" y="39"/>
                      <a:pt x="2278" y="39"/>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1"/>
              <p:cNvSpPr/>
              <p:nvPr/>
            </p:nvSpPr>
            <p:spPr>
              <a:xfrm>
                <a:off x="2023259" y="2543467"/>
                <a:ext cx="135667" cy="11549"/>
              </a:xfrm>
              <a:custGeom>
                <a:rect b="b" l="l" r="r" t="t"/>
                <a:pathLst>
                  <a:path extrusionOk="0" h="269" w="3160">
                    <a:moveTo>
                      <a:pt x="116" y="0"/>
                    </a:moveTo>
                    <a:cubicBezTo>
                      <a:pt x="39" y="0"/>
                      <a:pt x="1" y="39"/>
                      <a:pt x="1" y="115"/>
                    </a:cubicBezTo>
                    <a:cubicBezTo>
                      <a:pt x="1" y="192"/>
                      <a:pt x="39" y="249"/>
                      <a:pt x="116" y="249"/>
                    </a:cubicBezTo>
                    <a:lnTo>
                      <a:pt x="3044" y="268"/>
                    </a:lnTo>
                    <a:cubicBezTo>
                      <a:pt x="3102" y="268"/>
                      <a:pt x="3159" y="211"/>
                      <a:pt x="3159" y="153"/>
                    </a:cubicBezTo>
                    <a:cubicBezTo>
                      <a:pt x="3159" y="77"/>
                      <a:pt x="3102" y="19"/>
                      <a:pt x="3044" y="19"/>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3" name="Google Shape;1193;p31"/>
            <p:cNvGrpSpPr/>
            <p:nvPr/>
          </p:nvGrpSpPr>
          <p:grpSpPr>
            <a:xfrm>
              <a:off x="1806942" y="3390512"/>
              <a:ext cx="156957" cy="111286"/>
              <a:chOff x="1738962" y="2911611"/>
              <a:chExt cx="135624" cy="96168"/>
            </a:xfrm>
          </p:grpSpPr>
          <p:sp>
            <p:nvSpPr>
              <p:cNvPr id="1194" name="Google Shape;1194;p31"/>
              <p:cNvSpPr/>
              <p:nvPr/>
            </p:nvSpPr>
            <p:spPr>
              <a:xfrm>
                <a:off x="1747978" y="2953512"/>
                <a:ext cx="123302" cy="9917"/>
              </a:xfrm>
              <a:custGeom>
                <a:rect b="b" l="l" r="r" t="t"/>
                <a:pathLst>
                  <a:path extrusionOk="0" h="231" w="2872">
                    <a:moveTo>
                      <a:pt x="116" y="0"/>
                    </a:moveTo>
                    <a:cubicBezTo>
                      <a:pt x="39" y="0"/>
                      <a:pt x="1" y="39"/>
                      <a:pt x="1" y="115"/>
                    </a:cubicBezTo>
                    <a:cubicBezTo>
                      <a:pt x="1" y="192"/>
                      <a:pt x="39" y="230"/>
                      <a:pt x="116" y="230"/>
                    </a:cubicBezTo>
                    <a:lnTo>
                      <a:pt x="2757" y="230"/>
                    </a:lnTo>
                    <a:cubicBezTo>
                      <a:pt x="2814" y="230"/>
                      <a:pt x="2872" y="192"/>
                      <a:pt x="2872" y="115"/>
                    </a:cubicBezTo>
                    <a:cubicBezTo>
                      <a:pt x="2872" y="39"/>
                      <a:pt x="2814" y="0"/>
                      <a:pt x="27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1"/>
              <p:cNvSpPr/>
              <p:nvPr/>
            </p:nvSpPr>
            <p:spPr>
              <a:xfrm>
                <a:off x="1813707" y="2916548"/>
                <a:ext cx="14039" cy="48514"/>
              </a:xfrm>
              <a:custGeom>
                <a:rect b="b" l="l" r="r" t="t"/>
                <a:pathLst>
                  <a:path extrusionOk="0" h="1130" w="327">
                    <a:moveTo>
                      <a:pt x="97" y="0"/>
                    </a:moveTo>
                    <a:cubicBezTo>
                      <a:pt x="39" y="0"/>
                      <a:pt x="1" y="38"/>
                      <a:pt x="1" y="115"/>
                    </a:cubicBezTo>
                    <a:lnTo>
                      <a:pt x="97" y="1034"/>
                    </a:lnTo>
                    <a:cubicBezTo>
                      <a:pt x="97" y="1072"/>
                      <a:pt x="135" y="1129"/>
                      <a:pt x="212" y="1129"/>
                    </a:cubicBezTo>
                    <a:cubicBezTo>
                      <a:pt x="288" y="1091"/>
                      <a:pt x="326" y="1053"/>
                      <a:pt x="307" y="995"/>
                    </a:cubicBezTo>
                    <a:lnTo>
                      <a:pt x="212" y="96"/>
                    </a:lnTo>
                    <a:cubicBezTo>
                      <a:pt x="212" y="38"/>
                      <a:pt x="173" y="0"/>
                      <a:pt x="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1"/>
              <p:cNvSpPr/>
              <p:nvPr/>
            </p:nvSpPr>
            <p:spPr>
              <a:xfrm>
                <a:off x="1769358" y="2917364"/>
                <a:ext cx="10733" cy="46067"/>
              </a:xfrm>
              <a:custGeom>
                <a:rect b="b" l="l" r="r" t="t"/>
                <a:pathLst>
                  <a:path extrusionOk="0" h="1073" w="250">
                    <a:moveTo>
                      <a:pt x="115" y="0"/>
                    </a:moveTo>
                    <a:cubicBezTo>
                      <a:pt x="39" y="0"/>
                      <a:pt x="0" y="58"/>
                      <a:pt x="0" y="115"/>
                    </a:cubicBezTo>
                    <a:lnTo>
                      <a:pt x="0" y="957"/>
                    </a:lnTo>
                    <a:cubicBezTo>
                      <a:pt x="0" y="1034"/>
                      <a:pt x="39" y="1072"/>
                      <a:pt x="115" y="1072"/>
                    </a:cubicBezTo>
                    <a:cubicBezTo>
                      <a:pt x="173" y="1072"/>
                      <a:pt x="249" y="1015"/>
                      <a:pt x="249" y="957"/>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1"/>
              <p:cNvSpPr/>
              <p:nvPr/>
            </p:nvSpPr>
            <p:spPr>
              <a:xfrm>
                <a:off x="1798939" y="2953512"/>
                <a:ext cx="10733" cy="46882"/>
              </a:xfrm>
              <a:custGeom>
                <a:rect b="b" l="l" r="r" t="t"/>
                <a:pathLst>
                  <a:path extrusionOk="0" h="1092" w="250">
                    <a:moveTo>
                      <a:pt x="134" y="0"/>
                    </a:moveTo>
                    <a:cubicBezTo>
                      <a:pt x="58" y="0"/>
                      <a:pt x="0" y="39"/>
                      <a:pt x="0" y="115"/>
                    </a:cubicBezTo>
                    <a:lnTo>
                      <a:pt x="0" y="977"/>
                    </a:lnTo>
                    <a:cubicBezTo>
                      <a:pt x="0" y="1053"/>
                      <a:pt x="58" y="1092"/>
                      <a:pt x="134" y="1092"/>
                    </a:cubicBezTo>
                    <a:cubicBezTo>
                      <a:pt x="192" y="1092"/>
                      <a:pt x="249" y="1053"/>
                      <a:pt x="249" y="977"/>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1"/>
              <p:cNvSpPr/>
              <p:nvPr/>
            </p:nvSpPr>
            <p:spPr>
              <a:xfrm>
                <a:off x="1752915" y="2995414"/>
                <a:ext cx="102780" cy="12365"/>
              </a:xfrm>
              <a:custGeom>
                <a:rect b="b" l="l" r="r" t="t"/>
                <a:pathLst>
                  <a:path extrusionOk="0" h="288" w="2394">
                    <a:moveTo>
                      <a:pt x="115" y="1"/>
                    </a:moveTo>
                    <a:cubicBezTo>
                      <a:pt x="58" y="1"/>
                      <a:pt x="1" y="58"/>
                      <a:pt x="1" y="116"/>
                    </a:cubicBezTo>
                    <a:cubicBezTo>
                      <a:pt x="1" y="192"/>
                      <a:pt x="58" y="249"/>
                      <a:pt x="115" y="249"/>
                    </a:cubicBezTo>
                    <a:lnTo>
                      <a:pt x="2278" y="288"/>
                    </a:lnTo>
                    <a:cubicBezTo>
                      <a:pt x="2317" y="288"/>
                      <a:pt x="2393" y="249"/>
                      <a:pt x="2393" y="173"/>
                    </a:cubicBezTo>
                    <a:cubicBezTo>
                      <a:pt x="2393" y="96"/>
                      <a:pt x="2355" y="58"/>
                      <a:pt x="2278" y="58"/>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1"/>
              <p:cNvSpPr/>
              <p:nvPr/>
            </p:nvSpPr>
            <p:spPr>
              <a:xfrm>
                <a:off x="1738962" y="2911611"/>
                <a:ext cx="135624" cy="10733"/>
              </a:xfrm>
              <a:custGeom>
                <a:rect b="b" l="l" r="r" t="t"/>
                <a:pathLst>
                  <a:path extrusionOk="0" h="250" w="3159">
                    <a:moveTo>
                      <a:pt x="115" y="0"/>
                    </a:moveTo>
                    <a:cubicBezTo>
                      <a:pt x="38" y="0"/>
                      <a:pt x="0" y="39"/>
                      <a:pt x="0" y="115"/>
                    </a:cubicBezTo>
                    <a:cubicBezTo>
                      <a:pt x="0" y="192"/>
                      <a:pt x="38" y="230"/>
                      <a:pt x="115" y="230"/>
                    </a:cubicBezTo>
                    <a:lnTo>
                      <a:pt x="3024" y="249"/>
                    </a:lnTo>
                    <a:cubicBezTo>
                      <a:pt x="3082" y="249"/>
                      <a:pt x="3158" y="211"/>
                      <a:pt x="3158" y="134"/>
                    </a:cubicBezTo>
                    <a:cubicBezTo>
                      <a:pt x="3158" y="58"/>
                      <a:pt x="3101" y="19"/>
                      <a:pt x="3024" y="19"/>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0" name="Google Shape;1200;p31"/>
            <p:cNvGrpSpPr/>
            <p:nvPr/>
          </p:nvGrpSpPr>
          <p:grpSpPr>
            <a:xfrm>
              <a:off x="2878704" y="2512796"/>
              <a:ext cx="156957" cy="112279"/>
              <a:chOff x="2665051" y="2153128"/>
              <a:chExt cx="135624" cy="97027"/>
            </a:xfrm>
          </p:grpSpPr>
          <p:sp>
            <p:nvSpPr>
              <p:cNvPr id="1201" name="Google Shape;1201;p31"/>
              <p:cNvSpPr/>
              <p:nvPr/>
            </p:nvSpPr>
            <p:spPr>
              <a:xfrm>
                <a:off x="2674110" y="2195030"/>
                <a:ext cx="123302" cy="10733"/>
              </a:xfrm>
              <a:custGeom>
                <a:rect b="b" l="l" r="r" t="t"/>
                <a:pathLst>
                  <a:path extrusionOk="0" h="250" w="2872">
                    <a:moveTo>
                      <a:pt x="134" y="1"/>
                    </a:moveTo>
                    <a:cubicBezTo>
                      <a:pt x="58" y="1"/>
                      <a:pt x="0" y="58"/>
                      <a:pt x="0" y="135"/>
                    </a:cubicBezTo>
                    <a:cubicBezTo>
                      <a:pt x="0" y="192"/>
                      <a:pt x="58" y="250"/>
                      <a:pt x="134" y="250"/>
                    </a:cubicBezTo>
                    <a:lnTo>
                      <a:pt x="2756" y="250"/>
                    </a:lnTo>
                    <a:cubicBezTo>
                      <a:pt x="2833" y="250"/>
                      <a:pt x="2871" y="192"/>
                      <a:pt x="2871" y="135"/>
                    </a:cubicBezTo>
                    <a:cubicBezTo>
                      <a:pt x="2871" y="58"/>
                      <a:pt x="2833" y="1"/>
                      <a:pt x="2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1"/>
              <p:cNvSpPr/>
              <p:nvPr/>
            </p:nvSpPr>
            <p:spPr>
              <a:xfrm>
                <a:off x="2741470" y="2158066"/>
                <a:ext cx="14039" cy="48514"/>
              </a:xfrm>
              <a:custGeom>
                <a:rect b="b" l="l" r="r" t="t"/>
                <a:pathLst>
                  <a:path extrusionOk="0" h="1130" w="327">
                    <a:moveTo>
                      <a:pt x="96" y="0"/>
                    </a:moveTo>
                    <a:cubicBezTo>
                      <a:pt x="39" y="0"/>
                      <a:pt x="1" y="58"/>
                      <a:pt x="1" y="134"/>
                    </a:cubicBezTo>
                    <a:lnTo>
                      <a:pt x="96" y="1034"/>
                    </a:lnTo>
                    <a:cubicBezTo>
                      <a:pt x="96" y="1091"/>
                      <a:pt x="135" y="1130"/>
                      <a:pt x="211" y="1130"/>
                    </a:cubicBezTo>
                    <a:cubicBezTo>
                      <a:pt x="288" y="1111"/>
                      <a:pt x="326" y="1053"/>
                      <a:pt x="307" y="1015"/>
                    </a:cubicBezTo>
                    <a:lnTo>
                      <a:pt x="211" y="96"/>
                    </a:lnTo>
                    <a:cubicBezTo>
                      <a:pt x="211" y="58"/>
                      <a:pt x="154"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1"/>
              <p:cNvSpPr/>
              <p:nvPr/>
            </p:nvSpPr>
            <p:spPr>
              <a:xfrm>
                <a:off x="2695447" y="2158066"/>
                <a:ext cx="10733" cy="46882"/>
              </a:xfrm>
              <a:custGeom>
                <a:rect b="b" l="l" r="r" t="t"/>
                <a:pathLst>
                  <a:path extrusionOk="0" h="1092" w="250">
                    <a:moveTo>
                      <a:pt x="135" y="0"/>
                    </a:moveTo>
                    <a:cubicBezTo>
                      <a:pt x="58" y="0"/>
                      <a:pt x="1" y="58"/>
                      <a:pt x="1" y="134"/>
                    </a:cubicBezTo>
                    <a:lnTo>
                      <a:pt x="1" y="957"/>
                    </a:lnTo>
                    <a:cubicBezTo>
                      <a:pt x="1" y="1034"/>
                      <a:pt x="58" y="1091"/>
                      <a:pt x="135" y="1091"/>
                    </a:cubicBezTo>
                    <a:cubicBezTo>
                      <a:pt x="211" y="1091"/>
                      <a:pt x="250" y="1034"/>
                      <a:pt x="250" y="957"/>
                    </a:cubicBezTo>
                    <a:lnTo>
                      <a:pt x="250" y="134"/>
                    </a:lnTo>
                    <a:cubicBezTo>
                      <a:pt x="250" y="58"/>
                      <a:pt x="211"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1"/>
              <p:cNvSpPr/>
              <p:nvPr/>
            </p:nvSpPr>
            <p:spPr>
              <a:xfrm>
                <a:off x="2726702" y="2195030"/>
                <a:ext cx="9874" cy="47698"/>
              </a:xfrm>
              <a:custGeom>
                <a:rect b="b" l="l" r="r" t="t"/>
                <a:pathLst>
                  <a:path extrusionOk="0" h="1111" w="230">
                    <a:moveTo>
                      <a:pt x="115" y="1"/>
                    </a:moveTo>
                    <a:cubicBezTo>
                      <a:pt x="38" y="1"/>
                      <a:pt x="0" y="58"/>
                      <a:pt x="0" y="135"/>
                    </a:cubicBezTo>
                    <a:lnTo>
                      <a:pt x="0" y="996"/>
                    </a:lnTo>
                    <a:cubicBezTo>
                      <a:pt x="0" y="1053"/>
                      <a:pt x="38" y="1111"/>
                      <a:pt x="115" y="1111"/>
                    </a:cubicBezTo>
                    <a:cubicBezTo>
                      <a:pt x="192" y="1111"/>
                      <a:pt x="230" y="1053"/>
                      <a:pt x="230" y="996"/>
                    </a:cubicBezTo>
                    <a:lnTo>
                      <a:pt x="230" y="135"/>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1"/>
              <p:cNvSpPr/>
              <p:nvPr/>
            </p:nvSpPr>
            <p:spPr>
              <a:xfrm>
                <a:off x="2679863" y="2237791"/>
                <a:ext cx="102737" cy="12365"/>
              </a:xfrm>
              <a:custGeom>
                <a:rect b="b" l="l" r="r" t="t"/>
                <a:pathLst>
                  <a:path extrusionOk="0" h="288" w="2393">
                    <a:moveTo>
                      <a:pt x="115" y="0"/>
                    </a:moveTo>
                    <a:cubicBezTo>
                      <a:pt x="38" y="0"/>
                      <a:pt x="0" y="38"/>
                      <a:pt x="0" y="115"/>
                    </a:cubicBezTo>
                    <a:cubicBezTo>
                      <a:pt x="0" y="191"/>
                      <a:pt x="38" y="230"/>
                      <a:pt x="115" y="230"/>
                    </a:cubicBezTo>
                    <a:lnTo>
                      <a:pt x="2259" y="287"/>
                    </a:lnTo>
                    <a:cubicBezTo>
                      <a:pt x="2335" y="287"/>
                      <a:pt x="2393" y="230"/>
                      <a:pt x="2393" y="153"/>
                    </a:cubicBezTo>
                    <a:cubicBezTo>
                      <a:pt x="2393" y="96"/>
                      <a:pt x="2335" y="38"/>
                      <a:pt x="2259" y="3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1"/>
              <p:cNvSpPr/>
              <p:nvPr/>
            </p:nvSpPr>
            <p:spPr>
              <a:xfrm>
                <a:off x="2665051" y="2153128"/>
                <a:ext cx="135624" cy="11549"/>
              </a:xfrm>
              <a:custGeom>
                <a:rect b="b" l="l" r="r" t="t"/>
                <a:pathLst>
                  <a:path extrusionOk="0" h="269" w="3159">
                    <a:moveTo>
                      <a:pt x="115" y="1"/>
                    </a:moveTo>
                    <a:cubicBezTo>
                      <a:pt x="58" y="1"/>
                      <a:pt x="1" y="39"/>
                      <a:pt x="1" y="115"/>
                    </a:cubicBezTo>
                    <a:cubicBezTo>
                      <a:pt x="1" y="192"/>
                      <a:pt x="58" y="230"/>
                      <a:pt x="115" y="230"/>
                    </a:cubicBezTo>
                    <a:lnTo>
                      <a:pt x="3044" y="269"/>
                    </a:lnTo>
                    <a:cubicBezTo>
                      <a:pt x="3101" y="269"/>
                      <a:pt x="3159" y="211"/>
                      <a:pt x="3159" y="154"/>
                    </a:cubicBezTo>
                    <a:cubicBezTo>
                      <a:pt x="3159" y="77"/>
                      <a:pt x="3121" y="20"/>
                      <a:pt x="3044"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7" name="Google Shape;1207;p31"/>
            <p:cNvGrpSpPr/>
            <p:nvPr/>
          </p:nvGrpSpPr>
          <p:grpSpPr>
            <a:xfrm>
              <a:off x="1400864" y="1647451"/>
              <a:ext cx="1583476" cy="709447"/>
              <a:chOff x="1388078" y="1405336"/>
              <a:chExt cx="1368250" cy="613072"/>
            </a:xfrm>
          </p:grpSpPr>
          <p:sp>
            <p:nvSpPr>
              <p:cNvPr id="1208" name="Google Shape;1208;p31"/>
              <p:cNvSpPr/>
              <p:nvPr/>
            </p:nvSpPr>
            <p:spPr>
              <a:xfrm>
                <a:off x="2375817" y="1872910"/>
                <a:ext cx="380511" cy="145498"/>
              </a:xfrm>
              <a:custGeom>
                <a:rect b="b" l="l" r="r" t="t"/>
                <a:pathLst>
                  <a:path extrusionOk="0" h="3389" w="8863">
                    <a:moveTo>
                      <a:pt x="8575" y="192"/>
                    </a:moveTo>
                    <a:lnTo>
                      <a:pt x="8288" y="2987"/>
                    </a:lnTo>
                    <a:lnTo>
                      <a:pt x="306" y="3121"/>
                    </a:lnTo>
                    <a:lnTo>
                      <a:pt x="211" y="613"/>
                    </a:lnTo>
                    <a:lnTo>
                      <a:pt x="8575" y="192"/>
                    </a:lnTo>
                    <a:close/>
                    <a:moveTo>
                      <a:pt x="8747" y="1"/>
                    </a:moveTo>
                    <a:lnTo>
                      <a:pt x="115" y="403"/>
                    </a:lnTo>
                    <a:cubicBezTo>
                      <a:pt x="38" y="403"/>
                      <a:pt x="0" y="460"/>
                      <a:pt x="0" y="517"/>
                    </a:cubicBezTo>
                    <a:lnTo>
                      <a:pt x="96" y="3274"/>
                    </a:lnTo>
                    <a:cubicBezTo>
                      <a:pt x="96" y="3350"/>
                      <a:pt x="134" y="3388"/>
                      <a:pt x="211" y="3388"/>
                    </a:cubicBezTo>
                    <a:lnTo>
                      <a:pt x="8441" y="3274"/>
                    </a:lnTo>
                    <a:cubicBezTo>
                      <a:pt x="8518" y="3274"/>
                      <a:pt x="8556" y="3255"/>
                      <a:pt x="8556" y="3178"/>
                    </a:cubicBezTo>
                    <a:lnTo>
                      <a:pt x="8862" y="135"/>
                    </a:lnTo>
                    <a:cubicBezTo>
                      <a:pt x="8862" y="115"/>
                      <a:pt x="8862" y="58"/>
                      <a:pt x="8843" y="39"/>
                    </a:cubicBezTo>
                    <a:cubicBezTo>
                      <a:pt x="8824" y="20"/>
                      <a:pt x="8767" y="1"/>
                      <a:pt x="87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1"/>
              <p:cNvSpPr/>
              <p:nvPr/>
            </p:nvSpPr>
            <p:spPr>
              <a:xfrm>
                <a:off x="2375817" y="1892187"/>
                <a:ext cx="95353" cy="123774"/>
              </a:xfrm>
              <a:custGeom>
                <a:rect b="b" l="l" r="r" t="t"/>
                <a:pathLst>
                  <a:path extrusionOk="0" h="2883" w="2221">
                    <a:moveTo>
                      <a:pt x="1146" y="1"/>
                    </a:moveTo>
                    <a:cubicBezTo>
                      <a:pt x="1124" y="1"/>
                      <a:pt x="1105" y="9"/>
                      <a:pt x="1091" y="30"/>
                    </a:cubicBezTo>
                    <a:cubicBezTo>
                      <a:pt x="1034" y="68"/>
                      <a:pt x="1015" y="145"/>
                      <a:pt x="1072" y="202"/>
                    </a:cubicBezTo>
                    <a:cubicBezTo>
                      <a:pt x="1761" y="1121"/>
                      <a:pt x="1359" y="2155"/>
                      <a:pt x="1168" y="2538"/>
                    </a:cubicBezTo>
                    <a:cubicBezTo>
                      <a:pt x="345" y="1466"/>
                      <a:pt x="995" y="260"/>
                      <a:pt x="1015" y="222"/>
                    </a:cubicBezTo>
                    <a:cubicBezTo>
                      <a:pt x="1053" y="145"/>
                      <a:pt x="1015" y="68"/>
                      <a:pt x="976" y="49"/>
                    </a:cubicBezTo>
                    <a:cubicBezTo>
                      <a:pt x="957" y="44"/>
                      <a:pt x="938" y="42"/>
                      <a:pt x="920" y="42"/>
                    </a:cubicBezTo>
                    <a:cubicBezTo>
                      <a:pt x="865" y="42"/>
                      <a:pt x="818" y="64"/>
                      <a:pt x="804" y="107"/>
                    </a:cubicBezTo>
                    <a:cubicBezTo>
                      <a:pt x="804" y="126"/>
                      <a:pt x="0" y="1581"/>
                      <a:pt x="1091" y="2825"/>
                    </a:cubicBezTo>
                    <a:cubicBezTo>
                      <a:pt x="1110" y="2844"/>
                      <a:pt x="1168" y="2882"/>
                      <a:pt x="1187" y="2882"/>
                    </a:cubicBezTo>
                    <a:cubicBezTo>
                      <a:pt x="1244" y="2882"/>
                      <a:pt x="1263" y="2844"/>
                      <a:pt x="1283" y="2825"/>
                    </a:cubicBezTo>
                    <a:cubicBezTo>
                      <a:pt x="1302" y="2806"/>
                      <a:pt x="2220" y="1351"/>
                      <a:pt x="1263" y="49"/>
                    </a:cubicBezTo>
                    <a:cubicBezTo>
                      <a:pt x="1227" y="25"/>
                      <a:pt x="1183" y="1"/>
                      <a:pt x="11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1"/>
              <p:cNvSpPr/>
              <p:nvPr/>
            </p:nvSpPr>
            <p:spPr>
              <a:xfrm>
                <a:off x="2423472" y="1885146"/>
                <a:ext cx="95353" cy="123388"/>
              </a:xfrm>
              <a:custGeom>
                <a:rect b="b" l="l" r="r" t="t"/>
                <a:pathLst>
                  <a:path extrusionOk="0" h="2874" w="2221">
                    <a:moveTo>
                      <a:pt x="1167" y="1"/>
                    </a:moveTo>
                    <a:cubicBezTo>
                      <a:pt x="1145" y="1"/>
                      <a:pt x="1125" y="7"/>
                      <a:pt x="1110" y="22"/>
                    </a:cubicBezTo>
                    <a:cubicBezTo>
                      <a:pt x="1053" y="79"/>
                      <a:pt x="1034" y="137"/>
                      <a:pt x="1072" y="194"/>
                    </a:cubicBezTo>
                    <a:cubicBezTo>
                      <a:pt x="1780" y="1132"/>
                      <a:pt x="1378" y="2146"/>
                      <a:pt x="1187" y="2529"/>
                    </a:cubicBezTo>
                    <a:cubicBezTo>
                      <a:pt x="364" y="1457"/>
                      <a:pt x="1015" y="271"/>
                      <a:pt x="1034" y="213"/>
                    </a:cubicBezTo>
                    <a:cubicBezTo>
                      <a:pt x="1053" y="137"/>
                      <a:pt x="1034" y="79"/>
                      <a:pt x="996" y="41"/>
                    </a:cubicBezTo>
                    <a:cubicBezTo>
                      <a:pt x="976" y="36"/>
                      <a:pt x="957" y="34"/>
                      <a:pt x="939" y="34"/>
                    </a:cubicBezTo>
                    <a:cubicBezTo>
                      <a:pt x="884" y="34"/>
                      <a:pt x="838" y="55"/>
                      <a:pt x="823" y="98"/>
                    </a:cubicBezTo>
                    <a:cubicBezTo>
                      <a:pt x="823" y="118"/>
                      <a:pt x="0" y="1572"/>
                      <a:pt x="1110" y="2816"/>
                    </a:cubicBezTo>
                    <a:cubicBezTo>
                      <a:pt x="1130" y="2836"/>
                      <a:pt x="1187" y="2874"/>
                      <a:pt x="1206" y="2874"/>
                    </a:cubicBezTo>
                    <a:cubicBezTo>
                      <a:pt x="1244" y="2874"/>
                      <a:pt x="1302" y="2836"/>
                      <a:pt x="1302" y="2816"/>
                    </a:cubicBezTo>
                    <a:cubicBezTo>
                      <a:pt x="1321" y="2797"/>
                      <a:pt x="2221" y="1343"/>
                      <a:pt x="1264" y="41"/>
                    </a:cubicBezTo>
                    <a:cubicBezTo>
                      <a:pt x="1240" y="17"/>
                      <a:pt x="1202" y="1"/>
                      <a:pt x="11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1"/>
              <p:cNvSpPr/>
              <p:nvPr/>
            </p:nvSpPr>
            <p:spPr>
              <a:xfrm>
                <a:off x="2468680" y="1883772"/>
                <a:ext cx="95353" cy="123130"/>
              </a:xfrm>
              <a:custGeom>
                <a:rect b="b" l="l" r="r" t="t"/>
                <a:pathLst>
                  <a:path extrusionOk="0" h="2868" w="2221">
                    <a:moveTo>
                      <a:pt x="1173" y="0"/>
                    </a:moveTo>
                    <a:cubicBezTo>
                      <a:pt x="1149" y="0"/>
                      <a:pt x="1126" y="11"/>
                      <a:pt x="1110" y="35"/>
                    </a:cubicBezTo>
                    <a:cubicBezTo>
                      <a:pt x="1053" y="73"/>
                      <a:pt x="1034" y="150"/>
                      <a:pt x="1091" y="207"/>
                    </a:cubicBezTo>
                    <a:cubicBezTo>
                      <a:pt x="1780" y="1126"/>
                      <a:pt x="1378" y="2159"/>
                      <a:pt x="1187" y="2542"/>
                    </a:cubicBezTo>
                    <a:cubicBezTo>
                      <a:pt x="364" y="1470"/>
                      <a:pt x="1015" y="264"/>
                      <a:pt x="1034" y="226"/>
                    </a:cubicBezTo>
                    <a:cubicBezTo>
                      <a:pt x="1053" y="150"/>
                      <a:pt x="1034" y="73"/>
                      <a:pt x="995" y="54"/>
                    </a:cubicBezTo>
                    <a:cubicBezTo>
                      <a:pt x="976" y="49"/>
                      <a:pt x="957" y="47"/>
                      <a:pt x="939" y="47"/>
                    </a:cubicBezTo>
                    <a:cubicBezTo>
                      <a:pt x="884" y="47"/>
                      <a:pt x="837" y="68"/>
                      <a:pt x="823" y="111"/>
                    </a:cubicBezTo>
                    <a:cubicBezTo>
                      <a:pt x="823" y="130"/>
                      <a:pt x="0" y="1585"/>
                      <a:pt x="1110" y="2829"/>
                    </a:cubicBezTo>
                    <a:cubicBezTo>
                      <a:pt x="1129" y="2848"/>
                      <a:pt x="1187" y="2868"/>
                      <a:pt x="1206" y="2868"/>
                    </a:cubicBezTo>
                    <a:cubicBezTo>
                      <a:pt x="1244" y="2848"/>
                      <a:pt x="1282" y="2848"/>
                      <a:pt x="1302" y="2829"/>
                    </a:cubicBezTo>
                    <a:cubicBezTo>
                      <a:pt x="1321" y="2810"/>
                      <a:pt x="2220" y="1355"/>
                      <a:pt x="1263" y="54"/>
                    </a:cubicBezTo>
                    <a:cubicBezTo>
                      <a:pt x="1241" y="20"/>
                      <a:pt x="1206" y="0"/>
                      <a:pt x="1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1"/>
              <p:cNvSpPr/>
              <p:nvPr/>
            </p:nvSpPr>
            <p:spPr>
              <a:xfrm>
                <a:off x="2516334" y="1878835"/>
                <a:ext cx="95353" cy="123130"/>
              </a:xfrm>
              <a:custGeom>
                <a:rect b="b" l="l" r="r" t="t"/>
                <a:pathLst>
                  <a:path extrusionOk="0" h="2868" w="2221">
                    <a:moveTo>
                      <a:pt x="1163" y="0"/>
                    </a:moveTo>
                    <a:cubicBezTo>
                      <a:pt x="1139" y="0"/>
                      <a:pt x="1115" y="11"/>
                      <a:pt x="1091" y="35"/>
                    </a:cubicBezTo>
                    <a:cubicBezTo>
                      <a:pt x="1053" y="73"/>
                      <a:pt x="1034" y="150"/>
                      <a:pt x="1072" y="188"/>
                    </a:cubicBezTo>
                    <a:cubicBezTo>
                      <a:pt x="1761" y="1126"/>
                      <a:pt x="1359" y="2159"/>
                      <a:pt x="1168" y="2542"/>
                    </a:cubicBezTo>
                    <a:cubicBezTo>
                      <a:pt x="345" y="1470"/>
                      <a:pt x="996" y="265"/>
                      <a:pt x="1034" y="226"/>
                    </a:cubicBezTo>
                    <a:cubicBezTo>
                      <a:pt x="1053" y="150"/>
                      <a:pt x="1034" y="73"/>
                      <a:pt x="976" y="54"/>
                    </a:cubicBezTo>
                    <a:cubicBezTo>
                      <a:pt x="956" y="49"/>
                      <a:pt x="937" y="47"/>
                      <a:pt x="919" y="47"/>
                    </a:cubicBezTo>
                    <a:cubicBezTo>
                      <a:pt x="870" y="47"/>
                      <a:pt x="832" y="64"/>
                      <a:pt x="804" y="92"/>
                    </a:cubicBezTo>
                    <a:cubicBezTo>
                      <a:pt x="804" y="111"/>
                      <a:pt x="0" y="1585"/>
                      <a:pt x="1091" y="2829"/>
                    </a:cubicBezTo>
                    <a:cubicBezTo>
                      <a:pt x="1130" y="2849"/>
                      <a:pt x="1168" y="2868"/>
                      <a:pt x="1187" y="2868"/>
                    </a:cubicBezTo>
                    <a:cubicBezTo>
                      <a:pt x="1244" y="2868"/>
                      <a:pt x="1283" y="2849"/>
                      <a:pt x="1283" y="2829"/>
                    </a:cubicBezTo>
                    <a:cubicBezTo>
                      <a:pt x="1302" y="2810"/>
                      <a:pt x="2221" y="1336"/>
                      <a:pt x="1263" y="54"/>
                    </a:cubicBezTo>
                    <a:cubicBezTo>
                      <a:pt x="1230" y="21"/>
                      <a:pt x="1197" y="0"/>
                      <a:pt x="11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1"/>
              <p:cNvSpPr/>
              <p:nvPr/>
            </p:nvSpPr>
            <p:spPr>
              <a:xfrm>
                <a:off x="2562357" y="1879865"/>
                <a:ext cx="95353" cy="123731"/>
              </a:xfrm>
              <a:custGeom>
                <a:rect b="b" l="l" r="r" t="t"/>
                <a:pathLst>
                  <a:path extrusionOk="0" h="2882" w="2221">
                    <a:moveTo>
                      <a:pt x="1159" y="1"/>
                    </a:moveTo>
                    <a:cubicBezTo>
                      <a:pt x="1136" y="1"/>
                      <a:pt x="1112" y="9"/>
                      <a:pt x="1091" y="30"/>
                    </a:cubicBezTo>
                    <a:cubicBezTo>
                      <a:pt x="1053" y="68"/>
                      <a:pt x="1034" y="145"/>
                      <a:pt x="1072" y="202"/>
                    </a:cubicBezTo>
                    <a:cubicBezTo>
                      <a:pt x="1761" y="1121"/>
                      <a:pt x="1359" y="2155"/>
                      <a:pt x="1168" y="2537"/>
                    </a:cubicBezTo>
                    <a:cubicBezTo>
                      <a:pt x="364" y="1466"/>
                      <a:pt x="1015" y="260"/>
                      <a:pt x="1034" y="221"/>
                    </a:cubicBezTo>
                    <a:cubicBezTo>
                      <a:pt x="1053" y="145"/>
                      <a:pt x="1034" y="68"/>
                      <a:pt x="976" y="49"/>
                    </a:cubicBezTo>
                    <a:cubicBezTo>
                      <a:pt x="962" y="44"/>
                      <a:pt x="946" y="42"/>
                      <a:pt x="931" y="42"/>
                    </a:cubicBezTo>
                    <a:cubicBezTo>
                      <a:pt x="884" y="42"/>
                      <a:pt x="837" y="64"/>
                      <a:pt x="823" y="107"/>
                    </a:cubicBezTo>
                    <a:cubicBezTo>
                      <a:pt x="823" y="126"/>
                      <a:pt x="0" y="1580"/>
                      <a:pt x="1110" y="2825"/>
                    </a:cubicBezTo>
                    <a:cubicBezTo>
                      <a:pt x="1129" y="2844"/>
                      <a:pt x="1168" y="2882"/>
                      <a:pt x="1206" y="2882"/>
                    </a:cubicBezTo>
                    <a:cubicBezTo>
                      <a:pt x="1244" y="2882"/>
                      <a:pt x="1302" y="2844"/>
                      <a:pt x="1282" y="2825"/>
                    </a:cubicBezTo>
                    <a:cubicBezTo>
                      <a:pt x="1321" y="2805"/>
                      <a:pt x="2220" y="1351"/>
                      <a:pt x="1263" y="49"/>
                    </a:cubicBezTo>
                    <a:cubicBezTo>
                      <a:pt x="1239" y="25"/>
                      <a:pt x="1200" y="1"/>
                      <a:pt x="11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1"/>
              <p:cNvSpPr/>
              <p:nvPr/>
            </p:nvSpPr>
            <p:spPr>
              <a:xfrm>
                <a:off x="2610012" y="1876946"/>
                <a:ext cx="95353" cy="123388"/>
              </a:xfrm>
              <a:custGeom>
                <a:rect b="b" l="l" r="r" t="t"/>
                <a:pathLst>
                  <a:path extrusionOk="0" h="2874" w="2221">
                    <a:moveTo>
                      <a:pt x="1157" y="1"/>
                    </a:moveTo>
                    <a:cubicBezTo>
                      <a:pt x="1135" y="1"/>
                      <a:pt x="1113" y="7"/>
                      <a:pt x="1091" y="21"/>
                    </a:cubicBezTo>
                    <a:cubicBezTo>
                      <a:pt x="1053" y="79"/>
                      <a:pt x="1015" y="136"/>
                      <a:pt x="1072" y="194"/>
                    </a:cubicBezTo>
                    <a:cubicBezTo>
                      <a:pt x="1761" y="1132"/>
                      <a:pt x="1359" y="2146"/>
                      <a:pt x="1168" y="2529"/>
                    </a:cubicBezTo>
                    <a:cubicBezTo>
                      <a:pt x="345" y="1457"/>
                      <a:pt x="996" y="270"/>
                      <a:pt x="1015" y="213"/>
                    </a:cubicBezTo>
                    <a:cubicBezTo>
                      <a:pt x="1053" y="136"/>
                      <a:pt x="1015" y="79"/>
                      <a:pt x="976" y="41"/>
                    </a:cubicBezTo>
                    <a:cubicBezTo>
                      <a:pt x="957" y="36"/>
                      <a:pt x="938" y="33"/>
                      <a:pt x="920" y="33"/>
                    </a:cubicBezTo>
                    <a:cubicBezTo>
                      <a:pt x="865" y="33"/>
                      <a:pt x="818" y="55"/>
                      <a:pt x="804" y="98"/>
                    </a:cubicBezTo>
                    <a:cubicBezTo>
                      <a:pt x="804" y="117"/>
                      <a:pt x="0" y="1572"/>
                      <a:pt x="1091" y="2816"/>
                    </a:cubicBezTo>
                    <a:cubicBezTo>
                      <a:pt x="1110" y="2835"/>
                      <a:pt x="1168" y="2873"/>
                      <a:pt x="1187" y="2873"/>
                    </a:cubicBezTo>
                    <a:cubicBezTo>
                      <a:pt x="1244" y="2873"/>
                      <a:pt x="1283" y="2854"/>
                      <a:pt x="1283" y="2816"/>
                    </a:cubicBezTo>
                    <a:cubicBezTo>
                      <a:pt x="1302" y="2797"/>
                      <a:pt x="2221" y="1342"/>
                      <a:pt x="1264" y="41"/>
                    </a:cubicBezTo>
                    <a:cubicBezTo>
                      <a:pt x="1228" y="17"/>
                      <a:pt x="1193" y="1"/>
                      <a:pt x="11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1"/>
              <p:cNvSpPr/>
              <p:nvPr/>
            </p:nvSpPr>
            <p:spPr>
              <a:xfrm>
                <a:off x="2659298" y="1879865"/>
                <a:ext cx="95353" cy="123731"/>
              </a:xfrm>
              <a:custGeom>
                <a:rect b="b" l="l" r="r" t="t"/>
                <a:pathLst>
                  <a:path extrusionOk="0" h="2882" w="2221">
                    <a:moveTo>
                      <a:pt x="1155" y="1"/>
                    </a:moveTo>
                    <a:cubicBezTo>
                      <a:pt x="1134" y="1"/>
                      <a:pt x="1113" y="9"/>
                      <a:pt x="1092" y="30"/>
                    </a:cubicBezTo>
                    <a:cubicBezTo>
                      <a:pt x="1053" y="68"/>
                      <a:pt x="1015" y="145"/>
                      <a:pt x="1073" y="202"/>
                    </a:cubicBezTo>
                    <a:cubicBezTo>
                      <a:pt x="1762" y="1121"/>
                      <a:pt x="1360" y="2155"/>
                      <a:pt x="1168" y="2537"/>
                    </a:cubicBezTo>
                    <a:cubicBezTo>
                      <a:pt x="345" y="1466"/>
                      <a:pt x="996" y="260"/>
                      <a:pt x="1015" y="221"/>
                    </a:cubicBezTo>
                    <a:cubicBezTo>
                      <a:pt x="1053" y="145"/>
                      <a:pt x="1015" y="68"/>
                      <a:pt x="977" y="49"/>
                    </a:cubicBezTo>
                    <a:cubicBezTo>
                      <a:pt x="958" y="44"/>
                      <a:pt x="939" y="42"/>
                      <a:pt x="920" y="42"/>
                    </a:cubicBezTo>
                    <a:cubicBezTo>
                      <a:pt x="866" y="42"/>
                      <a:pt x="819" y="64"/>
                      <a:pt x="805" y="107"/>
                    </a:cubicBezTo>
                    <a:cubicBezTo>
                      <a:pt x="805" y="126"/>
                      <a:pt x="1" y="1580"/>
                      <a:pt x="1092" y="2825"/>
                    </a:cubicBezTo>
                    <a:cubicBezTo>
                      <a:pt x="1111" y="2844"/>
                      <a:pt x="1168" y="2882"/>
                      <a:pt x="1187" y="2882"/>
                    </a:cubicBezTo>
                    <a:cubicBezTo>
                      <a:pt x="1245" y="2882"/>
                      <a:pt x="1264" y="2844"/>
                      <a:pt x="1283" y="2825"/>
                    </a:cubicBezTo>
                    <a:cubicBezTo>
                      <a:pt x="1302" y="2805"/>
                      <a:pt x="2221" y="1351"/>
                      <a:pt x="1264" y="49"/>
                    </a:cubicBezTo>
                    <a:cubicBezTo>
                      <a:pt x="1228" y="25"/>
                      <a:pt x="1191" y="1"/>
                      <a:pt x="1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1"/>
              <p:cNvSpPr/>
              <p:nvPr/>
            </p:nvSpPr>
            <p:spPr>
              <a:xfrm>
                <a:off x="2061898" y="1763605"/>
                <a:ext cx="123302" cy="10733"/>
              </a:xfrm>
              <a:custGeom>
                <a:rect b="b" l="l" r="r" t="t"/>
                <a:pathLst>
                  <a:path extrusionOk="0" h="250" w="2872">
                    <a:moveTo>
                      <a:pt x="134" y="1"/>
                    </a:moveTo>
                    <a:cubicBezTo>
                      <a:pt x="58" y="1"/>
                      <a:pt x="0" y="58"/>
                      <a:pt x="0" y="135"/>
                    </a:cubicBezTo>
                    <a:cubicBezTo>
                      <a:pt x="0" y="192"/>
                      <a:pt x="58" y="250"/>
                      <a:pt x="134" y="250"/>
                    </a:cubicBezTo>
                    <a:lnTo>
                      <a:pt x="2757" y="250"/>
                    </a:lnTo>
                    <a:cubicBezTo>
                      <a:pt x="2833" y="250"/>
                      <a:pt x="2872" y="192"/>
                      <a:pt x="2872" y="135"/>
                    </a:cubicBezTo>
                    <a:cubicBezTo>
                      <a:pt x="2872" y="58"/>
                      <a:pt x="2833" y="1"/>
                      <a:pt x="2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1"/>
              <p:cNvSpPr/>
              <p:nvPr/>
            </p:nvSpPr>
            <p:spPr>
              <a:xfrm>
                <a:off x="2127627" y="1726640"/>
                <a:ext cx="14855" cy="48514"/>
              </a:xfrm>
              <a:custGeom>
                <a:rect b="b" l="l" r="r" t="t"/>
                <a:pathLst>
                  <a:path extrusionOk="0" h="1130" w="346">
                    <a:moveTo>
                      <a:pt x="96" y="1"/>
                    </a:moveTo>
                    <a:cubicBezTo>
                      <a:pt x="58" y="1"/>
                      <a:pt x="1" y="58"/>
                      <a:pt x="1" y="135"/>
                    </a:cubicBezTo>
                    <a:lnTo>
                      <a:pt x="96" y="1034"/>
                    </a:lnTo>
                    <a:cubicBezTo>
                      <a:pt x="96" y="1092"/>
                      <a:pt x="154" y="1130"/>
                      <a:pt x="230" y="1130"/>
                    </a:cubicBezTo>
                    <a:cubicBezTo>
                      <a:pt x="288" y="1111"/>
                      <a:pt x="345" y="1053"/>
                      <a:pt x="326" y="1015"/>
                    </a:cubicBezTo>
                    <a:lnTo>
                      <a:pt x="230" y="96"/>
                    </a:lnTo>
                    <a:cubicBezTo>
                      <a:pt x="230" y="58"/>
                      <a:pt x="173"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1"/>
              <p:cNvSpPr/>
              <p:nvPr/>
            </p:nvSpPr>
            <p:spPr>
              <a:xfrm>
                <a:off x="2084094" y="1726640"/>
                <a:ext cx="9874" cy="46882"/>
              </a:xfrm>
              <a:custGeom>
                <a:rect b="b" l="l" r="r" t="t"/>
                <a:pathLst>
                  <a:path extrusionOk="0" h="1092" w="230">
                    <a:moveTo>
                      <a:pt x="115" y="1"/>
                    </a:moveTo>
                    <a:cubicBezTo>
                      <a:pt x="39" y="1"/>
                      <a:pt x="0" y="58"/>
                      <a:pt x="0" y="135"/>
                    </a:cubicBezTo>
                    <a:lnTo>
                      <a:pt x="0" y="958"/>
                    </a:lnTo>
                    <a:cubicBezTo>
                      <a:pt x="0" y="1034"/>
                      <a:pt x="39" y="1092"/>
                      <a:pt x="115" y="1092"/>
                    </a:cubicBezTo>
                    <a:cubicBezTo>
                      <a:pt x="153" y="1092"/>
                      <a:pt x="230" y="1034"/>
                      <a:pt x="230" y="958"/>
                    </a:cubicBezTo>
                    <a:lnTo>
                      <a:pt x="230" y="135"/>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1"/>
              <p:cNvSpPr/>
              <p:nvPr/>
            </p:nvSpPr>
            <p:spPr>
              <a:xfrm>
                <a:off x="2113674" y="1763605"/>
                <a:ext cx="9874" cy="47741"/>
              </a:xfrm>
              <a:custGeom>
                <a:rect b="b" l="l" r="r" t="t"/>
                <a:pathLst>
                  <a:path extrusionOk="0" h="1112" w="230">
                    <a:moveTo>
                      <a:pt x="115" y="1"/>
                    </a:moveTo>
                    <a:cubicBezTo>
                      <a:pt x="39" y="1"/>
                      <a:pt x="0" y="58"/>
                      <a:pt x="0" y="135"/>
                    </a:cubicBezTo>
                    <a:lnTo>
                      <a:pt x="0" y="996"/>
                    </a:lnTo>
                    <a:cubicBezTo>
                      <a:pt x="0" y="1054"/>
                      <a:pt x="39" y="1111"/>
                      <a:pt x="115" y="1111"/>
                    </a:cubicBezTo>
                    <a:cubicBezTo>
                      <a:pt x="192" y="1111"/>
                      <a:pt x="230" y="1054"/>
                      <a:pt x="230" y="996"/>
                    </a:cubicBezTo>
                    <a:lnTo>
                      <a:pt x="230" y="135"/>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1"/>
              <p:cNvSpPr/>
              <p:nvPr/>
            </p:nvSpPr>
            <p:spPr>
              <a:xfrm>
                <a:off x="2066019" y="1806365"/>
                <a:ext cx="102737" cy="12365"/>
              </a:xfrm>
              <a:custGeom>
                <a:rect b="b" l="l" r="r" t="t"/>
                <a:pathLst>
                  <a:path extrusionOk="0" h="288" w="2393">
                    <a:moveTo>
                      <a:pt x="134" y="0"/>
                    </a:moveTo>
                    <a:cubicBezTo>
                      <a:pt x="58" y="0"/>
                      <a:pt x="0" y="39"/>
                      <a:pt x="0" y="115"/>
                    </a:cubicBezTo>
                    <a:cubicBezTo>
                      <a:pt x="0" y="192"/>
                      <a:pt x="58" y="230"/>
                      <a:pt x="134" y="230"/>
                    </a:cubicBezTo>
                    <a:lnTo>
                      <a:pt x="2278" y="287"/>
                    </a:lnTo>
                    <a:cubicBezTo>
                      <a:pt x="2354" y="287"/>
                      <a:pt x="2393" y="230"/>
                      <a:pt x="2393" y="153"/>
                    </a:cubicBezTo>
                    <a:cubicBezTo>
                      <a:pt x="2393" y="96"/>
                      <a:pt x="2354" y="39"/>
                      <a:pt x="2278" y="39"/>
                    </a:cubicBezTo>
                    <a:lnTo>
                      <a:pt x="1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1"/>
              <p:cNvSpPr/>
              <p:nvPr/>
            </p:nvSpPr>
            <p:spPr>
              <a:xfrm>
                <a:off x="2052023" y="1721703"/>
                <a:ext cx="135624" cy="11549"/>
              </a:xfrm>
              <a:custGeom>
                <a:rect b="b" l="l" r="r" t="t"/>
                <a:pathLst>
                  <a:path extrusionOk="0" h="269" w="3159">
                    <a:moveTo>
                      <a:pt x="116" y="1"/>
                    </a:moveTo>
                    <a:cubicBezTo>
                      <a:pt x="39" y="1"/>
                      <a:pt x="1" y="39"/>
                      <a:pt x="1" y="116"/>
                    </a:cubicBezTo>
                    <a:cubicBezTo>
                      <a:pt x="1" y="192"/>
                      <a:pt x="39" y="230"/>
                      <a:pt x="116" y="230"/>
                    </a:cubicBezTo>
                    <a:lnTo>
                      <a:pt x="3044" y="269"/>
                    </a:lnTo>
                    <a:cubicBezTo>
                      <a:pt x="3102" y="269"/>
                      <a:pt x="3159" y="211"/>
                      <a:pt x="3159" y="154"/>
                    </a:cubicBezTo>
                    <a:cubicBezTo>
                      <a:pt x="3159" y="77"/>
                      <a:pt x="3102" y="20"/>
                      <a:pt x="3044" y="20"/>
                    </a:cubicBezTo>
                    <a:lnTo>
                      <a:pt x="1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1"/>
              <p:cNvSpPr/>
              <p:nvPr/>
            </p:nvSpPr>
            <p:spPr>
              <a:xfrm>
                <a:off x="1397910" y="1447238"/>
                <a:ext cx="123302" cy="10733"/>
              </a:xfrm>
              <a:custGeom>
                <a:rect b="b" l="l" r="r" t="t"/>
                <a:pathLst>
                  <a:path extrusionOk="0" h="250" w="2872">
                    <a:moveTo>
                      <a:pt x="116" y="1"/>
                    </a:moveTo>
                    <a:cubicBezTo>
                      <a:pt x="39" y="1"/>
                      <a:pt x="1" y="58"/>
                      <a:pt x="1" y="135"/>
                    </a:cubicBezTo>
                    <a:cubicBezTo>
                      <a:pt x="1" y="192"/>
                      <a:pt x="39" y="250"/>
                      <a:pt x="116" y="250"/>
                    </a:cubicBezTo>
                    <a:lnTo>
                      <a:pt x="2738" y="250"/>
                    </a:lnTo>
                    <a:cubicBezTo>
                      <a:pt x="2815" y="250"/>
                      <a:pt x="2872" y="192"/>
                      <a:pt x="2872" y="135"/>
                    </a:cubicBezTo>
                    <a:cubicBezTo>
                      <a:pt x="2872" y="58"/>
                      <a:pt x="2815" y="1"/>
                      <a:pt x="27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1"/>
              <p:cNvSpPr/>
              <p:nvPr/>
            </p:nvSpPr>
            <p:spPr>
              <a:xfrm>
                <a:off x="1463682" y="1409458"/>
                <a:ext cx="14812" cy="48514"/>
              </a:xfrm>
              <a:custGeom>
                <a:rect b="b" l="l" r="r" t="t"/>
                <a:pathLst>
                  <a:path extrusionOk="0" h="1130" w="345">
                    <a:moveTo>
                      <a:pt x="96" y="0"/>
                    </a:moveTo>
                    <a:cubicBezTo>
                      <a:pt x="38" y="0"/>
                      <a:pt x="0" y="39"/>
                      <a:pt x="0" y="115"/>
                    </a:cubicBezTo>
                    <a:lnTo>
                      <a:pt x="96" y="1034"/>
                    </a:lnTo>
                    <a:cubicBezTo>
                      <a:pt x="96" y="1072"/>
                      <a:pt x="134" y="1130"/>
                      <a:pt x="211" y="1130"/>
                    </a:cubicBezTo>
                    <a:cubicBezTo>
                      <a:pt x="306" y="1130"/>
                      <a:pt x="345" y="1053"/>
                      <a:pt x="306" y="1015"/>
                    </a:cubicBezTo>
                    <a:lnTo>
                      <a:pt x="211" y="96"/>
                    </a:lnTo>
                    <a:cubicBezTo>
                      <a:pt x="211" y="39"/>
                      <a:pt x="153"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1"/>
              <p:cNvSpPr/>
              <p:nvPr/>
            </p:nvSpPr>
            <p:spPr>
              <a:xfrm>
                <a:off x="1419290" y="1410273"/>
                <a:ext cx="9917" cy="46882"/>
              </a:xfrm>
              <a:custGeom>
                <a:rect b="b" l="l" r="r" t="t"/>
                <a:pathLst>
                  <a:path extrusionOk="0" h="1092" w="231">
                    <a:moveTo>
                      <a:pt x="115" y="0"/>
                    </a:moveTo>
                    <a:cubicBezTo>
                      <a:pt x="39" y="0"/>
                      <a:pt x="1" y="58"/>
                      <a:pt x="1" y="134"/>
                    </a:cubicBezTo>
                    <a:lnTo>
                      <a:pt x="1" y="957"/>
                    </a:lnTo>
                    <a:cubicBezTo>
                      <a:pt x="1" y="1034"/>
                      <a:pt x="39" y="1091"/>
                      <a:pt x="115" y="1091"/>
                    </a:cubicBezTo>
                    <a:cubicBezTo>
                      <a:pt x="192" y="1091"/>
                      <a:pt x="230" y="1034"/>
                      <a:pt x="230" y="957"/>
                    </a:cubicBezTo>
                    <a:lnTo>
                      <a:pt x="230" y="134"/>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1"/>
              <p:cNvSpPr/>
              <p:nvPr/>
            </p:nvSpPr>
            <p:spPr>
              <a:xfrm>
                <a:off x="1449686" y="1447238"/>
                <a:ext cx="10733" cy="47698"/>
              </a:xfrm>
              <a:custGeom>
                <a:rect b="b" l="l" r="r" t="t"/>
                <a:pathLst>
                  <a:path extrusionOk="0" h="1111" w="250">
                    <a:moveTo>
                      <a:pt x="135" y="1"/>
                    </a:moveTo>
                    <a:cubicBezTo>
                      <a:pt x="58" y="1"/>
                      <a:pt x="1" y="58"/>
                      <a:pt x="1" y="135"/>
                    </a:cubicBezTo>
                    <a:lnTo>
                      <a:pt x="1" y="996"/>
                    </a:lnTo>
                    <a:cubicBezTo>
                      <a:pt x="1" y="1054"/>
                      <a:pt x="58" y="1111"/>
                      <a:pt x="135" y="1111"/>
                    </a:cubicBezTo>
                    <a:cubicBezTo>
                      <a:pt x="173" y="1111"/>
                      <a:pt x="250" y="1054"/>
                      <a:pt x="250" y="996"/>
                    </a:cubicBezTo>
                    <a:lnTo>
                      <a:pt x="250" y="135"/>
                    </a:lnTo>
                    <a:cubicBezTo>
                      <a:pt x="250" y="58"/>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1"/>
              <p:cNvSpPr/>
              <p:nvPr/>
            </p:nvSpPr>
            <p:spPr>
              <a:xfrm>
                <a:off x="1402847" y="1489998"/>
                <a:ext cx="102780" cy="12365"/>
              </a:xfrm>
              <a:custGeom>
                <a:rect b="b" l="l" r="r" t="t"/>
                <a:pathLst>
                  <a:path extrusionOk="0" h="288" w="2394">
                    <a:moveTo>
                      <a:pt x="116" y="0"/>
                    </a:moveTo>
                    <a:cubicBezTo>
                      <a:pt x="39" y="0"/>
                      <a:pt x="1" y="38"/>
                      <a:pt x="1" y="115"/>
                    </a:cubicBezTo>
                    <a:cubicBezTo>
                      <a:pt x="1" y="191"/>
                      <a:pt x="39" y="230"/>
                      <a:pt x="116" y="230"/>
                    </a:cubicBezTo>
                    <a:lnTo>
                      <a:pt x="2278" y="287"/>
                    </a:lnTo>
                    <a:cubicBezTo>
                      <a:pt x="2317" y="287"/>
                      <a:pt x="2393" y="230"/>
                      <a:pt x="2393" y="153"/>
                    </a:cubicBezTo>
                    <a:cubicBezTo>
                      <a:pt x="2393" y="77"/>
                      <a:pt x="2336" y="38"/>
                      <a:pt x="2278" y="3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1"/>
              <p:cNvSpPr/>
              <p:nvPr/>
            </p:nvSpPr>
            <p:spPr>
              <a:xfrm>
                <a:off x="1388078" y="1405336"/>
                <a:ext cx="135624" cy="11549"/>
              </a:xfrm>
              <a:custGeom>
                <a:rect b="b" l="l" r="r" t="t"/>
                <a:pathLst>
                  <a:path extrusionOk="0" h="269" w="3159">
                    <a:moveTo>
                      <a:pt x="134" y="1"/>
                    </a:moveTo>
                    <a:cubicBezTo>
                      <a:pt x="58" y="1"/>
                      <a:pt x="0" y="58"/>
                      <a:pt x="0" y="115"/>
                    </a:cubicBezTo>
                    <a:cubicBezTo>
                      <a:pt x="0" y="192"/>
                      <a:pt x="58" y="249"/>
                      <a:pt x="134" y="249"/>
                    </a:cubicBezTo>
                    <a:lnTo>
                      <a:pt x="3044" y="269"/>
                    </a:lnTo>
                    <a:cubicBezTo>
                      <a:pt x="3120" y="269"/>
                      <a:pt x="3158" y="192"/>
                      <a:pt x="3158" y="154"/>
                    </a:cubicBezTo>
                    <a:cubicBezTo>
                      <a:pt x="3158" y="77"/>
                      <a:pt x="3120" y="20"/>
                      <a:pt x="3044" y="20"/>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8" name="Google Shape;1228;p31"/>
            <p:cNvSpPr/>
            <p:nvPr/>
          </p:nvSpPr>
          <p:spPr>
            <a:xfrm>
              <a:off x="1975276" y="1670155"/>
              <a:ext cx="52319" cy="14457"/>
            </a:xfrm>
            <a:custGeom>
              <a:rect b="b" l="l" r="r" t="t"/>
              <a:pathLst>
                <a:path extrusionOk="0" h="291" w="1053">
                  <a:moveTo>
                    <a:pt x="431" y="0"/>
                  </a:moveTo>
                  <a:cubicBezTo>
                    <a:pt x="247" y="0"/>
                    <a:pt x="106" y="22"/>
                    <a:pt x="96" y="22"/>
                  </a:cubicBezTo>
                  <a:cubicBezTo>
                    <a:pt x="19" y="41"/>
                    <a:pt x="0" y="99"/>
                    <a:pt x="0" y="175"/>
                  </a:cubicBezTo>
                  <a:cubicBezTo>
                    <a:pt x="19" y="233"/>
                    <a:pt x="77" y="271"/>
                    <a:pt x="153" y="271"/>
                  </a:cubicBezTo>
                  <a:cubicBezTo>
                    <a:pt x="153" y="271"/>
                    <a:pt x="320" y="242"/>
                    <a:pt x="515" y="242"/>
                  </a:cubicBezTo>
                  <a:cubicBezTo>
                    <a:pt x="637" y="242"/>
                    <a:pt x="770" y="253"/>
                    <a:pt x="881" y="290"/>
                  </a:cubicBezTo>
                  <a:lnTo>
                    <a:pt x="938" y="290"/>
                  </a:lnTo>
                  <a:cubicBezTo>
                    <a:pt x="976" y="290"/>
                    <a:pt x="1015" y="271"/>
                    <a:pt x="1034" y="214"/>
                  </a:cubicBezTo>
                  <a:cubicBezTo>
                    <a:pt x="1053" y="175"/>
                    <a:pt x="1034" y="99"/>
                    <a:pt x="957" y="80"/>
                  </a:cubicBezTo>
                  <a:cubicBezTo>
                    <a:pt x="787" y="17"/>
                    <a:pt x="593" y="0"/>
                    <a:pt x="43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1"/>
            <p:cNvSpPr/>
            <p:nvPr/>
          </p:nvSpPr>
          <p:spPr>
            <a:xfrm>
              <a:off x="1952421" y="1706124"/>
              <a:ext cx="52369" cy="13662"/>
            </a:xfrm>
            <a:custGeom>
              <a:rect b="b" l="l" r="r" t="t"/>
              <a:pathLst>
                <a:path extrusionOk="0" h="275" w="1054">
                  <a:moveTo>
                    <a:pt x="486" y="0"/>
                  </a:moveTo>
                  <a:cubicBezTo>
                    <a:pt x="284" y="0"/>
                    <a:pt x="118" y="25"/>
                    <a:pt x="96" y="25"/>
                  </a:cubicBezTo>
                  <a:cubicBezTo>
                    <a:pt x="39" y="45"/>
                    <a:pt x="1" y="83"/>
                    <a:pt x="1" y="159"/>
                  </a:cubicBezTo>
                  <a:cubicBezTo>
                    <a:pt x="39" y="236"/>
                    <a:pt x="77" y="255"/>
                    <a:pt x="154" y="255"/>
                  </a:cubicBezTo>
                  <a:cubicBezTo>
                    <a:pt x="154" y="255"/>
                    <a:pt x="328" y="226"/>
                    <a:pt x="529" y="226"/>
                  </a:cubicBezTo>
                  <a:cubicBezTo>
                    <a:pt x="654" y="226"/>
                    <a:pt x="790" y="237"/>
                    <a:pt x="900" y="274"/>
                  </a:cubicBezTo>
                  <a:lnTo>
                    <a:pt x="939" y="274"/>
                  </a:lnTo>
                  <a:cubicBezTo>
                    <a:pt x="996" y="274"/>
                    <a:pt x="1034" y="255"/>
                    <a:pt x="1034" y="217"/>
                  </a:cubicBezTo>
                  <a:cubicBezTo>
                    <a:pt x="1053" y="159"/>
                    <a:pt x="1034" y="83"/>
                    <a:pt x="958" y="64"/>
                  </a:cubicBezTo>
                  <a:cubicBezTo>
                    <a:pt x="810" y="15"/>
                    <a:pt x="638" y="0"/>
                    <a:pt x="486"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1"/>
            <p:cNvSpPr/>
            <p:nvPr/>
          </p:nvSpPr>
          <p:spPr>
            <a:xfrm>
              <a:off x="2592467" y="1784124"/>
              <a:ext cx="46655" cy="32641"/>
            </a:xfrm>
            <a:custGeom>
              <a:rect b="b" l="l" r="r" t="t"/>
              <a:pathLst>
                <a:path extrusionOk="0" h="657" w="939">
                  <a:moveTo>
                    <a:pt x="802" y="1"/>
                  </a:moveTo>
                  <a:cubicBezTo>
                    <a:pt x="791" y="1"/>
                    <a:pt x="779" y="3"/>
                    <a:pt x="766" y="6"/>
                  </a:cubicBezTo>
                  <a:cubicBezTo>
                    <a:pt x="402" y="102"/>
                    <a:pt x="77" y="427"/>
                    <a:pt x="39" y="465"/>
                  </a:cubicBezTo>
                  <a:cubicBezTo>
                    <a:pt x="0" y="504"/>
                    <a:pt x="0" y="580"/>
                    <a:pt x="39" y="618"/>
                  </a:cubicBezTo>
                  <a:cubicBezTo>
                    <a:pt x="77" y="657"/>
                    <a:pt x="115" y="657"/>
                    <a:pt x="134" y="657"/>
                  </a:cubicBezTo>
                  <a:cubicBezTo>
                    <a:pt x="160" y="657"/>
                    <a:pt x="177" y="640"/>
                    <a:pt x="185" y="640"/>
                  </a:cubicBezTo>
                  <a:cubicBezTo>
                    <a:pt x="190" y="640"/>
                    <a:pt x="192" y="644"/>
                    <a:pt x="192" y="657"/>
                  </a:cubicBezTo>
                  <a:cubicBezTo>
                    <a:pt x="192" y="657"/>
                    <a:pt x="517" y="312"/>
                    <a:pt x="804" y="236"/>
                  </a:cubicBezTo>
                  <a:cubicBezTo>
                    <a:pt x="881" y="216"/>
                    <a:pt x="938" y="178"/>
                    <a:pt x="900" y="102"/>
                  </a:cubicBezTo>
                  <a:cubicBezTo>
                    <a:pt x="884" y="38"/>
                    <a:pt x="855" y="1"/>
                    <a:pt x="8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1"/>
            <p:cNvSpPr/>
            <p:nvPr/>
          </p:nvSpPr>
          <p:spPr>
            <a:xfrm>
              <a:off x="2630476" y="1742292"/>
              <a:ext cx="45711" cy="32641"/>
            </a:xfrm>
            <a:custGeom>
              <a:rect b="b" l="l" r="r" t="t"/>
              <a:pathLst>
                <a:path extrusionOk="0" h="657" w="920">
                  <a:moveTo>
                    <a:pt x="803" y="1"/>
                  </a:moveTo>
                  <a:cubicBezTo>
                    <a:pt x="792" y="1"/>
                    <a:pt x="780" y="2"/>
                    <a:pt x="767" y="6"/>
                  </a:cubicBezTo>
                  <a:cubicBezTo>
                    <a:pt x="403" y="101"/>
                    <a:pt x="78" y="446"/>
                    <a:pt x="39" y="465"/>
                  </a:cubicBezTo>
                  <a:cubicBezTo>
                    <a:pt x="1" y="503"/>
                    <a:pt x="1" y="580"/>
                    <a:pt x="39" y="637"/>
                  </a:cubicBezTo>
                  <a:cubicBezTo>
                    <a:pt x="78" y="656"/>
                    <a:pt x="116" y="656"/>
                    <a:pt x="135" y="656"/>
                  </a:cubicBezTo>
                  <a:cubicBezTo>
                    <a:pt x="173" y="656"/>
                    <a:pt x="194" y="648"/>
                    <a:pt x="199" y="648"/>
                  </a:cubicBezTo>
                  <a:cubicBezTo>
                    <a:pt x="200" y="648"/>
                    <a:pt x="200" y="649"/>
                    <a:pt x="199" y="650"/>
                  </a:cubicBezTo>
                  <a:lnTo>
                    <a:pt x="199" y="650"/>
                  </a:lnTo>
                  <a:cubicBezTo>
                    <a:pt x="245" y="602"/>
                    <a:pt x="541" y="307"/>
                    <a:pt x="805" y="254"/>
                  </a:cubicBezTo>
                  <a:cubicBezTo>
                    <a:pt x="881" y="216"/>
                    <a:pt x="920" y="178"/>
                    <a:pt x="901" y="101"/>
                  </a:cubicBezTo>
                  <a:cubicBezTo>
                    <a:pt x="885" y="38"/>
                    <a:pt x="856" y="1"/>
                    <a:pt x="803" y="1"/>
                  </a:cubicBezTo>
                  <a:close/>
                  <a:moveTo>
                    <a:pt x="199" y="650"/>
                  </a:moveTo>
                  <a:cubicBezTo>
                    <a:pt x="195" y="654"/>
                    <a:pt x="192" y="656"/>
                    <a:pt x="192" y="656"/>
                  </a:cubicBezTo>
                  <a:cubicBezTo>
                    <a:pt x="195" y="653"/>
                    <a:pt x="198" y="651"/>
                    <a:pt x="199" y="65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1"/>
            <p:cNvSpPr/>
            <p:nvPr/>
          </p:nvSpPr>
          <p:spPr>
            <a:xfrm>
              <a:off x="2849241" y="1762164"/>
              <a:ext cx="43773" cy="37510"/>
            </a:xfrm>
            <a:custGeom>
              <a:rect b="b" l="l" r="r" t="t"/>
              <a:pathLst>
                <a:path extrusionOk="0" h="755" w="881">
                  <a:moveTo>
                    <a:pt x="135" y="0"/>
                  </a:moveTo>
                  <a:cubicBezTo>
                    <a:pt x="80" y="0"/>
                    <a:pt x="34" y="22"/>
                    <a:pt x="19" y="65"/>
                  </a:cubicBezTo>
                  <a:cubicBezTo>
                    <a:pt x="0" y="142"/>
                    <a:pt x="19" y="199"/>
                    <a:pt x="77" y="237"/>
                  </a:cubicBezTo>
                  <a:cubicBezTo>
                    <a:pt x="77" y="237"/>
                    <a:pt x="479" y="448"/>
                    <a:pt x="651" y="716"/>
                  </a:cubicBezTo>
                  <a:cubicBezTo>
                    <a:pt x="670" y="735"/>
                    <a:pt x="689" y="754"/>
                    <a:pt x="747" y="754"/>
                  </a:cubicBezTo>
                  <a:cubicBezTo>
                    <a:pt x="766" y="754"/>
                    <a:pt x="785" y="754"/>
                    <a:pt x="804" y="735"/>
                  </a:cubicBezTo>
                  <a:cubicBezTo>
                    <a:pt x="881" y="678"/>
                    <a:pt x="881" y="620"/>
                    <a:pt x="862" y="563"/>
                  </a:cubicBezTo>
                  <a:cubicBezTo>
                    <a:pt x="651" y="256"/>
                    <a:pt x="211" y="8"/>
                    <a:pt x="192" y="8"/>
                  </a:cubicBezTo>
                  <a:cubicBezTo>
                    <a:pt x="173" y="3"/>
                    <a:pt x="153" y="0"/>
                    <a:pt x="1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1"/>
            <p:cNvSpPr/>
            <p:nvPr/>
          </p:nvSpPr>
          <p:spPr>
            <a:xfrm>
              <a:off x="2895846" y="1766735"/>
              <a:ext cx="43773" cy="37659"/>
            </a:xfrm>
            <a:custGeom>
              <a:rect b="b" l="l" r="r" t="t"/>
              <a:pathLst>
                <a:path extrusionOk="0" h="758" w="881">
                  <a:moveTo>
                    <a:pt x="117" y="1"/>
                  </a:moveTo>
                  <a:cubicBezTo>
                    <a:pt x="70" y="1"/>
                    <a:pt x="32" y="18"/>
                    <a:pt x="19" y="69"/>
                  </a:cubicBezTo>
                  <a:cubicBezTo>
                    <a:pt x="0" y="145"/>
                    <a:pt x="19" y="203"/>
                    <a:pt x="58" y="241"/>
                  </a:cubicBezTo>
                  <a:cubicBezTo>
                    <a:pt x="58" y="241"/>
                    <a:pt x="479" y="452"/>
                    <a:pt x="632" y="720"/>
                  </a:cubicBezTo>
                  <a:cubicBezTo>
                    <a:pt x="651" y="739"/>
                    <a:pt x="689" y="758"/>
                    <a:pt x="728" y="758"/>
                  </a:cubicBezTo>
                  <a:cubicBezTo>
                    <a:pt x="766" y="758"/>
                    <a:pt x="785" y="758"/>
                    <a:pt x="804" y="739"/>
                  </a:cubicBezTo>
                  <a:cubicBezTo>
                    <a:pt x="881" y="681"/>
                    <a:pt x="881" y="624"/>
                    <a:pt x="862" y="566"/>
                  </a:cubicBezTo>
                  <a:cubicBezTo>
                    <a:pt x="632" y="260"/>
                    <a:pt x="211" y="11"/>
                    <a:pt x="192" y="11"/>
                  </a:cubicBezTo>
                  <a:cubicBezTo>
                    <a:pt x="166" y="5"/>
                    <a:pt x="141" y="1"/>
                    <a:pt x="1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1"/>
            <p:cNvSpPr/>
            <p:nvPr/>
          </p:nvSpPr>
          <p:spPr>
            <a:xfrm>
              <a:off x="2859675" y="2642762"/>
              <a:ext cx="43823" cy="37460"/>
            </a:xfrm>
            <a:custGeom>
              <a:rect b="b" l="l" r="r" t="t"/>
              <a:pathLst>
                <a:path extrusionOk="0" h="754" w="882">
                  <a:moveTo>
                    <a:pt x="107" y="1"/>
                  </a:moveTo>
                  <a:cubicBezTo>
                    <a:pt x="71" y="1"/>
                    <a:pt x="42" y="19"/>
                    <a:pt x="20" y="64"/>
                  </a:cubicBezTo>
                  <a:cubicBezTo>
                    <a:pt x="1" y="141"/>
                    <a:pt x="20" y="198"/>
                    <a:pt x="77" y="237"/>
                  </a:cubicBezTo>
                  <a:cubicBezTo>
                    <a:pt x="77" y="237"/>
                    <a:pt x="479" y="447"/>
                    <a:pt x="652" y="715"/>
                  </a:cubicBezTo>
                  <a:cubicBezTo>
                    <a:pt x="671" y="734"/>
                    <a:pt x="690" y="753"/>
                    <a:pt x="747" y="753"/>
                  </a:cubicBezTo>
                  <a:cubicBezTo>
                    <a:pt x="766" y="753"/>
                    <a:pt x="786" y="753"/>
                    <a:pt x="824" y="734"/>
                  </a:cubicBezTo>
                  <a:cubicBezTo>
                    <a:pt x="881" y="696"/>
                    <a:pt x="881" y="619"/>
                    <a:pt x="862" y="562"/>
                  </a:cubicBezTo>
                  <a:cubicBezTo>
                    <a:pt x="652" y="256"/>
                    <a:pt x="211" y="26"/>
                    <a:pt x="192" y="26"/>
                  </a:cubicBezTo>
                  <a:cubicBezTo>
                    <a:pt x="161" y="10"/>
                    <a:pt x="132" y="1"/>
                    <a:pt x="1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1"/>
            <p:cNvSpPr/>
            <p:nvPr/>
          </p:nvSpPr>
          <p:spPr>
            <a:xfrm>
              <a:off x="2810238" y="2640824"/>
              <a:ext cx="43773" cy="37510"/>
            </a:xfrm>
            <a:custGeom>
              <a:rect b="b" l="l" r="r" t="t"/>
              <a:pathLst>
                <a:path extrusionOk="0" h="755" w="881">
                  <a:moveTo>
                    <a:pt x="135" y="0"/>
                  </a:moveTo>
                  <a:cubicBezTo>
                    <a:pt x="81" y="0"/>
                    <a:pt x="34" y="22"/>
                    <a:pt x="20" y="65"/>
                  </a:cubicBezTo>
                  <a:cubicBezTo>
                    <a:pt x="1" y="122"/>
                    <a:pt x="20" y="199"/>
                    <a:pt x="58" y="218"/>
                  </a:cubicBezTo>
                  <a:cubicBezTo>
                    <a:pt x="58" y="218"/>
                    <a:pt x="479" y="448"/>
                    <a:pt x="632" y="697"/>
                  </a:cubicBezTo>
                  <a:cubicBezTo>
                    <a:pt x="651" y="716"/>
                    <a:pt x="690" y="754"/>
                    <a:pt x="728" y="754"/>
                  </a:cubicBezTo>
                  <a:cubicBezTo>
                    <a:pt x="766" y="754"/>
                    <a:pt x="785" y="754"/>
                    <a:pt x="804" y="735"/>
                  </a:cubicBezTo>
                  <a:cubicBezTo>
                    <a:pt x="881" y="677"/>
                    <a:pt x="881" y="601"/>
                    <a:pt x="862" y="563"/>
                  </a:cubicBezTo>
                  <a:cubicBezTo>
                    <a:pt x="632" y="256"/>
                    <a:pt x="211" y="8"/>
                    <a:pt x="192" y="8"/>
                  </a:cubicBezTo>
                  <a:cubicBezTo>
                    <a:pt x="173" y="3"/>
                    <a:pt x="154" y="0"/>
                    <a:pt x="1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1"/>
            <p:cNvSpPr/>
            <p:nvPr/>
          </p:nvSpPr>
          <p:spPr>
            <a:xfrm>
              <a:off x="2881586" y="2700292"/>
              <a:ext cx="43773" cy="36963"/>
            </a:xfrm>
            <a:custGeom>
              <a:rect b="b" l="l" r="r" t="t"/>
              <a:pathLst>
                <a:path extrusionOk="0" h="744" w="881">
                  <a:moveTo>
                    <a:pt x="126" y="1"/>
                  </a:moveTo>
                  <a:cubicBezTo>
                    <a:pt x="75" y="1"/>
                    <a:pt x="33" y="28"/>
                    <a:pt x="19" y="55"/>
                  </a:cubicBezTo>
                  <a:cubicBezTo>
                    <a:pt x="0" y="131"/>
                    <a:pt x="19" y="208"/>
                    <a:pt x="57" y="227"/>
                  </a:cubicBezTo>
                  <a:cubicBezTo>
                    <a:pt x="57" y="227"/>
                    <a:pt x="479" y="437"/>
                    <a:pt x="632" y="705"/>
                  </a:cubicBezTo>
                  <a:cubicBezTo>
                    <a:pt x="651" y="725"/>
                    <a:pt x="689" y="744"/>
                    <a:pt x="727" y="744"/>
                  </a:cubicBezTo>
                  <a:cubicBezTo>
                    <a:pt x="766" y="744"/>
                    <a:pt x="785" y="744"/>
                    <a:pt x="804" y="725"/>
                  </a:cubicBezTo>
                  <a:cubicBezTo>
                    <a:pt x="881" y="686"/>
                    <a:pt x="881" y="610"/>
                    <a:pt x="861" y="552"/>
                  </a:cubicBezTo>
                  <a:cubicBezTo>
                    <a:pt x="632" y="246"/>
                    <a:pt x="211" y="16"/>
                    <a:pt x="191" y="16"/>
                  </a:cubicBezTo>
                  <a:cubicBezTo>
                    <a:pt x="169" y="5"/>
                    <a:pt x="147" y="1"/>
                    <a:pt x="12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1"/>
            <p:cNvSpPr/>
            <p:nvPr/>
          </p:nvSpPr>
          <p:spPr>
            <a:xfrm>
              <a:off x="2537316" y="2671925"/>
              <a:ext cx="46655" cy="33982"/>
            </a:xfrm>
            <a:custGeom>
              <a:rect b="b" l="l" r="r" t="t"/>
              <a:pathLst>
                <a:path extrusionOk="0" h="684" w="939">
                  <a:moveTo>
                    <a:pt x="814" y="1"/>
                  </a:moveTo>
                  <a:cubicBezTo>
                    <a:pt x="799" y="1"/>
                    <a:pt x="783" y="5"/>
                    <a:pt x="766" y="13"/>
                  </a:cubicBezTo>
                  <a:cubicBezTo>
                    <a:pt x="421" y="128"/>
                    <a:pt x="77" y="453"/>
                    <a:pt x="58" y="492"/>
                  </a:cubicBezTo>
                  <a:cubicBezTo>
                    <a:pt x="0" y="530"/>
                    <a:pt x="0" y="607"/>
                    <a:pt x="58" y="645"/>
                  </a:cubicBezTo>
                  <a:cubicBezTo>
                    <a:pt x="77" y="683"/>
                    <a:pt x="134" y="683"/>
                    <a:pt x="153" y="683"/>
                  </a:cubicBezTo>
                  <a:cubicBezTo>
                    <a:pt x="172" y="683"/>
                    <a:pt x="230" y="683"/>
                    <a:pt x="192" y="645"/>
                  </a:cubicBezTo>
                  <a:cubicBezTo>
                    <a:pt x="192" y="645"/>
                    <a:pt x="536" y="319"/>
                    <a:pt x="823" y="243"/>
                  </a:cubicBezTo>
                  <a:cubicBezTo>
                    <a:pt x="900" y="224"/>
                    <a:pt x="938" y="166"/>
                    <a:pt x="919" y="90"/>
                  </a:cubicBezTo>
                  <a:cubicBezTo>
                    <a:pt x="904" y="45"/>
                    <a:pt x="866" y="1"/>
                    <a:pt x="81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1"/>
            <p:cNvSpPr/>
            <p:nvPr/>
          </p:nvSpPr>
          <p:spPr>
            <a:xfrm>
              <a:off x="1898214" y="1676216"/>
              <a:ext cx="53313" cy="14060"/>
            </a:xfrm>
            <a:custGeom>
              <a:rect b="b" l="l" r="r" t="t"/>
              <a:pathLst>
                <a:path extrusionOk="0" h="283" w="1073">
                  <a:moveTo>
                    <a:pt x="417" y="1"/>
                  </a:moveTo>
                  <a:cubicBezTo>
                    <a:pt x="250" y="1"/>
                    <a:pt x="125" y="15"/>
                    <a:pt x="116" y="15"/>
                  </a:cubicBezTo>
                  <a:cubicBezTo>
                    <a:pt x="39" y="53"/>
                    <a:pt x="1" y="92"/>
                    <a:pt x="20" y="168"/>
                  </a:cubicBezTo>
                  <a:cubicBezTo>
                    <a:pt x="39" y="245"/>
                    <a:pt x="96" y="264"/>
                    <a:pt x="173" y="264"/>
                  </a:cubicBezTo>
                  <a:cubicBezTo>
                    <a:pt x="173" y="264"/>
                    <a:pt x="340" y="235"/>
                    <a:pt x="535" y="235"/>
                  </a:cubicBezTo>
                  <a:cubicBezTo>
                    <a:pt x="657" y="235"/>
                    <a:pt x="790" y="246"/>
                    <a:pt x="900" y="283"/>
                  </a:cubicBezTo>
                  <a:lnTo>
                    <a:pt x="958" y="283"/>
                  </a:lnTo>
                  <a:cubicBezTo>
                    <a:pt x="996" y="283"/>
                    <a:pt x="1053" y="264"/>
                    <a:pt x="1053" y="206"/>
                  </a:cubicBezTo>
                  <a:cubicBezTo>
                    <a:pt x="1073" y="168"/>
                    <a:pt x="1053" y="92"/>
                    <a:pt x="977" y="72"/>
                  </a:cubicBezTo>
                  <a:cubicBezTo>
                    <a:pt x="795" y="15"/>
                    <a:pt x="584" y="1"/>
                    <a:pt x="417"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1"/>
            <p:cNvSpPr/>
            <p:nvPr/>
          </p:nvSpPr>
          <p:spPr>
            <a:xfrm>
              <a:off x="1688045" y="1702299"/>
              <a:ext cx="52369" cy="14606"/>
            </a:xfrm>
            <a:custGeom>
              <a:rect b="b" l="l" r="r" t="t"/>
              <a:pathLst>
                <a:path extrusionOk="0" h="294" w="1054">
                  <a:moveTo>
                    <a:pt x="472" y="1"/>
                  </a:moveTo>
                  <a:cubicBezTo>
                    <a:pt x="268" y="1"/>
                    <a:pt x="107" y="26"/>
                    <a:pt x="96" y="26"/>
                  </a:cubicBezTo>
                  <a:cubicBezTo>
                    <a:pt x="20" y="45"/>
                    <a:pt x="1" y="102"/>
                    <a:pt x="1" y="160"/>
                  </a:cubicBezTo>
                  <a:cubicBezTo>
                    <a:pt x="20" y="236"/>
                    <a:pt x="58" y="256"/>
                    <a:pt x="135" y="256"/>
                  </a:cubicBezTo>
                  <a:cubicBezTo>
                    <a:pt x="135" y="256"/>
                    <a:pt x="271" y="239"/>
                    <a:pt x="442" y="239"/>
                  </a:cubicBezTo>
                  <a:cubicBezTo>
                    <a:pt x="584" y="239"/>
                    <a:pt x="751" y="250"/>
                    <a:pt x="881" y="294"/>
                  </a:cubicBezTo>
                  <a:lnTo>
                    <a:pt x="919" y="294"/>
                  </a:lnTo>
                  <a:cubicBezTo>
                    <a:pt x="977" y="294"/>
                    <a:pt x="1015" y="236"/>
                    <a:pt x="1015" y="217"/>
                  </a:cubicBezTo>
                  <a:cubicBezTo>
                    <a:pt x="1053" y="160"/>
                    <a:pt x="1015" y="102"/>
                    <a:pt x="958" y="64"/>
                  </a:cubicBezTo>
                  <a:cubicBezTo>
                    <a:pt x="802" y="15"/>
                    <a:pt x="625" y="1"/>
                    <a:pt x="47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1"/>
            <p:cNvSpPr/>
            <p:nvPr/>
          </p:nvSpPr>
          <p:spPr>
            <a:xfrm>
              <a:off x="1950532" y="2559099"/>
              <a:ext cx="53313" cy="14606"/>
            </a:xfrm>
            <a:custGeom>
              <a:rect b="b" l="l" r="r" t="t"/>
              <a:pathLst>
                <a:path extrusionOk="0" h="294" w="1073">
                  <a:moveTo>
                    <a:pt x="491" y="1"/>
                  </a:moveTo>
                  <a:cubicBezTo>
                    <a:pt x="287" y="1"/>
                    <a:pt x="126" y="26"/>
                    <a:pt x="115" y="26"/>
                  </a:cubicBezTo>
                  <a:cubicBezTo>
                    <a:pt x="39" y="45"/>
                    <a:pt x="0" y="102"/>
                    <a:pt x="20" y="179"/>
                  </a:cubicBezTo>
                  <a:cubicBezTo>
                    <a:pt x="39" y="236"/>
                    <a:pt x="96" y="255"/>
                    <a:pt x="173" y="255"/>
                  </a:cubicBezTo>
                  <a:cubicBezTo>
                    <a:pt x="173" y="255"/>
                    <a:pt x="304" y="238"/>
                    <a:pt x="469" y="238"/>
                  </a:cubicBezTo>
                  <a:cubicBezTo>
                    <a:pt x="607" y="238"/>
                    <a:pt x="770" y="250"/>
                    <a:pt x="900" y="294"/>
                  </a:cubicBezTo>
                  <a:lnTo>
                    <a:pt x="957" y="294"/>
                  </a:lnTo>
                  <a:cubicBezTo>
                    <a:pt x="996" y="294"/>
                    <a:pt x="1034" y="274"/>
                    <a:pt x="1053" y="217"/>
                  </a:cubicBezTo>
                  <a:cubicBezTo>
                    <a:pt x="1072" y="160"/>
                    <a:pt x="1053" y="102"/>
                    <a:pt x="977" y="64"/>
                  </a:cubicBezTo>
                  <a:cubicBezTo>
                    <a:pt x="821" y="15"/>
                    <a:pt x="644" y="1"/>
                    <a:pt x="4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1"/>
            <p:cNvSpPr/>
            <p:nvPr/>
          </p:nvSpPr>
          <p:spPr>
            <a:xfrm>
              <a:off x="1612921" y="2617623"/>
              <a:ext cx="53313" cy="14110"/>
            </a:xfrm>
            <a:custGeom>
              <a:rect b="b" l="l" r="r" t="t"/>
              <a:pathLst>
                <a:path extrusionOk="0" h="284" w="1073">
                  <a:moveTo>
                    <a:pt x="417" y="1"/>
                  </a:moveTo>
                  <a:cubicBezTo>
                    <a:pt x="249" y="1"/>
                    <a:pt x="125" y="15"/>
                    <a:pt x="115" y="15"/>
                  </a:cubicBezTo>
                  <a:cubicBezTo>
                    <a:pt x="39" y="53"/>
                    <a:pt x="1" y="92"/>
                    <a:pt x="20" y="168"/>
                  </a:cubicBezTo>
                  <a:cubicBezTo>
                    <a:pt x="39" y="226"/>
                    <a:pt x="96" y="264"/>
                    <a:pt x="173" y="264"/>
                  </a:cubicBezTo>
                  <a:cubicBezTo>
                    <a:pt x="173" y="264"/>
                    <a:pt x="339" y="235"/>
                    <a:pt x="535" y="235"/>
                  </a:cubicBezTo>
                  <a:cubicBezTo>
                    <a:pt x="657" y="235"/>
                    <a:pt x="790" y="246"/>
                    <a:pt x="900" y="283"/>
                  </a:cubicBezTo>
                  <a:lnTo>
                    <a:pt x="958" y="283"/>
                  </a:lnTo>
                  <a:cubicBezTo>
                    <a:pt x="996" y="283"/>
                    <a:pt x="1053" y="226"/>
                    <a:pt x="1053" y="207"/>
                  </a:cubicBezTo>
                  <a:cubicBezTo>
                    <a:pt x="1072" y="168"/>
                    <a:pt x="1053" y="92"/>
                    <a:pt x="977" y="73"/>
                  </a:cubicBezTo>
                  <a:cubicBezTo>
                    <a:pt x="795" y="15"/>
                    <a:pt x="584" y="1"/>
                    <a:pt x="4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1"/>
            <p:cNvSpPr/>
            <p:nvPr/>
          </p:nvSpPr>
          <p:spPr>
            <a:xfrm>
              <a:off x="1637664" y="2587814"/>
              <a:ext cx="52319" cy="14408"/>
            </a:xfrm>
            <a:custGeom>
              <a:rect b="b" l="l" r="r" t="t"/>
              <a:pathLst>
                <a:path extrusionOk="0" h="290" w="1053">
                  <a:moveTo>
                    <a:pt x="431" y="0"/>
                  </a:moveTo>
                  <a:cubicBezTo>
                    <a:pt x="247" y="0"/>
                    <a:pt x="106" y="22"/>
                    <a:pt x="96" y="22"/>
                  </a:cubicBezTo>
                  <a:cubicBezTo>
                    <a:pt x="19" y="41"/>
                    <a:pt x="0" y="98"/>
                    <a:pt x="0" y="175"/>
                  </a:cubicBezTo>
                  <a:cubicBezTo>
                    <a:pt x="19" y="232"/>
                    <a:pt x="77" y="271"/>
                    <a:pt x="153" y="271"/>
                  </a:cubicBezTo>
                  <a:cubicBezTo>
                    <a:pt x="153" y="271"/>
                    <a:pt x="320" y="242"/>
                    <a:pt x="515" y="242"/>
                  </a:cubicBezTo>
                  <a:cubicBezTo>
                    <a:pt x="637" y="242"/>
                    <a:pt x="770" y="253"/>
                    <a:pt x="881" y="290"/>
                  </a:cubicBezTo>
                  <a:lnTo>
                    <a:pt x="938" y="290"/>
                  </a:lnTo>
                  <a:cubicBezTo>
                    <a:pt x="976" y="290"/>
                    <a:pt x="1034" y="232"/>
                    <a:pt x="1034" y="213"/>
                  </a:cubicBezTo>
                  <a:cubicBezTo>
                    <a:pt x="1053" y="156"/>
                    <a:pt x="1034" y="98"/>
                    <a:pt x="957" y="79"/>
                  </a:cubicBezTo>
                  <a:cubicBezTo>
                    <a:pt x="787" y="17"/>
                    <a:pt x="593" y="0"/>
                    <a:pt x="4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1"/>
            <p:cNvSpPr/>
            <p:nvPr/>
          </p:nvSpPr>
          <p:spPr>
            <a:xfrm>
              <a:off x="1922957" y="2593876"/>
              <a:ext cx="52369" cy="14060"/>
            </a:xfrm>
            <a:custGeom>
              <a:rect b="b" l="l" r="r" t="t"/>
              <a:pathLst>
                <a:path extrusionOk="0" h="283" w="1054">
                  <a:moveTo>
                    <a:pt x="398" y="0"/>
                  </a:moveTo>
                  <a:cubicBezTo>
                    <a:pt x="230" y="0"/>
                    <a:pt x="106" y="15"/>
                    <a:pt x="96" y="15"/>
                  </a:cubicBezTo>
                  <a:cubicBezTo>
                    <a:pt x="19" y="53"/>
                    <a:pt x="0" y="91"/>
                    <a:pt x="0" y="168"/>
                  </a:cubicBezTo>
                  <a:cubicBezTo>
                    <a:pt x="19" y="225"/>
                    <a:pt x="77" y="263"/>
                    <a:pt x="153" y="263"/>
                  </a:cubicBezTo>
                  <a:cubicBezTo>
                    <a:pt x="153" y="263"/>
                    <a:pt x="320" y="234"/>
                    <a:pt x="515" y="234"/>
                  </a:cubicBezTo>
                  <a:cubicBezTo>
                    <a:pt x="637" y="234"/>
                    <a:pt x="770" y="246"/>
                    <a:pt x="881" y="283"/>
                  </a:cubicBezTo>
                  <a:lnTo>
                    <a:pt x="938" y="283"/>
                  </a:lnTo>
                  <a:cubicBezTo>
                    <a:pt x="977" y="283"/>
                    <a:pt x="1034" y="225"/>
                    <a:pt x="1034" y="206"/>
                  </a:cubicBezTo>
                  <a:cubicBezTo>
                    <a:pt x="1053" y="168"/>
                    <a:pt x="1034" y="91"/>
                    <a:pt x="957" y="72"/>
                  </a:cubicBezTo>
                  <a:cubicBezTo>
                    <a:pt x="776" y="15"/>
                    <a:pt x="565" y="0"/>
                    <a:pt x="39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1"/>
            <p:cNvSpPr/>
            <p:nvPr/>
          </p:nvSpPr>
          <p:spPr>
            <a:xfrm>
              <a:off x="1684269" y="2611562"/>
              <a:ext cx="53263" cy="14457"/>
            </a:xfrm>
            <a:custGeom>
              <a:rect b="b" l="l" r="r" t="t"/>
              <a:pathLst>
                <a:path extrusionOk="0" h="291" w="1072">
                  <a:moveTo>
                    <a:pt x="450" y="1"/>
                  </a:moveTo>
                  <a:cubicBezTo>
                    <a:pt x="266" y="1"/>
                    <a:pt x="125" y="22"/>
                    <a:pt x="115" y="22"/>
                  </a:cubicBezTo>
                  <a:cubicBezTo>
                    <a:pt x="38" y="41"/>
                    <a:pt x="0" y="99"/>
                    <a:pt x="19" y="175"/>
                  </a:cubicBezTo>
                  <a:cubicBezTo>
                    <a:pt x="38" y="233"/>
                    <a:pt x="96" y="271"/>
                    <a:pt x="172" y="271"/>
                  </a:cubicBezTo>
                  <a:cubicBezTo>
                    <a:pt x="172" y="271"/>
                    <a:pt x="339" y="242"/>
                    <a:pt x="534" y="242"/>
                  </a:cubicBezTo>
                  <a:cubicBezTo>
                    <a:pt x="656" y="242"/>
                    <a:pt x="789" y="253"/>
                    <a:pt x="900" y="290"/>
                  </a:cubicBezTo>
                  <a:lnTo>
                    <a:pt x="957" y="290"/>
                  </a:lnTo>
                  <a:cubicBezTo>
                    <a:pt x="995" y="290"/>
                    <a:pt x="1053" y="233"/>
                    <a:pt x="1053" y="214"/>
                  </a:cubicBezTo>
                  <a:cubicBezTo>
                    <a:pt x="1072" y="156"/>
                    <a:pt x="1053" y="99"/>
                    <a:pt x="976" y="80"/>
                  </a:cubicBezTo>
                  <a:cubicBezTo>
                    <a:pt x="807" y="17"/>
                    <a:pt x="612" y="1"/>
                    <a:pt x="4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1"/>
            <p:cNvSpPr/>
            <p:nvPr/>
          </p:nvSpPr>
          <p:spPr>
            <a:xfrm>
              <a:off x="1994256" y="2588758"/>
              <a:ext cx="52369" cy="14408"/>
            </a:xfrm>
            <a:custGeom>
              <a:rect b="b" l="l" r="r" t="t"/>
              <a:pathLst>
                <a:path extrusionOk="0" h="290" w="1054">
                  <a:moveTo>
                    <a:pt x="432" y="0"/>
                  </a:moveTo>
                  <a:cubicBezTo>
                    <a:pt x="248" y="0"/>
                    <a:pt x="107" y="22"/>
                    <a:pt x="97" y="22"/>
                  </a:cubicBezTo>
                  <a:cubicBezTo>
                    <a:pt x="20" y="60"/>
                    <a:pt x="1" y="99"/>
                    <a:pt x="1" y="175"/>
                  </a:cubicBezTo>
                  <a:cubicBezTo>
                    <a:pt x="20" y="232"/>
                    <a:pt x="77" y="271"/>
                    <a:pt x="154" y="271"/>
                  </a:cubicBezTo>
                  <a:cubicBezTo>
                    <a:pt x="154" y="271"/>
                    <a:pt x="321" y="242"/>
                    <a:pt x="516" y="242"/>
                  </a:cubicBezTo>
                  <a:cubicBezTo>
                    <a:pt x="638" y="242"/>
                    <a:pt x="771" y="253"/>
                    <a:pt x="881" y="290"/>
                  </a:cubicBezTo>
                  <a:lnTo>
                    <a:pt x="939" y="290"/>
                  </a:lnTo>
                  <a:cubicBezTo>
                    <a:pt x="977" y="290"/>
                    <a:pt x="1034" y="271"/>
                    <a:pt x="1034" y="213"/>
                  </a:cubicBezTo>
                  <a:cubicBezTo>
                    <a:pt x="1054" y="175"/>
                    <a:pt x="1034" y="99"/>
                    <a:pt x="958" y="79"/>
                  </a:cubicBezTo>
                  <a:cubicBezTo>
                    <a:pt x="788" y="17"/>
                    <a:pt x="593" y="0"/>
                    <a:pt x="4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1"/>
            <p:cNvSpPr/>
            <p:nvPr/>
          </p:nvSpPr>
          <p:spPr>
            <a:xfrm>
              <a:off x="1617690" y="1711838"/>
              <a:ext cx="53313" cy="14606"/>
            </a:xfrm>
            <a:custGeom>
              <a:rect b="b" l="l" r="r" t="t"/>
              <a:pathLst>
                <a:path extrusionOk="0" h="294" w="1073">
                  <a:moveTo>
                    <a:pt x="491" y="0"/>
                  </a:moveTo>
                  <a:cubicBezTo>
                    <a:pt x="287" y="0"/>
                    <a:pt x="126" y="25"/>
                    <a:pt x="115" y="25"/>
                  </a:cubicBezTo>
                  <a:cubicBezTo>
                    <a:pt x="38" y="44"/>
                    <a:pt x="0" y="102"/>
                    <a:pt x="19" y="159"/>
                  </a:cubicBezTo>
                  <a:cubicBezTo>
                    <a:pt x="38" y="236"/>
                    <a:pt x="96" y="255"/>
                    <a:pt x="172" y="255"/>
                  </a:cubicBezTo>
                  <a:cubicBezTo>
                    <a:pt x="172" y="255"/>
                    <a:pt x="303" y="238"/>
                    <a:pt x="469" y="238"/>
                  </a:cubicBezTo>
                  <a:cubicBezTo>
                    <a:pt x="607" y="238"/>
                    <a:pt x="769" y="250"/>
                    <a:pt x="900" y="293"/>
                  </a:cubicBezTo>
                  <a:lnTo>
                    <a:pt x="957" y="293"/>
                  </a:lnTo>
                  <a:cubicBezTo>
                    <a:pt x="996" y="293"/>
                    <a:pt x="1034" y="255"/>
                    <a:pt x="1053" y="217"/>
                  </a:cubicBezTo>
                  <a:cubicBezTo>
                    <a:pt x="1072" y="159"/>
                    <a:pt x="1053" y="102"/>
                    <a:pt x="976" y="64"/>
                  </a:cubicBezTo>
                  <a:cubicBezTo>
                    <a:pt x="821" y="14"/>
                    <a:pt x="644" y="0"/>
                    <a:pt x="49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1"/>
            <p:cNvSpPr/>
            <p:nvPr/>
          </p:nvSpPr>
          <p:spPr>
            <a:xfrm>
              <a:off x="1646210" y="1679644"/>
              <a:ext cx="52369" cy="14457"/>
            </a:xfrm>
            <a:custGeom>
              <a:rect b="b" l="l" r="r" t="t"/>
              <a:pathLst>
                <a:path extrusionOk="0" h="291" w="1054">
                  <a:moveTo>
                    <a:pt x="432" y="1"/>
                  </a:moveTo>
                  <a:cubicBezTo>
                    <a:pt x="247" y="1"/>
                    <a:pt x="106" y="23"/>
                    <a:pt x="96" y="23"/>
                  </a:cubicBezTo>
                  <a:cubicBezTo>
                    <a:pt x="20" y="42"/>
                    <a:pt x="0" y="99"/>
                    <a:pt x="0" y="176"/>
                  </a:cubicBezTo>
                  <a:cubicBezTo>
                    <a:pt x="20" y="233"/>
                    <a:pt x="77" y="271"/>
                    <a:pt x="134" y="271"/>
                  </a:cubicBezTo>
                  <a:cubicBezTo>
                    <a:pt x="134" y="271"/>
                    <a:pt x="308" y="242"/>
                    <a:pt x="509" y="242"/>
                  </a:cubicBezTo>
                  <a:cubicBezTo>
                    <a:pt x="635" y="242"/>
                    <a:pt x="770" y="254"/>
                    <a:pt x="881" y="291"/>
                  </a:cubicBezTo>
                  <a:lnTo>
                    <a:pt x="938" y="291"/>
                  </a:lnTo>
                  <a:cubicBezTo>
                    <a:pt x="977" y="291"/>
                    <a:pt x="1034" y="271"/>
                    <a:pt x="1034" y="214"/>
                  </a:cubicBezTo>
                  <a:cubicBezTo>
                    <a:pt x="1053" y="176"/>
                    <a:pt x="1034" y="99"/>
                    <a:pt x="957" y="80"/>
                  </a:cubicBezTo>
                  <a:cubicBezTo>
                    <a:pt x="788" y="17"/>
                    <a:pt x="593" y="1"/>
                    <a:pt x="4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1"/>
            <p:cNvSpPr/>
            <p:nvPr/>
          </p:nvSpPr>
          <p:spPr>
            <a:xfrm>
              <a:off x="2379416" y="3138529"/>
              <a:ext cx="724717" cy="23797"/>
            </a:xfrm>
            <a:custGeom>
              <a:rect b="b" l="l" r="r" t="t"/>
              <a:pathLst>
                <a:path extrusionOk="0" h="479" w="14586">
                  <a:moveTo>
                    <a:pt x="14471" y="0"/>
                  </a:moveTo>
                  <a:lnTo>
                    <a:pt x="116" y="230"/>
                  </a:lnTo>
                  <a:cubicBezTo>
                    <a:pt x="58" y="230"/>
                    <a:pt x="1" y="287"/>
                    <a:pt x="1" y="345"/>
                  </a:cubicBezTo>
                  <a:cubicBezTo>
                    <a:pt x="1" y="421"/>
                    <a:pt x="58" y="479"/>
                    <a:pt x="116" y="479"/>
                  </a:cubicBezTo>
                  <a:lnTo>
                    <a:pt x="14471" y="230"/>
                  </a:lnTo>
                  <a:cubicBezTo>
                    <a:pt x="14548" y="230"/>
                    <a:pt x="14586" y="191"/>
                    <a:pt x="14586" y="115"/>
                  </a:cubicBezTo>
                  <a:cubicBezTo>
                    <a:pt x="14586" y="38"/>
                    <a:pt x="14548" y="0"/>
                    <a:pt x="144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1"/>
            <p:cNvSpPr/>
            <p:nvPr/>
          </p:nvSpPr>
          <p:spPr>
            <a:xfrm>
              <a:off x="2611497" y="1027431"/>
              <a:ext cx="315753" cy="61903"/>
            </a:xfrm>
            <a:custGeom>
              <a:rect b="b" l="l" r="r" t="t"/>
              <a:pathLst>
                <a:path extrusionOk="0" h="1246" w="6355">
                  <a:moveTo>
                    <a:pt x="115" y="1"/>
                  </a:moveTo>
                  <a:lnTo>
                    <a:pt x="0" y="1245"/>
                  </a:lnTo>
                  <a:lnTo>
                    <a:pt x="6355" y="1245"/>
                  </a:lnTo>
                  <a:lnTo>
                    <a:pt x="6336" y="211"/>
                  </a:ln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0" name="Google Shape;1250;p31"/>
            <p:cNvGrpSpPr/>
            <p:nvPr/>
          </p:nvGrpSpPr>
          <p:grpSpPr>
            <a:xfrm>
              <a:off x="2639072" y="1085458"/>
              <a:ext cx="266316" cy="257746"/>
              <a:chOff x="2457989" y="919688"/>
              <a:chExt cx="230118" cy="222732"/>
            </a:xfrm>
          </p:grpSpPr>
          <p:sp>
            <p:nvSpPr>
              <p:cNvPr id="1251" name="Google Shape;1251;p31"/>
              <p:cNvSpPr/>
              <p:nvPr/>
            </p:nvSpPr>
            <p:spPr>
              <a:xfrm>
                <a:off x="2460437" y="962405"/>
                <a:ext cx="224408" cy="11549"/>
              </a:xfrm>
              <a:custGeom>
                <a:rect b="b" l="l" r="r" t="t"/>
                <a:pathLst>
                  <a:path extrusionOk="0" h="269" w="5227">
                    <a:moveTo>
                      <a:pt x="135" y="1"/>
                    </a:moveTo>
                    <a:cubicBezTo>
                      <a:pt x="58" y="1"/>
                      <a:pt x="1" y="58"/>
                      <a:pt x="1" y="135"/>
                    </a:cubicBezTo>
                    <a:cubicBezTo>
                      <a:pt x="1" y="192"/>
                      <a:pt x="58" y="250"/>
                      <a:pt x="135" y="250"/>
                    </a:cubicBezTo>
                    <a:lnTo>
                      <a:pt x="5111" y="269"/>
                    </a:lnTo>
                    <a:cubicBezTo>
                      <a:pt x="5169" y="269"/>
                      <a:pt x="5226" y="231"/>
                      <a:pt x="5226" y="154"/>
                    </a:cubicBezTo>
                    <a:cubicBezTo>
                      <a:pt x="5226" y="77"/>
                      <a:pt x="5169" y="39"/>
                      <a:pt x="5111" y="39"/>
                    </a:cubicBezTo>
                    <a:lnTo>
                      <a:pt x="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1"/>
              <p:cNvSpPr/>
              <p:nvPr/>
            </p:nvSpPr>
            <p:spPr>
              <a:xfrm>
                <a:off x="2628087" y="966527"/>
                <a:ext cx="12365" cy="59204"/>
              </a:xfrm>
              <a:custGeom>
                <a:rect b="b" l="l" r="r" t="t"/>
                <a:pathLst>
                  <a:path extrusionOk="0" h="1379" w="288">
                    <a:moveTo>
                      <a:pt x="173" y="1"/>
                    </a:moveTo>
                    <a:cubicBezTo>
                      <a:pt x="115" y="1"/>
                      <a:pt x="58" y="58"/>
                      <a:pt x="58" y="135"/>
                    </a:cubicBezTo>
                    <a:lnTo>
                      <a:pt x="0" y="1245"/>
                    </a:lnTo>
                    <a:cubicBezTo>
                      <a:pt x="0" y="1321"/>
                      <a:pt x="58" y="1379"/>
                      <a:pt x="115" y="1379"/>
                    </a:cubicBezTo>
                    <a:cubicBezTo>
                      <a:pt x="192" y="1379"/>
                      <a:pt x="249" y="1302"/>
                      <a:pt x="249" y="1245"/>
                    </a:cubicBezTo>
                    <a:lnTo>
                      <a:pt x="287" y="135"/>
                    </a:lnTo>
                    <a:cubicBezTo>
                      <a:pt x="287"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1"/>
              <p:cNvSpPr/>
              <p:nvPr/>
            </p:nvSpPr>
            <p:spPr>
              <a:xfrm>
                <a:off x="2565620" y="970648"/>
                <a:ext cx="14039" cy="56714"/>
              </a:xfrm>
              <a:custGeom>
                <a:rect b="b" l="l" r="r" t="t"/>
                <a:pathLst>
                  <a:path extrusionOk="0" h="1321" w="327">
                    <a:moveTo>
                      <a:pt x="211" y="0"/>
                    </a:moveTo>
                    <a:cubicBezTo>
                      <a:pt x="173" y="0"/>
                      <a:pt x="96" y="58"/>
                      <a:pt x="96" y="134"/>
                    </a:cubicBezTo>
                    <a:lnTo>
                      <a:pt x="1" y="1206"/>
                    </a:lnTo>
                    <a:cubicBezTo>
                      <a:pt x="1" y="1244"/>
                      <a:pt x="39" y="1321"/>
                      <a:pt x="115" y="1321"/>
                    </a:cubicBezTo>
                    <a:cubicBezTo>
                      <a:pt x="173" y="1321"/>
                      <a:pt x="211" y="1283"/>
                      <a:pt x="230" y="1206"/>
                    </a:cubicBezTo>
                    <a:lnTo>
                      <a:pt x="326" y="134"/>
                    </a:lnTo>
                    <a:cubicBezTo>
                      <a:pt x="326" y="77"/>
                      <a:pt x="288"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1"/>
              <p:cNvSpPr/>
              <p:nvPr/>
            </p:nvSpPr>
            <p:spPr>
              <a:xfrm>
                <a:off x="2466189" y="1017487"/>
                <a:ext cx="215349" cy="17302"/>
              </a:xfrm>
              <a:custGeom>
                <a:rect b="b" l="l" r="r" t="t"/>
                <a:pathLst>
                  <a:path extrusionOk="0" h="403" w="5016">
                    <a:moveTo>
                      <a:pt x="115" y="0"/>
                    </a:moveTo>
                    <a:cubicBezTo>
                      <a:pt x="39" y="0"/>
                      <a:pt x="1" y="39"/>
                      <a:pt x="1" y="115"/>
                    </a:cubicBezTo>
                    <a:cubicBezTo>
                      <a:pt x="1" y="192"/>
                      <a:pt x="39" y="230"/>
                      <a:pt x="115" y="230"/>
                    </a:cubicBezTo>
                    <a:lnTo>
                      <a:pt x="4901" y="402"/>
                    </a:lnTo>
                    <a:cubicBezTo>
                      <a:pt x="4939" y="402"/>
                      <a:pt x="5015" y="326"/>
                      <a:pt x="5015" y="287"/>
                    </a:cubicBezTo>
                    <a:cubicBezTo>
                      <a:pt x="5015" y="211"/>
                      <a:pt x="4977" y="153"/>
                      <a:pt x="4901" y="153"/>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1"/>
              <p:cNvSpPr/>
              <p:nvPr/>
            </p:nvSpPr>
            <p:spPr>
              <a:xfrm>
                <a:off x="2457989" y="1077463"/>
                <a:ext cx="230118" cy="16486"/>
              </a:xfrm>
              <a:custGeom>
                <a:rect b="b" l="l" r="r" t="t"/>
                <a:pathLst>
                  <a:path extrusionOk="0" h="384" w="5360">
                    <a:moveTo>
                      <a:pt x="115" y="1"/>
                    </a:moveTo>
                    <a:cubicBezTo>
                      <a:pt x="58" y="1"/>
                      <a:pt x="0" y="58"/>
                      <a:pt x="0" y="134"/>
                    </a:cubicBezTo>
                    <a:cubicBezTo>
                      <a:pt x="0" y="192"/>
                      <a:pt x="39" y="249"/>
                      <a:pt x="115" y="249"/>
                    </a:cubicBezTo>
                    <a:lnTo>
                      <a:pt x="5226" y="383"/>
                    </a:lnTo>
                    <a:cubicBezTo>
                      <a:pt x="5302" y="383"/>
                      <a:pt x="5360" y="345"/>
                      <a:pt x="5321" y="268"/>
                    </a:cubicBezTo>
                    <a:cubicBezTo>
                      <a:pt x="5321" y="192"/>
                      <a:pt x="5283" y="154"/>
                      <a:pt x="5206" y="154"/>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1"/>
              <p:cNvSpPr/>
              <p:nvPr/>
            </p:nvSpPr>
            <p:spPr>
              <a:xfrm>
                <a:off x="2492507" y="1085663"/>
                <a:ext cx="10690" cy="56757"/>
              </a:xfrm>
              <a:custGeom>
                <a:rect b="b" l="l" r="r" t="t"/>
                <a:pathLst>
                  <a:path extrusionOk="0" h="1322" w="249">
                    <a:moveTo>
                      <a:pt x="115" y="1"/>
                    </a:moveTo>
                    <a:cubicBezTo>
                      <a:pt x="58" y="1"/>
                      <a:pt x="0" y="58"/>
                      <a:pt x="0" y="135"/>
                    </a:cubicBezTo>
                    <a:lnTo>
                      <a:pt x="0" y="1207"/>
                    </a:lnTo>
                    <a:cubicBezTo>
                      <a:pt x="0" y="1283"/>
                      <a:pt x="58" y="1322"/>
                      <a:pt x="115" y="1322"/>
                    </a:cubicBezTo>
                    <a:cubicBezTo>
                      <a:pt x="172" y="1322"/>
                      <a:pt x="249" y="1283"/>
                      <a:pt x="249" y="1207"/>
                    </a:cubicBezTo>
                    <a:lnTo>
                      <a:pt x="249" y="135"/>
                    </a:lnTo>
                    <a:cubicBezTo>
                      <a:pt x="249"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1"/>
              <p:cNvSpPr/>
              <p:nvPr/>
            </p:nvSpPr>
            <p:spPr>
              <a:xfrm>
                <a:off x="2553299" y="1084848"/>
                <a:ext cx="12365" cy="55941"/>
              </a:xfrm>
              <a:custGeom>
                <a:rect b="b" l="l" r="r" t="t"/>
                <a:pathLst>
                  <a:path extrusionOk="0" h="1303" w="288">
                    <a:moveTo>
                      <a:pt x="173" y="1"/>
                    </a:moveTo>
                    <a:cubicBezTo>
                      <a:pt x="96" y="1"/>
                      <a:pt x="39" y="58"/>
                      <a:pt x="39" y="116"/>
                    </a:cubicBezTo>
                    <a:lnTo>
                      <a:pt x="1" y="1168"/>
                    </a:lnTo>
                    <a:cubicBezTo>
                      <a:pt x="1" y="1245"/>
                      <a:pt x="39" y="1302"/>
                      <a:pt x="115" y="1302"/>
                    </a:cubicBezTo>
                    <a:cubicBezTo>
                      <a:pt x="192" y="1302"/>
                      <a:pt x="230" y="1245"/>
                      <a:pt x="230" y="1168"/>
                    </a:cubicBezTo>
                    <a:lnTo>
                      <a:pt x="288" y="116"/>
                    </a:lnTo>
                    <a:cubicBezTo>
                      <a:pt x="288" y="58"/>
                      <a:pt x="230"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1"/>
              <p:cNvSpPr/>
              <p:nvPr/>
            </p:nvSpPr>
            <p:spPr>
              <a:xfrm>
                <a:off x="2523719" y="1021566"/>
                <a:ext cx="13996" cy="66631"/>
              </a:xfrm>
              <a:custGeom>
                <a:rect b="b" l="l" r="r" t="t"/>
                <a:pathLst>
                  <a:path extrusionOk="0" h="1552" w="326">
                    <a:moveTo>
                      <a:pt x="211" y="1"/>
                    </a:moveTo>
                    <a:cubicBezTo>
                      <a:pt x="154" y="1"/>
                      <a:pt x="96" y="39"/>
                      <a:pt x="96" y="116"/>
                    </a:cubicBezTo>
                    <a:lnTo>
                      <a:pt x="0" y="1436"/>
                    </a:lnTo>
                    <a:cubicBezTo>
                      <a:pt x="0" y="1475"/>
                      <a:pt x="39" y="1551"/>
                      <a:pt x="115" y="1551"/>
                    </a:cubicBezTo>
                    <a:cubicBezTo>
                      <a:pt x="192" y="1551"/>
                      <a:pt x="230" y="1494"/>
                      <a:pt x="230" y="1436"/>
                    </a:cubicBezTo>
                    <a:lnTo>
                      <a:pt x="326" y="116"/>
                    </a:lnTo>
                    <a:cubicBezTo>
                      <a:pt x="326" y="58"/>
                      <a:pt x="288" y="1"/>
                      <a:pt x="2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1"/>
              <p:cNvSpPr/>
              <p:nvPr/>
            </p:nvSpPr>
            <p:spPr>
              <a:xfrm>
                <a:off x="2499891" y="965711"/>
                <a:ext cx="13996" cy="61651"/>
              </a:xfrm>
              <a:custGeom>
                <a:rect b="b" l="l" r="r" t="t"/>
                <a:pathLst>
                  <a:path extrusionOk="0" h="1436" w="326">
                    <a:moveTo>
                      <a:pt x="211" y="0"/>
                    </a:moveTo>
                    <a:cubicBezTo>
                      <a:pt x="173" y="0"/>
                      <a:pt x="96" y="58"/>
                      <a:pt x="96" y="115"/>
                    </a:cubicBezTo>
                    <a:lnTo>
                      <a:pt x="0" y="1321"/>
                    </a:lnTo>
                    <a:cubicBezTo>
                      <a:pt x="0" y="1359"/>
                      <a:pt x="39" y="1436"/>
                      <a:pt x="115" y="1436"/>
                    </a:cubicBezTo>
                    <a:cubicBezTo>
                      <a:pt x="192" y="1436"/>
                      <a:pt x="230" y="1398"/>
                      <a:pt x="230" y="1321"/>
                    </a:cubicBezTo>
                    <a:lnTo>
                      <a:pt x="326" y="115"/>
                    </a:lnTo>
                    <a:cubicBezTo>
                      <a:pt x="326" y="77"/>
                      <a:pt x="288"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1"/>
              <p:cNvSpPr/>
              <p:nvPr/>
            </p:nvSpPr>
            <p:spPr>
              <a:xfrm>
                <a:off x="2603443" y="1024056"/>
                <a:ext cx="14812" cy="67404"/>
              </a:xfrm>
              <a:custGeom>
                <a:rect b="b" l="l" r="r" t="t"/>
                <a:pathLst>
                  <a:path extrusionOk="0" h="1570" w="345">
                    <a:moveTo>
                      <a:pt x="211" y="0"/>
                    </a:moveTo>
                    <a:cubicBezTo>
                      <a:pt x="172" y="0"/>
                      <a:pt x="96" y="58"/>
                      <a:pt x="96" y="134"/>
                    </a:cubicBezTo>
                    <a:lnTo>
                      <a:pt x="0" y="1436"/>
                    </a:lnTo>
                    <a:cubicBezTo>
                      <a:pt x="0" y="1493"/>
                      <a:pt x="58" y="1570"/>
                      <a:pt x="115" y="1570"/>
                    </a:cubicBezTo>
                    <a:cubicBezTo>
                      <a:pt x="172" y="1570"/>
                      <a:pt x="249" y="1512"/>
                      <a:pt x="249" y="1436"/>
                    </a:cubicBezTo>
                    <a:lnTo>
                      <a:pt x="345" y="134"/>
                    </a:lnTo>
                    <a:cubicBezTo>
                      <a:pt x="345" y="77"/>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1"/>
              <p:cNvSpPr/>
              <p:nvPr/>
            </p:nvSpPr>
            <p:spPr>
              <a:xfrm>
                <a:off x="2643671" y="1082400"/>
                <a:ext cx="9917" cy="55082"/>
              </a:xfrm>
              <a:custGeom>
                <a:rect b="b" l="l" r="r" t="t"/>
                <a:pathLst>
                  <a:path extrusionOk="0" h="1283" w="231">
                    <a:moveTo>
                      <a:pt x="116" y="0"/>
                    </a:moveTo>
                    <a:cubicBezTo>
                      <a:pt x="39" y="0"/>
                      <a:pt x="1" y="58"/>
                      <a:pt x="1" y="134"/>
                    </a:cubicBezTo>
                    <a:lnTo>
                      <a:pt x="1" y="1168"/>
                    </a:lnTo>
                    <a:cubicBezTo>
                      <a:pt x="1" y="1225"/>
                      <a:pt x="39" y="1283"/>
                      <a:pt x="116" y="1283"/>
                    </a:cubicBezTo>
                    <a:cubicBezTo>
                      <a:pt x="192" y="1283"/>
                      <a:pt x="231" y="1206"/>
                      <a:pt x="231" y="1168"/>
                    </a:cubicBezTo>
                    <a:lnTo>
                      <a:pt x="231" y="134"/>
                    </a:lnTo>
                    <a:cubicBezTo>
                      <a:pt x="231"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1"/>
              <p:cNvSpPr/>
              <p:nvPr/>
            </p:nvSpPr>
            <p:spPr>
              <a:xfrm>
                <a:off x="2533593" y="920503"/>
                <a:ext cx="11549" cy="50188"/>
              </a:xfrm>
              <a:custGeom>
                <a:rect b="b" l="l" r="r" t="t"/>
                <a:pathLst>
                  <a:path extrusionOk="0" h="1169" w="269">
                    <a:moveTo>
                      <a:pt x="153" y="1"/>
                    </a:moveTo>
                    <a:cubicBezTo>
                      <a:pt x="77" y="1"/>
                      <a:pt x="19" y="58"/>
                      <a:pt x="19" y="116"/>
                    </a:cubicBezTo>
                    <a:lnTo>
                      <a:pt x="0" y="1053"/>
                    </a:lnTo>
                    <a:cubicBezTo>
                      <a:pt x="0" y="1130"/>
                      <a:pt x="58" y="1168"/>
                      <a:pt x="115" y="1168"/>
                    </a:cubicBezTo>
                    <a:cubicBezTo>
                      <a:pt x="192" y="1168"/>
                      <a:pt x="249" y="1130"/>
                      <a:pt x="249" y="1053"/>
                    </a:cubicBezTo>
                    <a:lnTo>
                      <a:pt x="268" y="116"/>
                    </a:lnTo>
                    <a:cubicBezTo>
                      <a:pt x="268" y="58"/>
                      <a:pt x="211" y="1"/>
                      <a:pt x="1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1"/>
              <p:cNvSpPr/>
              <p:nvPr/>
            </p:nvSpPr>
            <p:spPr>
              <a:xfrm>
                <a:off x="2603443" y="919688"/>
                <a:ext cx="13180" cy="54267"/>
              </a:xfrm>
              <a:custGeom>
                <a:rect b="b" l="l" r="r" t="t"/>
                <a:pathLst>
                  <a:path extrusionOk="0" h="1264" w="307">
                    <a:moveTo>
                      <a:pt x="192" y="1"/>
                    </a:moveTo>
                    <a:cubicBezTo>
                      <a:pt x="153" y="1"/>
                      <a:pt x="77" y="39"/>
                      <a:pt x="77" y="115"/>
                    </a:cubicBezTo>
                    <a:lnTo>
                      <a:pt x="0" y="1149"/>
                    </a:lnTo>
                    <a:cubicBezTo>
                      <a:pt x="0" y="1187"/>
                      <a:pt x="58" y="1264"/>
                      <a:pt x="115" y="1264"/>
                    </a:cubicBezTo>
                    <a:cubicBezTo>
                      <a:pt x="172" y="1264"/>
                      <a:pt x="249" y="1226"/>
                      <a:pt x="249" y="1149"/>
                    </a:cubicBezTo>
                    <a:lnTo>
                      <a:pt x="306" y="115"/>
                    </a:lnTo>
                    <a:cubicBezTo>
                      <a:pt x="306" y="77"/>
                      <a:pt x="268"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32"/>
          <p:cNvSpPr txBox="1"/>
          <p:nvPr>
            <p:ph idx="1" type="subTitle"/>
          </p:nvPr>
        </p:nvSpPr>
        <p:spPr>
          <a:xfrm>
            <a:off x="2066400" y="1251350"/>
            <a:ext cx="4745700" cy="3418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800"/>
              <a:t>localhost/api/auth/login/</a:t>
            </a:r>
            <a:r>
              <a:rPr b="1" lang="en" sz="1800"/>
              <a:t> </a:t>
            </a:r>
            <a:r>
              <a:rPr lang="en" sz="1800"/>
              <a:t>sends login data to backend and gets confirmation</a:t>
            </a:r>
            <a:endParaRPr sz="1800"/>
          </a:p>
          <a:p>
            <a:pPr indent="-330200" lvl="0" marL="457200" rtl="0" algn="l">
              <a:spcBef>
                <a:spcPts val="600"/>
              </a:spcBef>
              <a:spcAft>
                <a:spcPts val="0"/>
              </a:spcAft>
              <a:buSzPts val="1600"/>
              <a:buFont typeface="Roboto Mono"/>
              <a:buChar char="●"/>
            </a:pPr>
            <a:r>
              <a:rPr lang="en">
                <a:latin typeface="Roboto Mono"/>
                <a:ea typeface="Roboto Mono"/>
                <a:cs typeface="Roboto Mono"/>
                <a:sym typeface="Roboto Mono"/>
              </a:rPr>
              <a:t>l</a:t>
            </a:r>
            <a:r>
              <a:rPr lang="en">
                <a:latin typeface="Roboto Mono"/>
                <a:ea typeface="Roboto Mono"/>
                <a:cs typeface="Roboto Mono"/>
                <a:sym typeface="Roboto Mono"/>
              </a:rPr>
              <a:t>ogin(email: string,</a:t>
            </a:r>
            <a:endParaRPr>
              <a:latin typeface="Roboto Mono"/>
              <a:ea typeface="Roboto Mono"/>
              <a:cs typeface="Roboto Mono"/>
              <a:sym typeface="Roboto Mono"/>
            </a:endParaRPr>
          </a:p>
          <a:p>
            <a:pPr indent="0" lvl="0" marL="457200" rtl="0" algn="l">
              <a:spcBef>
                <a:spcPts val="0"/>
              </a:spcBef>
              <a:spcAft>
                <a:spcPts val="0"/>
              </a:spcAft>
              <a:buNone/>
            </a:pPr>
            <a:r>
              <a:rPr lang="en">
                <a:latin typeface="Roboto Mono"/>
                <a:ea typeface="Roboto Mono"/>
                <a:cs typeface="Roboto Mono"/>
                <a:sym typeface="Roboto Mono"/>
              </a:rPr>
              <a:t>  password: string)</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rPr b="1" lang="en" sz="1800"/>
              <a:t>localhost/api/households/</a:t>
            </a:r>
            <a:r>
              <a:rPr b="1" lang="en" sz="1800"/>
              <a:t> </a:t>
            </a:r>
            <a:r>
              <a:rPr lang="en" sz="1800"/>
              <a:t>retrieve all households</a:t>
            </a:r>
            <a:endParaRPr sz="1800"/>
          </a:p>
          <a:p>
            <a:pPr indent="-330200" lvl="0" marL="457200" rtl="0" algn="l">
              <a:spcBef>
                <a:spcPts val="600"/>
              </a:spcBef>
              <a:spcAft>
                <a:spcPts val="0"/>
              </a:spcAft>
              <a:buSzPts val="1600"/>
              <a:buFont typeface="Roboto Mono"/>
              <a:buChar char="●"/>
            </a:pPr>
            <a:r>
              <a:rPr lang="en">
                <a:latin typeface="Roboto Mono"/>
                <a:ea typeface="Roboto Mono"/>
                <a:cs typeface="Roboto Mono"/>
                <a:sym typeface="Roboto Mono"/>
              </a:rPr>
              <a:t>getHouseholds()</a:t>
            </a:r>
            <a:endParaRPr>
              <a:latin typeface="Roboto Mono"/>
              <a:ea typeface="Roboto Mono"/>
              <a:cs typeface="Roboto Mono"/>
              <a:sym typeface="Roboto Mono"/>
            </a:endParaRPr>
          </a:p>
          <a:p>
            <a:pPr indent="0" lvl="0" marL="0" rtl="0" algn="l">
              <a:spcBef>
                <a:spcPts val="0"/>
              </a:spcBef>
              <a:spcAft>
                <a:spcPts val="0"/>
              </a:spcAft>
              <a:buNone/>
            </a:pPr>
            <a:r>
              <a:t/>
            </a:r>
            <a:endParaRPr sz="1800"/>
          </a:p>
          <a:p>
            <a:pPr indent="0" lvl="0" marL="0" rtl="0" algn="l">
              <a:spcBef>
                <a:spcPts val="0"/>
              </a:spcBef>
              <a:spcAft>
                <a:spcPts val="0"/>
              </a:spcAft>
              <a:buClr>
                <a:schemeClr val="dk1"/>
              </a:buClr>
              <a:buSzPts val="1100"/>
              <a:buFont typeface="Arial"/>
              <a:buNone/>
            </a:pPr>
            <a:r>
              <a:rPr b="1" lang="en" sz="1800"/>
              <a:t>localhost/api/bills/</a:t>
            </a:r>
            <a:r>
              <a:rPr b="1" lang="en" sz="1800"/>
              <a:t> </a:t>
            </a:r>
            <a:r>
              <a:rPr lang="en" sz="1800"/>
              <a:t>retrieve all active bills and debts that you are involved in</a:t>
            </a:r>
            <a:endParaRPr sz="1800"/>
          </a:p>
          <a:p>
            <a:pPr indent="-330200" lvl="0" marL="457200" rtl="0" algn="l">
              <a:spcBef>
                <a:spcPts val="600"/>
              </a:spcBef>
              <a:spcAft>
                <a:spcPts val="0"/>
              </a:spcAft>
              <a:buSzPts val="1600"/>
              <a:buFont typeface="Roboto Mono"/>
              <a:buChar char="●"/>
            </a:pPr>
            <a:r>
              <a:rPr lang="en">
                <a:latin typeface="Roboto Mono"/>
                <a:ea typeface="Roboto Mono"/>
                <a:cs typeface="Roboto Mono"/>
                <a:sym typeface="Roboto Mono"/>
              </a:rPr>
              <a:t>getBills()</a:t>
            </a:r>
            <a:endParaRPr>
              <a:latin typeface="Roboto Mono"/>
              <a:ea typeface="Roboto Mono"/>
              <a:cs typeface="Roboto Mono"/>
              <a:sym typeface="Roboto Mono"/>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1269" name="Google Shape;1269;p32"/>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End Point Routes</a:t>
            </a:r>
            <a:endParaRPr/>
          </a:p>
        </p:txBody>
      </p:sp>
      <p:grpSp>
        <p:nvGrpSpPr>
          <p:cNvPr id="1270" name="Google Shape;1270;p32"/>
          <p:cNvGrpSpPr/>
          <p:nvPr/>
        </p:nvGrpSpPr>
        <p:grpSpPr>
          <a:xfrm>
            <a:off x="7703174" y="1583252"/>
            <a:ext cx="912442" cy="904767"/>
            <a:chOff x="7775874" y="1308052"/>
            <a:chExt cx="912442" cy="904767"/>
          </a:xfrm>
        </p:grpSpPr>
        <p:sp>
          <p:nvSpPr>
            <p:cNvPr id="1271" name="Google Shape;1271;p32"/>
            <p:cNvSpPr/>
            <p:nvPr/>
          </p:nvSpPr>
          <p:spPr>
            <a:xfrm>
              <a:off x="7775874" y="1308052"/>
              <a:ext cx="912442" cy="904767"/>
            </a:xfrm>
            <a:custGeom>
              <a:rect b="b" l="l" r="r" t="t"/>
              <a:pathLst>
                <a:path extrusionOk="0" h="11199" w="11294">
                  <a:moveTo>
                    <a:pt x="4135" y="2642"/>
                  </a:moveTo>
                  <a:cubicBezTo>
                    <a:pt x="4288" y="2738"/>
                    <a:pt x="4441" y="2834"/>
                    <a:pt x="4594" y="2949"/>
                  </a:cubicBezTo>
                  <a:cubicBezTo>
                    <a:pt x="4728" y="3063"/>
                    <a:pt x="4919" y="3121"/>
                    <a:pt x="5092" y="3121"/>
                  </a:cubicBezTo>
                  <a:cubicBezTo>
                    <a:pt x="5187" y="3121"/>
                    <a:pt x="5264" y="3083"/>
                    <a:pt x="5360" y="3063"/>
                  </a:cubicBezTo>
                  <a:cubicBezTo>
                    <a:pt x="5532" y="3025"/>
                    <a:pt x="5647" y="2929"/>
                    <a:pt x="5761" y="2776"/>
                  </a:cubicBezTo>
                  <a:cubicBezTo>
                    <a:pt x="5838" y="2872"/>
                    <a:pt x="5934" y="2929"/>
                    <a:pt x="6029" y="2968"/>
                  </a:cubicBezTo>
                  <a:cubicBezTo>
                    <a:pt x="6144" y="3025"/>
                    <a:pt x="6278" y="3063"/>
                    <a:pt x="6393" y="3063"/>
                  </a:cubicBezTo>
                  <a:cubicBezTo>
                    <a:pt x="6565" y="3063"/>
                    <a:pt x="6699" y="3025"/>
                    <a:pt x="6814" y="2949"/>
                  </a:cubicBezTo>
                  <a:cubicBezTo>
                    <a:pt x="6872" y="2929"/>
                    <a:pt x="6891" y="2910"/>
                    <a:pt x="6948" y="2910"/>
                  </a:cubicBezTo>
                  <a:cubicBezTo>
                    <a:pt x="6948" y="3044"/>
                    <a:pt x="6967" y="3178"/>
                    <a:pt x="7063" y="3389"/>
                  </a:cubicBezTo>
                  <a:cubicBezTo>
                    <a:pt x="7120" y="3542"/>
                    <a:pt x="7350" y="3829"/>
                    <a:pt x="7810" y="3829"/>
                  </a:cubicBezTo>
                  <a:lnTo>
                    <a:pt x="7905" y="3829"/>
                  </a:lnTo>
                  <a:cubicBezTo>
                    <a:pt x="7982" y="3810"/>
                    <a:pt x="8116" y="3810"/>
                    <a:pt x="8288" y="3791"/>
                  </a:cubicBezTo>
                  <a:lnTo>
                    <a:pt x="8288" y="3791"/>
                  </a:lnTo>
                  <a:cubicBezTo>
                    <a:pt x="8250" y="3810"/>
                    <a:pt x="8250" y="3867"/>
                    <a:pt x="8231" y="3886"/>
                  </a:cubicBezTo>
                  <a:cubicBezTo>
                    <a:pt x="8154" y="4001"/>
                    <a:pt x="8077" y="4193"/>
                    <a:pt x="8135" y="4403"/>
                  </a:cubicBezTo>
                  <a:cubicBezTo>
                    <a:pt x="8154" y="4767"/>
                    <a:pt x="8441" y="5054"/>
                    <a:pt x="8786" y="5092"/>
                  </a:cubicBezTo>
                  <a:cubicBezTo>
                    <a:pt x="8824" y="5092"/>
                    <a:pt x="8862" y="5131"/>
                    <a:pt x="8901" y="5131"/>
                  </a:cubicBezTo>
                  <a:cubicBezTo>
                    <a:pt x="8824" y="5188"/>
                    <a:pt x="8728" y="5245"/>
                    <a:pt x="8633" y="5322"/>
                  </a:cubicBezTo>
                  <a:cubicBezTo>
                    <a:pt x="8613" y="5341"/>
                    <a:pt x="8594" y="5360"/>
                    <a:pt x="8537" y="5379"/>
                  </a:cubicBezTo>
                  <a:cubicBezTo>
                    <a:pt x="8384" y="5552"/>
                    <a:pt x="8288" y="5781"/>
                    <a:pt x="8288" y="5992"/>
                  </a:cubicBezTo>
                  <a:cubicBezTo>
                    <a:pt x="8288" y="6202"/>
                    <a:pt x="8326" y="6394"/>
                    <a:pt x="8499" y="6566"/>
                  </a:cubicBezTo>
                  <a:cubicBezTo>
                    <a:pt x="8518" y="6585"/>
                    <a:pt x="8575" y="6643"/>
                    <a:pt x="8613" y="6662"/>
                  </a:cubicBezTo>
                  <a:cubicBezTo>
                    <a:pt x="8671" y="6681"/>
                    <a:pt x="8709" y="6738"/>
                    <a:pt x="8767" y="6758"/>
                  </a:cubicBezTo>
                  <a:cubicBezTo>
                    <a:pt x="8633" y="6777"/>
                    <a:pt x="8518" y="6796"/>
                    <a:pt x="8384" y="6815"/>
                  </a:cubicBezTo>
                  <a:cubicBezTo>
                    <a:pt x="8307" y="6815"/>
                    <a:pt x="8231" y="6853"/>
                    <a:pt x="8192" y="6892"/>
                  </a:cubicBezTo>
                  <a:cubicBezTo>
                    <a:pt x="8039" y="6968"/>
                    <a:pt x="7944" y="7064"/>
                    <a:pt x="7905" y="7102"/>
                  </a:cubicBezTo>
                  <a:cubicBezTo>
                    <a:pt x="7848" y="7160"/>
                    <a:pt x="7810" y="7236"/>
                    <a:pt x="7752" y="7293"/>
                  </a:cubicBezTo>
                  <a:cubicBezTo>
                    <a:pt x="7618" y="7561"/>
                    <a:pt x="7637" y="7868"/>
                    <a:pt x="7771" y="8117"/>
                  </a:cubicBezTo>
                  <a:cubicBezTo>
                    <a:pt x="7771" y="8136"/>
                    <a:pt x="7810" y="8136"/>
                    <a:pt x="7810" y="8155"/>
                  </a:cubicBezTo>
                  <a:cubicBezTo>
                    <a:pt x="7733" y="8136"/>
                    <a:pt x="7656" y="8136"/>
                    <a:pt x="7618" y="8117"/>
                  </a:cubicBezTo>
                  <a:cubicBezTo>
                    <a:pt x="7542" y="8097"/>
                    <a:pt x="7465" y="8097"/>
                    <a:pt x="7388" y="8097"/>
                  </a:cubicBezTo>
                  <a:cubicBezTo>
                    <a:pt x="7082" y="8097"/>
                    <a:pt x="6795" y="8289"/>
                    <a:pt x="6661" y="8576"/>
                  </a:cubicBezTo>
                  <a:cubicBezTo>
                    <a:pt x="6623" y="8595"/>
                    <a:pt x="6623" y="8633"/>
                    <a:pt x="6604" y="8672"/>
                  </a:cubicBezTo>
                  <a:cubicBezTo>
                    <a:pt x="6585" y="8710"/>
                    <a:pt x="6585" y="8767"/>
                    <a:pt x="6565" y="8786"/>
                  </a:cubicBezTo>
                  <a:lnTo>
                    <a:pt x="6412" y="8576"/>
                  </a:lnTo>
                  <a:cubicBezTo>
                    <a:pt x="6393" y="8538"/>
                    <a:pt x="6374" y="8499"/>
                    <a:pt x="6336" y="8480"/>
                  </a:cubicBezTo>
                  <a:cubicBezTo>
                    <a:pt x="6278" y="8404"/>
                    <a:pt x="6202" y="8346"/>
                    <a:pt x="6125" y="8308"/>
                  </a:cubicBezTo>
                  <a:cubicBezTo>
                    <a:pt x="6087" y="8251"/>
                    <a:pt x="6010" y="8212"/>
                    <a:pt x="5934" y="8193"/>
                  </a:cubicBezTo>
                  <a:cubicBezTo>
                    <a:pt x="5838" y="8136"/>
                    <a:pt x="5742" y="8136"/>
                    <a:pt x="5666" y="8136"/>
                  </a:cubicBezTo>
                  <a:cubicBezTo>
                    <a:pt x="5474" y="8136"/>
                    <a:pt x="5321" y="8212"/>
                    <a:pt x="5168" y="8346"/>
                  </a:cubicBezTo>
                  <a:lnTo>
                    <a:pt x="4958" y="8576"/>
                  </a:lnTo>
                  <a:cubicBezTo>
                    <a:pt x="4900" y="8423"/>
                    <a:pt x="4843" y="8289"/>
                    <a:pt x="4709" y="8155"/>
                  </a:cubicBezTo>
                  <a:cubicBezTo>
                    <a:pt x="4613" y="8059"/>
                    <a:pt x="4479" y="8002"/>
                    <a:pt x="4326" y="7963"/>
                  </a:cubicBezTo>
                  <a:cubicBezTo>
                    <a:pt x="4288" y="7963"/>
                    <a:pt x="4230" y="7944"/>
                    <a:pt x="4173" y="7944"/>
                  </a:cubicBezTo>
                  <a:cubicBezTo>
                    <a:pt x="4039" y="7944"/>
                    <a:pt x="3924" y="7963"/>
                    <a:pt x="3809" y="8021"/>
                  </a:cubicBezTo>
                  <a:cubicBezTo>
                    <a:pt x="3694" y="8059"/>
                    <a:pt x="3560" y="8117"/>
                    <a:pt x="3426" y="8155"/>
                  </a:cubicBezTo>
                  <a:cubicBezTo>
                    <a:pt x="3426" y="8117"/>
                    <a:pt x="3465" y="8002"/>
                    <a:pt x="3465" y="8002"/>
                  </a:cubicBezTo>
                  <a:cubicBezTo>
                    <a:pt x="3522" y="7906"/>
                    <a:pt x="3541" y="7772"/>
                    <a:pt x="3541" y="7676"/>
                  </a:cubicBezTo>
                  <a:cubicBezTo>
                    <a:pt x="3541" y="7466"/>
                    <a:pt x="3465" y="7274"/>
                    <a:pt x="3311" y="7140"/>
                  </a:cubicBezTo>
                  <a:cubicBezTo>
                    <a:pt x="3254" y="7083"/>
                    <a:pt x="3082" y="6911"/>
                    <a:pt x="2852" y="6892"/>
                  </a:cubicBezTo>
                  <a:cubicBezTo>
                    <a:pt x="2776" y="6872"/>
                    <a:pt x="2680" y="6853"/>
                    <a:pt x="2603" y="6853"/>
                  </a:cubicBezTo>
                  <a:cubicBezTo>
                    <a:pt x="2661" y="6815"/>
                    <a:pt x="2699" y="6777"/>
                    <a:pt x="2737" y="6758"/>
                  </a:cubicBezTo>
                  <a:lnTo>
                    <a:pt x="2795" y="6681"/>
                  </a:lnTo>
                  <a:cubicBezTo>
                    <a:pt x="2967" y="6509"/>
                    <a:pt x="3063" y="6298"/>
                    <a:pt x="3063" y="6088"/>
                  </a:cubicBezTo>
                  <a:cubicBezTo>
                    <a:pt x="3063" y="5839"/>
                    <a:pt x="2967" y="5647"/>
                    <a:pt x="2795" y="5475"/>
                  </a:cubicBezTo>
                  <a:cubicBezTo>
                    <a:pt x="2756" y="5437"/>
                    <a:pt x="2699" y="5379"/>
                    <a:pt x="2642" y="5360"/>
                  </a:cubicBezTo>
                  <a:cubicBezTo>
                    <a:pt x="2546" y="5322"/>
                    <a:pt x="2412" y="5245"/>
                    <a:pt x="2335" y="5188"/>
                  </a:cubicBezTo>
                  <a:cubicBezTo>
                    <a:pt x="2412" y="5169"/>
                    <a:pt x="2488" y="5169"/>
                    <a:pt x="2565" y="5150"/>
                  </a:cubicBezTo>
                  <a:cubicBezTo>
                    <a:pt x="2680" y="5131"/>
                    <a:pt x="2814" y="5054"/>
                    <a:pt x="2910" y="4958"/>
                  </a:cubicBezTo>
                  <a:lnTo>
                    <a:pt x="2986" y="4882"/>
                  </a:lnTo>
                  <a:cubicBezTo>
                    <a:pt x="3139" y="4748"/>
                    <a:pt x="3235" y="4518"/>
                    <a:pt x="3235" y="4327"/>
                  </a:cubicBezTo>
                  <a:cubicBezTo>
                    <a:pt x="3235" y="4193"/>
                    <a:pt x="3178" y="4040"/>
                    <a:pt x="3101" y="3906"/>
                  </a:cubicBezTo>
                  <a:cubicBezTo>
                    <a:pt x="3082" y="3886"/>
                    <a:pt x="3063" y="3829"/>
                    <a:pt x="3063" y="3810"/>
                  </a:cubicBezTo>
                  <a:lnTo>
                    <a:pt x="3082" y="3810"/>
                  </a:lnTo>
                  <a:cubicBezTo>
                    <a:pt x="3139" y="3829"/>
                    <a:pt x="3178" y="3829"/>
                    <a:pt x="3254" y="3829"/>
                  </a:cubicBezTo>
                  <a:cubicBezTo>
                    <a:pt x="3484" y="3829"/>
                    <a:pt x="3713" y="3752"/>
                    <a:pt x="3847" y="3599"/>
                  </a:cubicBezTo>
                  <a:cubicBezTo>
                    <a:pt x="4020" y="3427"/>
                    <a:pt x="4115" y="3236"/>
                    <a:pt x="4115" y="2987"/>
                  </a:cubicBezTo>
                  <a:cubicBezTo>
                    <a:pt x="4115" y="2872"/>
                    <a:pt x="4115" y="2738"/>
                    <a:pt x="4135" y="2642"/>
                  </a:cubicBezTo>
                  <a:close/>
                  <a:moveTo>
                    <a:pt x="5647" y="1"/>
                  </a:moveTo>
                  <a:cubicBezTo>
                    <a:pt x="5149" y="1"/>
                    <a:pt x="4881" y="345"/>
                    <a:pt x="4613" y="1054"/>
                  </a:cubicBezTo>
                  <a:cubicBezTo>
                    <a:pt x="3809" y="556"/>
                    <a:pt x="3637" y="518"/>
                    <a:pt x="3407" y="518"/>
                  </a:cubicBezTo>
                  <a:cubicBezTo>
                    <a:pt x="3350" y="518"/>
                    <a:pt x="3273" y="518"/>
                    <a:pt x="3235" y="537"/>
                  </a:cubicBezTo>
                  <a:cubicBezTo>
                    <a:pt x="2680" y="671"/>
                    <a:pt x="2546" y="1130"/>
                    <a:pt x="2488" y="2049"/>
                  </a:cubicBezTo>
                  <a:cubicBezTo>
                    <a:pt x="2201" y="1992"/>
                    <a:pt x="1914" y="1953"/>
                    <a:pt x="1742" y="1953"/>
                  </a:cubicBezTo>
                  <a:cubicBezTo>
                    <a:pt x="1646" y="1953"/>
                    <a:pt x="1493" y="1953"/>
                    <a:pt x="1302" y="2049"/>
                  </a:cubicBezTo>
                  <a:cubicBezTo>
                    <a:pt x="1263" y="2068"/>
                    <a:pt x="1244" y="2068"/>
                    <a:pt x="1225" y="2087"/>
                  </a:cubicBezTo>
                  <a:cubicBezTo>
                    <a:pt x="651" y="2470"/>
                    <a:pt x="785" y="3063"/>
                    <a:pt x="1206" y="3906"/>
                  </a:cubicBezTo>
                  <a:cubicBezTo>
                    <a:pt x="498" y="4174"/>
                    <a:pt x="172" y="4499"/>
                    <a:pt x="96" y="4939"/>
                  </a:cubicBezTo>
                  <a:cubicBezTo>
                    <a:pt x="0" y="5399"/>
                    <a:pt x="249" y="5801"/>
                    <a:pt x="842" y="6279"/>
                  </a:cubicBezTo>
                  <a:cubicBezTo>
                    <a:pt x="364" y="6700"/>
                    <a:pt x="192" y="6968"/>
                    <a:pt x="211" y="7313"/>
                  </a:cubicBezTo>
                  <a:cubicBezTo>
                    <a:pt x="211" y="7370"/>
                    <a:pt x="249" y="7447"/>
                    <a:pt x="268" y="7542"/>
                  </a:cubicBezTo>
                  <a:cubicBezTo>
                    <a:pt x="402" y="7944"/>
                    <a:pt x="689" y="8136"/>
                    <a:pt x="1704" y="8461"/>
                  </a:cubicBezTo>
                  <a:cubicBezTo>
                    <a:pt x="1512" y="9169"/>
                    <a:pt x="1455" y="9418"/>
                    <a:pt x="1493" y="9610"/>
                  </a:cubicBezTo>
                  <a:cubicBezTo>
                    <a:pt x="1512" y="9992"/>
                    <a:pt x="1838" y="10375"/>
                    <a:pt x="2374" y="10375"/>
                  </a:cubicBezTo>
                  <a:cubicBezTo>
                    <a:pt x="2603" y="10375"/>
                    <a:pt x="2929" y="10299"/>
                    <a:pt x="3541" y="10050"/>
                  </a:cubicBezTo>
                  <a:cubicBezTo>
                    <a:pt x="3618" y="10394"/>
                    <a:pt x="3713" y="10624"/>
                    <a:pt x="3809" y="10758"/>
                  </a:cubicBezTo>
                  <a:lnTo>
                    <a:pt x="3886" y="10815"/>
                  </a:lnTo>
                  <a:cubicBezTo>
                    <a:pt x="4039" y="10988"/>
                    <a:pt x="4288" y="11083"/>
                    <a:pt x="4498" y="11083"/>
                  </a:cubicBezTo>
                  <a:cubicBezTo>
                    <a:pt x="4785" y="11083"/>
                    <a:pt x="5053" y="10968"/>
                    <a:pt x="5723" y="10375"/>
                  </a:cubicBezTo>
                  <a:cubicBezTo>
                    <a:pt x="6221" y="10988"/>
                    <a:pt x="6565" y="11198"/>
                    <a:pt x="6910" y="11198"/>
                  </a:cubicBezTo>
                  <a:lnTo>
                    <a:pt x="7044" y="11198"/>
                  </a:lnTo>
                  <a:cubicBezTo>
                    <a:pt x="7235" y="11198"/>
                    <a:pt x="7427" y="11141"/>
                    <a:pt x="7542" y="10988"/>
                  </a:cubicBezTo>
                  <a:cubicBezTo>
                    <a:pt x="7676" y="10854"/>
                    <a:pt x="7848" y="10509"/>
                    <a:pt x="8039" y="9992"/>
                  </a:cubicBezTo>
                  <a:cubicBezTo>
                    <a:pt x="8345" y="10031"/>
                    <a:pt x="8613" y="10050"/>
                    <a:pt x="8805" y="10050"/>
                  </a:cubicBezTo>
                  <a:cubicBezTo>
                    <a:pt x="9283" y="10050"/>
                    <a:pt x="9647" y="9897"/>
                    <a:pt x="9838" y="9552"/>
                  </a:cubicBezTo>
                  <a:cubicBezTo>
                    <a:pt x="10030" y="9227"/>
                    <a:pt x="9972" y="8863"/>
                    <a:pt x="9781" y="8365"/>
                  </a:cubicBezTo>
                  <a:cubicBezTo>
                    <a:pt x="10623" y="8117"/>
                    <a:pt x="10987" y="7829"/>
                    <a:pt x="11102" y="7408"/>
                  </a:cubicBezTo>
                  <a:cubicBezTo>
                    <a:pt x="11159" y="6853"/>
                    <a:pt x="10872" y="6413"/>
                    <a:pt x="10432" y="6011"/>
                  </a:cubicBezTo>
                  <a:cubicBezTo>
                    <a:pt x="11025" y="5494"/>
                    <a:pt x="11293" y="5073"/>
                    <a:pt x="11121" y="4576"/>
                  </a:cubicBezTo>
                  <a:lnTo>
                    <a:pt x="11121" y="4556"/>
                  </a:lnTo>
                  <a:cubicBezTo>
                    <a:pt x="11025" y="4269"/>
                    <a:pt x="10795" y="4020"/>
                    <a:pt x="10106" y="3772"/>
                  </a:cubicBezTo>
                  <a:cubicBezTo>
                    <a:pt x="10355" y="3197"/>
                    <a:pt x="10355" y="3025"/>
                    <a:pt x="10355" y="2910"/>
                  </a:cubicBezTo>
                  <a:cubicBezTo>
                    <a:pt x="10355" y="2681"/>
                    <a:pt x="10298" y="1992"/>
                    <a:pt x="9207" y="1992"/>
                  </a:cubicBezTo>
                  <a:cubicBezTo>
                    <a:pt x="9073" y="1992"/>
                    <a:pt x="8920" y="1992"/>
                    <a:pt x="8767" y="2011"/>
                  </a:cubicBezTo>
                  <a:cubicBezTo>
                    <a:pt x="8786" y="1513"/>
                    <a:pt x="8709" y="1054"/>
                    <a:pt x="8250" y="862"/>
                  </a:cubicBezTo>
                  <a:cubicBezTo>
                    <a:pt x="8135" y="786"/>
                    <a:pt x="8001" y="767"/>
                    <a:pt x="7829" y="767"/>
                  </a:cubicBezTo>
                  <a:cubicBezTo>
                    <a:pt x="7714" y="767"/>
                    <a:pt x="7484" y="767"/>
                    <a:pt x="6757" y="1130"/>
                  </a:cubicBezTo>
                  <a:cubicBezTo>
                    <a:pt x="6412" y="365"/>
                    <a:pt x="6240" y="192"/>
                    <a:pt x="6010" y="77"/>
                  </a:cubicBezTo>
                  <a:cubicBezTo>
                    <a:pt x="5915" y="39"/>
                    <a:pt x="5800" y="1"/>
                    <a:pt x="5704" y="1"/>
                  </a:cubicBezTo>
                  <a:close/>
                </a:path>
              </a:pathLst>
            </a:custGeom>
            <a:solidFill>
              <a:schemeClr val="lt1"/>
            </a:solidFill>
            <a:ln>
              <a:noFill/>
            </a:ln>
            <a:effectLst>
              <a:outerShdw blurRad="85725" rotWithShape="0" algn="bl" dir="4680000" dist="6667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2"/>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116"/>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64"/>
                    <a:pt x="6144" y="9437"/>
                  </a:cubicBezTo>
                  <a:cubicBezTo>
                    <a:pt x="5991" y="9322"/>
                    <a:pt x="5532" y="8767"/>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67" y="8480"/>
                    <a:pt x="1742" y="8537"/>
                  </a:cubicBezTo>
                  <a:cubicBezTo>
                    <a:pt x="1780" y="8288"/>
                    <a:pt x="1972" y="7618"/>
                    <a:pt x="2125" y="7025"/>
                  </a:cubicBezTo>
                  <a:cubicBezTo>
                    <a:pt x="2163" y="7006"/>
                    <a:pt x="2163" y="6948"/>
                    <a:pt x="2125" y="6929"/>
                  </a:cubicBezTo>
                  <a:cubicBezTo>
                    <a:pt x="2106" y="6910"/>
                    <a:pt x="2086" y="6891"/>
                    <a:pt x="2067" y="6891"/>
                  </a:cubicBezTo>
                  <a:cubicBezTo>
                    <a:pt x="1436" y="6738"/>
                    <a:pt x="689" y="6527"/>
                    <a:pt x="498" y="6412"/>
                  </a:cubicBezTo>
                  <a:cubicBezTo>
                    <a:pt x="651" y="6240"/>
                    <a:pt x="1168" y="5800"/>
                    <a:pt x="1646" y="5455"/>
                  </a:cubicBezTo>
                  <a:cubicBezTo>
                    <a:pt x="1684" y="5417"/>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40"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47" y="0"/>
                    <a:pt x="4307" y="1436"/>
                  </a:cubicBezTo>
                  <a:cubicBezTo>
                    <a:pt x="3369" y="804"/>
                    <a:pt x="2852" y="498"/>
                    <a:pt x="2737" y="498"/>
                  </a:cubicBezTo>
                  <a:lnTo>
                    <a:pt x="2699" y="498"/>
                  </a:lnTo>
                  <a:cubicBezTo>
                    <a:pt x="2603" y="517"/>
                    <a:pt x="2508" y="536"/>
                    <a:pt x="2469" y="2201"/>
                  </a:cubicBezTo>
                  <a:cubicBezTo>
                    <a:pt x="2125" y="2106"/>
                    <a:pt x="1302" y="1914"/>
                    <a:pt x="1034" y="1914"/>
                  </a:cubicBezTo>
                  <a:cubicBezTo>
                    <a:pt x="976" y="1914"/>
                    <a:pt x="938" y="1914"/>
                    <a:pt x="881" y="1933"/>
                  </a:cubicBezTo>
                  <a:cubicBezTo>
                    <a:pt x="823" y="1991"/>
                    <a:pt x="689" y="2048"/>
                    <a:pt x="1512" y="3580"/>
                  </a:cubicBezTo>
                  <a:cubicBezTo>
                    <a:pt x="1015" y="3714"/>
                    <a:pt x="115" y="3962"/>
                    <a:pt x="77" y="4307"/>
                  </a:cubicBezTo>
                  <a:cubicBezTo>
                    <a:pt x="0" y="4632"/>
                    <a:pt x="842" y="5187"/>
                    <a:pt x="1321" y="5474"/>
                  </a:cubicBezTo>
                  <a:cubicBezTo>
                    <a:pt x="153" y="6336"/>
                    <a:pt x="191" y="6489"/>
                    <a:pt x="191" y="6546"/>
                  </a:cubicBezTo>
                  <a:cubicBezTo>
                    <a:pt x="211" y="6623"/>
                    <a:pt x="249" y="6757"/>
                    <a:pt x="1838" y="7178"/>
                  </a:cubicBezTo>
                  <a:cubicBezTo>
                    <a:pt x="1704" y="7676"/>
                    <a:pt x="1436" y="8594"/>
                    <a:pt x="1455" y="8748"/>
                  </a:cubicBezTo>
                  <a:cubicBezTo>
                    <a:pt x="1455" y="8786"/>
                    <a:pt x="1493"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79" y="8422"/>
                  </a:cubicBezTo>
                  <a:cubicBezTo>
                    <a:pt x="8594" y="8212"/>
                    <a:pt x="8250" y="7542"/>
                    <a:pt x="8020" y="7082"/>
                  </a:cubicBezTo>
                  <a:cubicBezTo>
                    <a:pt x="8671" y="6967"/>
                    <a:pt x="9590" y="6738"/>
                    <a:pt x="9666" y="6451"/>
                  </a:cubicBezTo>
                  <a:cubicBezTo>
                    <a:pt x="9743" y="6144"/>
                    <a:pt x="9073" y="5608"/>
                    <a:pt x="8594" y="5283"/>
                  </a:cubicBezTo>
                  <a:cubicBezTo>
                    <a:pt x="9877" y="4345"/>
                    <a:pt x="9781" y="4154"/>
                    <a:pt x="9762" y="4096"/>
                  </a:cubicBezTo>
                  <a:cubicBezTo>
                    <a:pt x="9685" y="3886"/>
                    <a:pt x="8996" y="3656"/>
                    <a:pt x="8384" y="3484"/>
                  </a:cubicBezTo>
                  <a:cubicBezTo>
                    <a:pt x="8594" y="3082"/>
                    <a:pt x="8958" y="2374"/>
                    <a:pt x="8958" y="2201"/>
                  </a:cubicBezTo>
                  <a:cubicBezTo>
                    <a:pt x="8958"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2"/>
            <p:cNvSpPr/>
            <p:nvPr/>
          </p:nvSpPr>
          <p:spPr>
            <a:xfrm>
              <a:off x="7919683" y="1468908"/>
              <a:ext cx="610853" cy="610934"/>
            </a:xfrm>
            <a:custGeom>
              <a:rect b="b" l="l" r="r" t="t"/>
              <a:pathLst>
                <a:path extrusionOk="0" h="7562" w="7561">
                  <a:moveTo>
                    <a:pt x="3771" y="1"/>
                  </a:moveTo>
                  <a:cubicBezTo>
                    <a:pt x="1685" y="1"/>
                    <a:pt x="0" y="1704"/>
                    <a:pt x="0" y="3790"/>
                  </a:cubicBezTo>
                  <a:cubicBezTo>
                    <a:pt x="0" y="5858"/>
                    <a:pt x="1685" y="7561"/>
                    <a:pt x="3771" y="7561"/>
                  </a:cubicBezTo>
                  <a:cubicBezTo>
                    <a:pt x="5857" y="7561"/>
                    <a:pt x="7561" y="5858"/>
                    <a:pt x="7561" y="3790"/>
                  </a:cubicBezTo>
                  <a:cubicBezTo>
                    <a:pt x="7561" y="1704"/>
                    <a:pt x="5857" y="1"/>
                    <a:pt x="37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2"/>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2"/>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097"/>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45"/>
                    <a:pt x="6144" y="9437"/>
                  </a:cubicBezTo>
                  <a:cubicBezTo>
                    <a:pt x="5991" y="9322"/>
                    <a:pt x="5532" y="8786"/>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48" y="8480"/>
                    <a:pt x="1742" y="8537"/>
                  </a:cubicBezTo>
                  <a:cubicBezTo>
                    <a:pt x="1780" y="8288"/>
                    <a:pt x="1972" y="7618"/>
                    <a:pt x="2125" y="7025"/>
                  </a:cubicBezTo>
                  <a:cubicBezTo>
                    <a:pt x="2163" y="7006"/>
                    <a:pt x="2144" y="6948"/>
                    <a:pt x="2125" y="6929"/>
                  </a:cubicBezTo>
                  <a:cubicBezTo>
                    <a:pt x="2106" y="6910"/>
                    <a:pt x="2086" y="6891"/>
                    <a:pt x="2067" y="6891"/>
                  </a:cubicBezTo>
                  <a:cubicBezTo>
                    <a:pt x="1436" y="6738"/>
                    <a:pt x="689" y="6527"/>
                    <a:pt x="498" y="6412"/>
                  </a:cubicBezTo>
                  <a:cubicBezTo>
                    <a:pt x="651" y="6240"/>
                    <a:pt x="1168" y="5800"/>
                    <a:pt x="1646" y="5455"/>
                  </a:cubicBezTo>
                  <a:cubicBezTo>
                    <a:pt x="1684" y="5436"/>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59"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28" y="0"/>
                    <a:pt x="4307" y="1436"/>
                  </a:cubicBezTo>
                  <a:cubicBezTo>
                    <a:pt x="3369" y="804"/>
                    <a:pt x="2852" y="498"/>
                    <a:pt x="2718" y="498"/>
                  </a:cubicBezTo>
                  <a:lnTo>
                    <a:pt x="2699" y="498"/>
                  </a:lnTo>
                  <a:cubicBezTo>
                    <a:pt x="2603" y="517"/>
                    <a:pt x="2508" y="555"/>
                    <a:pt x="2469" y="2201"/>
                  </a:cubicBezTo>
                  <a:cubicBezTo>
                    <a:pt x="2125" y="2106"/>
                    <a:pt x="1283" y="1914"/>
                    <a:pt x="1034" y="1914"/>
                  </a:cubicBezTo>
                  <a:cubicBezTo>
                    <a:pt x="976" y="1914"/>
                    <a:pt x="938" y="1914"/>
                    <a:pt x="881" y="1933"/>
                  </a:cubicBezTo>
                  <a:cubicBezTo>
                    <a:pt x="804" y="1991"/>
                    <a:pt x="689" y="2048"/>
                    <a:pt x="1512" y="3580"/>
                  </a:cubicBezTo>
                  <a:cubicBezTo>
                    <a:pt x="995" y="3714"/>
                    <a:pt x="115" y="3962"/>
                    <a:pt x="77" y="4307"/>
                  </a:cubicBezTo>
                  <a:cubicBezTo>
                    <a:pt x="0" y="4632"/>
                    <a:pt x="842" y="5187"/>
                    <a:pt x="1321" y="5474"/>
                  </a:cubicBezTo>
                  <a:cubicBezTo>
                    <a:pt x="134" y="6336"/>
                    <a:pt x="191" y="6489"/>
                    <a:pt x="191" y="6546"/>
                  </a:cubicBezTo>
                  <a:cubicBezTo>
                    <a:pt x="211" y="6623"/>
                    <a:pt x="230" y="6776"/>
                    <a:pt x="1838" y="7178"/>
                  </a:cubicBezTo>
                  <a:cubicBezTo>
                    <a:pt x="1704" y="7676"/>
                    <a:pt x="1436" y="8594"/>
                    <a:pt x="1455" y="8748"/>
                  </a:cubicBezTo>
                  <a:cubicBezTo>
                    <a:pt x="1455" y="8786"/>
                    <a:pt x="1474"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60" y="8422"/>
                  </a:cubicBezTo>
                  <a:cubicBezTo>
                    <a:pt x="8594" y="8192"/>
                    <a:pt x="8250" y="7523"/>
                    <a:pt x="8020" y="7082"/>
                  </a:cubicBezTo>
                  <a:cubicBezTo>
                    <a:pt x="8652" y="6967"/>
                    <a:pt x="9590" y="6738"/>
                    <a:pt x="9666" y="6451"/>
                  </a:cubicBezTo>
                  <a:cubicBezTo>
                    <a:pt x="9743" y="6144"/>
                    <a:pt x="9073" y="5608"/>
                    <a:pt x="8594" y="5283"/>
                  </a:cubicBezTo>
                  <a:cubicBezTo>
                    <a:pt x="9877" y="4345"/>
                    <a:pt x="9781" y="4154"/>
                    <a:pt x="9762" y="4096"/>
                  </a:cubicBezTo>
                  <a:cubicBezTo>
                    <a:pt x="9685" y="3886"/>
                    <a:pt x="8996" y="3656"/>
                    <a:pt x="8365" y="3484"/>
                  </a:cubicBezTo>
                  <a:cubicBezTo>
                    <a:pt x="8594" y="3082"/>
                    <a:pt x="8939" y="2374"/>
                    <a:pt x="8939" y="2201"/>
                  </a:cubicBezTo>
                  <a:cubicBezTo>
                    <a:pt x="8939"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2"/>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2"/>
            <p:cNvSpPr/>
            <p:nvPr/>
          </p:nvSpPr>
          <p:spPr>
            <a:xfrm>
              <a:off x="8244384" y="1604962"/>
              <a:ext cx="40314" cy="24883"/>
            </a:xfrm>
            <a:custGeom>
              <a:rect b="b" l="l" r="r" t="t"/>
              <a:pathLst>
                <a:path extrusionOk="0" h="308" w="499">
                  <a:moveTo>
                    <a:pt x="1" y="1"/>
                  </a:moveTo>
                  <a:lnTo>
                    <a:pt x="498" y="307"/>
                  </a:lnTo>
                  <a:cubicBezTo>
                    <a:pt x="441"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2"/>
            <p:cNvSpPr/>
            <p:nvPr/>
          </p:nvSpPr>
          <p:spPr>
            <a:xfrm>
              <a:off x="8233558" y="1594136"/>
              <a:ext cx="61966" cy="45000"/>
            </a:xfrm>
            <a:custGeom>
              <a:rect b="b" l="l" r="r" t="t"/>
              <a:pathLst>
                <a:path extrusionOk="0" h="557" w="767">
                  <a:moveTo>
                    <a:pt x="154" y="1"/>
                  </a:moveTo>
                  <a:cubicBezTo>
                    <a:pt x="77" y="1"/>
                    <a:pt x="1" y="39"/>
                    <a:pt x="1" y="97"/>
                  </a:cubicBezTo>
                  <a:cubicBezTo>
                    <a:pt x="1" y="173"/>
                    <a:pt x="39" y="231"/>
                    <a:pt x="96" y="250"/>
                  </a:cubicBezTo>
                  <a:cubicBezTo>
                    <a:pt x="269" y="269"/>
                    <a:pt x="518" y="365"/>
                    <a:pt x="537" y="460"/>
                  </a:cubicBezTo>
                  <a:cubicBezTo>
                    <a:pt x="556" y="537"/>
                    <a:pt x="613" y="556"/>
                    <a:pt x="652" y="556"/>
                  </a:cubicBezTo>
                  <a:cubicBezTo>
                    <a:pt x="728" y="518"/>
                    <a:pt x="766" y="460"/>
                    <a:pt x="747" y="384"/>
                  </a:cubicBezTo>
                  <a:cubicBezTo>
                    <a:pt x="671" y="135"/>
                    <a:pt x="250" y="39"/>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2"/>
            <p:cNvSpPr/>
            <p:nvPr/>
          </p:nvSpPr>
          <p:spPr>
            <a:xfrm>
              <a:off x="8272257" y="1679210"/>
              <a:ext cx="41849" cy="26418"/>
            </a:xfrm>
            <a:custGeom>
              <a:rect b="b" l="l" r="r" t="t"/>
              <a:pathLst>
                <a:path extrusionOk="0" h="327" w="518">
                  <a:moveTo>
                    <a:pt x="0" y="1"/>
                  </a:moveTo>
                  <a:lnTo>
                    <a:pt x="517" y="326"/>
                  </a:lnTo>
                  <a:cubicBezTo>
                    <a:pt x="460" y="96"/>
                    <a:pt x="0" y="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2"/>
            <p:cNvSpPr/>
            <p:nvPr/>
          </p:nvSpPr>
          <p:spPr>
            <a:xfrm>
              <a:off x="8262966" y="1669918"/>
              <a:ext cx="61966" cy="44919"/>
            </a:xfrm>
            <a:custGeom>
              <a:rect b="b" l="l" r="r" t="t"/>
              <a:pathLst>
                <a:path extrusionOk="0" h="556" w="767">
                  <a:moveTo>
                    <a:pt x="154" y="1"/>
                  </a:moveTo>
                  <a:cubicBezTo>
                    <a:pt x="77" y="1"/>
                    <a:pt x="20" y="20"/>
                    <a:pt x="0" y="97"/>
                  </a:cubicBezTo>
                  <a:cubicBezTo>
                    <a:pt x="0" y="173"/>
                    <a:pt x="20" y="211"/>
                    <a:pt x="96" y="250"/>
                  </a:cubicBezTo>
                  <a:cubicBezTo>
                    <a:pt x="268" y="269"/>
                    <a:pt x="498" y="364"/>
                    <a:pt x="536" y="460"/>
                  </a:cubicBezTo>
                  <a:cubicBezTo>
                    <a:pt x="556" y="537"/>
                    <a:pt x="594" y="556"/>
                    <a:pt x="651" y="556"/>
                  </a:cubicBezTo>
                  <a:cubicBezTo>
                    <a:pt x="728" y="498"/>
                    <a:pt x="766" y="460"/>
                    <a:pt x="747" y="384"/>
                  </a:cubicBezTo>
                  <a:cubicBezTo>
                    <a:pt x="670" y="116"/>
                    <a:pt x="249" y="20"/>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2"/>
            <p:cNvSpPr/>
            <p:nvPr/>
          </p:nvSpPr>
          <p:spPr>
            <a:xfrm>
              <a:off x="8355715" y="1679210"/>
              <a:ext cx="37244" cy="31023"/>
            </a:xfrm>
            <a:custGeom>
              <a:rect b="b" l="l" r="r" t="t"/>
              <a:pathLst>
                <a:path extrusionOk="0" h="384" w="461">
                  <a:moveTo>
                    <a:pt x="1" y="1"/>
                  </a:moveTo>
                  <a:lnTo>
                    <a:pt x="460" y="383"/>
                  </a:lnTo>
                  <a:cubicBezTo>
                    <a:pt x="441" y="173"/>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2"/>
            <p:cNvSpPr/>
            <p:nvPr/>
          </p:nvSpPr>
          <p:spPr>
            <a:xfrm>
              <a:off x="8341819" y="1670969"/>
              <a:ext cx="60431" cy="50090"/>
            </a:xfrm>
            <a:custGeom>
              <a:rect b="b" l="l" r="r" t="t"/>
              <a:pathLst>
                <a:path extrusionOk="0" h="620" w="748">
                  <a:moveTo>
                    <a:pt x="141" y="0"/>
                  </a:moveTo>
                  <a:cubicBezTo>
                    <a:pt x="102" y="0"/>
                    <a:pt x="54" y="25"/>
                    <a:pt x="39" y="84"/>
                  </a:cubicBezTo>
                  <a:cubicBezTo>
                    <a:pt x="1" y="141"/>
                    <a:pt x="39" y="198"/>
                    <a:pt x="96" y="237"/>
                  </a:cubicBezTo>
                  <a:cubicBezTo>
                    <a:pt x="269" y="275"/>
                    <a:pt x="479" y="428"/>
                    <a:pt x="479" y="524"/>
                  </a:cubicBezTo>
                  <a:cubicBezTo>
                    <a:pt x="479" y="562"/>
                    <a:pt x="537" y="619"/>
                    <a:pt x="613" y="619"/>
                  </a:cubicBezTo>
                  <a:cubicBezTo>
                    <a:pt x="709" y="619"/>
                    <a:pt x="747" y="543"/>
                    <a:pt x="709" y="485"/>
                  </a:cubicBezTo>
                  <a:cubicBezTo>
                    <a:pt x="671" y="237"/>
                    <a:pt x="249" y="45"/>
                    <a:pt x="173" y="7"/>
                  </a:cubicBezTo>
                  <a:cubicBezTo>
                    <a:pt x="164" y="2"/>
                    <a:pt x="153" y="0"/>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2"/>
            <p:cNvSpPr/>
            <p:nvPr/>
          </p:nvSpPr>
          <p:spPr>
            <a:xfrm>
              <a:off x="8179428" y="1660627"/>
              <a:ext cx="41849" cy="24883"/>
            </a:xfrm>
            <a:custGeom>
              <a:rect b="b" l="l" r="r" t="t"/>
              <a:pathLst>
                <a:path extrusionOk="0" h="308" w="518">
                  <a:moveTo>
                    <a:pt x="1" y="1"/>
                  </a:moveTo>
                  <a:lnTo>
                    <a:pt x="518" y="307"/>
                  </a:lnTo>
                  <a:cubicBezTo>
                    <a:pt x="460"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2"/>
            <p:cNvSpPr/>
            <p:nvPr/>
          </p:nvSpPr>
          <p:spPr>
            <a:xfrm>
              <a:off x="8168601" y="1651417"/>
              <a:ext cx="61966" cy="43384"/>
            </a:xfrm>
            <a:custGeom>
              <a:rect b="b" l="l" r="r" t="t"/>
              <a:pathLst>
                <a:path extrusionOk="0" h="537" w="767">
                  <a:moveTo>
                    <a:pt x="135" y="0"/>
                  </a:moveTo>
                  <a:cubicBezTo>
                    <a:pt x="77" y="0"/>
                    <a:pt x="20" y="19"/>
                    <a:pt x="1" y="96"/>
                  </a:cubicBezTo>
                  <a:cubicBezTo>
                    <a:pt x="1" y="153"/>
                    <a:pt x="20" y="211"/>
                    <a:pt x="97" y="230"/>
                  </a:cubicBezTo>
                  <a:cubicBezTo>
                    <a:pt x="269" y="249"/>
                    <a:pt x="499" y="345"/>
                    <a:pt x="518" y="440"/>
                  </a:cubicBezTo>
                  <a:cubicBezTo>
                    <a:pt x="556" y="517"/>
                    <a:pt x="594" y="536"/>
                    <a:pt x="652" y="536"/>
                  </a:cubicBezTo>
                  <a:cubicBezTo>
                    <a:pt x="709" y="498"/>
                    <a:pt x="767" y="440"/>
                    <a:pt x="747" y="383"/>
                  </a:cubicBezTo>
                  <a:cubicBezTo>
                    <a:pt x="671" y="115"/>
                    <a:pt x="231" y="19"/>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2"/>
            <p:cNvSpPr/>
            <p:nvPr/>
          </p:nvSpPr>
          <p:spPr>
            <a:xfrm>
              <a:off x="8137739" y="1598741"/>
              <a:ext cx="46454" cy="15592"/>
            </a:xfrm>
            <a:custGeom>
              <a:rect b="b" l="l" r="r" t="t"/>
              <a:pathLst>
                <a:path extrusionOk="0" h="193" w="575">
                  <a:moveTo>
                    <a:pt x="30" y="1"/>
                  </a:moveTo>
                  <a:cubicBezTo>
                    <a:pt x="11" y="1"/>
                    <a:pt x="0" y="1"/>
                    <a:pt x="0" y="1"/>
                  </a:cubicBezTo>
                  <a:lnTo>
                    <a:pt x="574" y="193"/>
                  </a:lnTo>
                  <a:cubicBezTo>
                    <a:pt x="477" y="15"/>
                    <a:pt x="133" y="1"/>
                    <a:pt x="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2"/>
            <p:cNvSpPr/>
            <p:nvPr/>
          </p:nvSpPr>
          <p:spPr>
            <a:xfrm>
              <a:off x="8129983" y="1589531"/>
              <a:ext cx="65036" cy="34093"/>
            </a:xfrm>
            <a:custGeom>
              <a:rect b="b" l="l" r="r" t="t"/>
              <a:pathLst>
                <a:path extrusionOk="0" h="422" w="805">
                  <a:moveTo>
                    <a:pt x="115" y="1"/>
                  </a:moveTo>
                  <a:cubicBezTo>
                    <a:pt x="39" y="1"/>
                    <a:pt x="0" y="39"/>
                    <a:pt x="0" y="115"/>
                  </a:cubicBezTo>
                  <a:cubicBezTo>
                    <a:pt x="0" y="192"/>
                    <a:pt x="39" y="230"/>
                    <a:pt x="115" y="230"/>
                  </a:cubicBezTo>
                  <a:cubicBezTo>
                    <a:pt x="268" y="230"/>
                    <a:pt x="517" y="249"/>
                    <a:pt x="575" y="345"/>
                  </a:cubicBezTo>
                  <a:cubicBezTo>
                    <a:pt x="594" y="402"/>
                    <a:pt x="613" y="422"/>
                    <a:pt x="670" y="422"/>
                  </a:cubicBezTo>
                  <a:cubicBezTo>
                    <a:pt x="670" y="422"/>
                    <a:pt x="689" y="422"/>
                    <a:pt x="728" y="402"/>
                  </a:cubicBezTo>
                  <a:cubicBezTo>
                    <a:pt x="804" y="345"/>
                    <a:pt x="804" y="288"/>
                    <a:pt x="785" y="230"/>
                  </a:cubicBezTo>
                  <a:cubicBezTo>
                    <a:pt x="651" y="1"/>
                    <a:pt x="21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7" name="Google Shape;1287;p32"/>
          <p:cNvGrpSpPr/>
          <p:nvPr/>
        </p:nvGrpSpPr>
        <p:grpSpPr>
          <a:xfrm>
            <a:off x="7010629" y="827041"/>
            <a:ext cx="912444" cy="643251"/>
            <a:chOff x="7168004" y="618516"/>
            <a:chExt cx="912444" cy="643251"/>
          </a:xfrm>
        </p:grpSpPr>
        <p:grpSp>
          <p:nvGrpSpPr>
            <p:cNvPr id="1288" name="Google Shape;1288;p32"/>
            <p:cNvGrpSpPr/>
            <p:nvPr/>
          </p:nvGrpSpPr>
          <p:grpSpPr>
            <a:xfrm>
              <a:off x="7168004" y="618516"/>
              <a:ext cx="912444" cy="643251"/>
              <a:chOff x="7168004" y="618516"/>
              <a:chExt cx="912444" cy="643251"/>
            </a:xfrm>
          </p:grpSpPr>
          <p:sp>
            <p:nvSpPr>
              <p:cNvPr id="1289" name="Google Shape;1289;p32"/>
              <p:cNvSpPr/>
              <p:nvPr/>
            </p:nvSpPr>
            <p:spPr>
              <a:xfrm>
                <a:off x="7168004" y="618516"/>
                <a:ext cx="912444" cy="643251"/>
              </a:xfrm>
              <a:custGeom>
                <a:rect b="b" l="l" r="r" t="t"/>
                <a:pathLst>
                  <a:path extrusionOk="0" h="6815" w="9667">
                    <a:moveTo>
                      <a:pt x="5839" y="1"/>
                    </a:moveTo>
                    <a:cubicBezTo>
                      <a:pt x="5437" y="1"/>
                      <a:pt x="5054" y="116"/>
                      <a:pt x="4729" y="326"/>
                    </a:cubicBezTo>
                    <a:cubicBezTo>
                      <a:pt x="4633" y="288"/>
                      <a:pt x="4499" y="269"/>
                      <a:pt x="4384" y="211"/>
                    </a:cubicBezTo>
                    <a:cubicBezTo>
                      <a:pt x="4078" y="97"/>
                      <a:pt x="3791" y="39"/>
                      <a:pt x="3523" y="39"/>
                    </a:cubicBezTo>
                    <a:cubicBezTo>
                      <a:pt x="3025" y="39"/>
                      <a:pt x="2585" y="231"/>
                      <a:pt x="2279" y="575"/>
                    </a:cubicBezTo>
                    <a:lnTo>
                      <a:pt x="2260" y="594"/>
                    </a:lnTo>
                    <a:cubicBezTo>
                      <a:pt x="2068" y="843"/>
                      <a:pt x="1972" y="1092"/>
                      <a:pt x="1896" y="1341"/>
                    </a:cubicBezTo>
                    <a:cubicBezTo>
                      <a:pt x="1207" y="1532"/>
                      <a:pt x="575" y="2145"/>
                      <a:pt x="307" y="2949"/>
                    </a:cubicBezTo>
                    <a:cubicBezTo>
                      <a:pt x="1" y="3867"/>
                      <a:pt x="269" y="4805"/>
                      <a:pt x="1035" y="5360"/>
                    </a:cubicBezTo>
                    <a:cubicBezTo>
                      <a:pt x="1303" y="5571"/>
                      <a:pt x="1609" y="5743"/>
                      <a:pt x="1915" y="5839"/>
                    </a:cubicBezTo>
                    <a:cubicBezTo>
                      <a:pt x="2260" y="6451"/>
                      <a:pt x="2872" y="6815"/>
                      <a:pt x="3638" y="6815"/>
                    </a:cubicBezTo>
                    <a:lnTo>
                      <a:pt x="3638" y="6777"/>
                    </a:lnTo>
                    <a:lnTo>
                      <a:pt x="3791" y="6777"/>
                    </a:lnTo>
                    <a:cubicBezTo>
                      <a:pt x="4461" y="6777"/>
                      <a:pt x="5054" y="6643"/>
                      <a:pt x="5533" y="6451"/>
                    </a:cubicBezTo>
                    <a:cubicBezTo>
                      <a:pt x="5820" y="6643"/>
                      <a:pt x="6126" y="6738"/>
                      <a:pt x="6490" y="6738"/>
                    </a:cubicBezTo>
                    <a:cubicBezTo>
                      <a:pt x="7561" y="6738"/>
                      <a:pt x="8825" y="5839"/>
                      <a:pt x="9342" y="4709"/>
                    </a:cubicBezTo>
                    <a:cubicBezTo>
                      <a:pt x="9667" y="3867"/>
                      <a:pt x="9552" y="3063"/>
                      <a:pt x="8997" y="2470"/>
                    </a:cubicBezTo>
                    <a:cubicBezTo>
                      <a:pt x="8729" y="2202"/>
                      <a:pt x="8461" y="2011"/>
                      <a:pt x="8174" y="1896"/>
                    </a:cubicBezTo>
                    <a:cubicBezTo>
                      <a:pt x="7983" y="1264"/>
                      <a:pt x="7561" y="709"/>
                      <a:pt x="6987" y="365"/>
                    </a:cubicBezTo>
                    <a:cubicBezTo>
                      <a:pt x="6643" y="116"/>
                      <a:pt x="6260" y="1"/>
                      <a:pt x="5839" y="1"/>
                    </a:cubicBezTo>
                    <a:close/>
                  </a:path>
                </a:pathLst>
              </a:custGeom>
              <a:solidFill>
                <a:schemeClr val="lt1"/>
              </a:solidFill>
              <a:ln>
                <a:noFill/>
              </a:ln>
              <a:effectLst>
                <a:outerShdw blurRad="71438" rotWithShape="0" algn="bl" dir="5100000" dist="952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2"/>
              <p:cNvSpPr/>
              <p:nvPr/>
            </p:nvSpPr>
            <p:spPr>
              <a:xfrm>
                <a:off x="7206137" y="697992"/>
                <a:ext cx="847222" cy="482792"/>
              </a:xfrm>
              <a:custGeom>
                <a:rect b="b" l="l" r="r" t="t"/>
                <a:pathLst>
                  <a:path extrusionOk="0" h="5115" w="8976">
                    <a:moveTo>
                      <a:pt x="5465" y="1"/>
                    </a:moveTo>
                    <a:cubicBezTo>
                      <a:pt x="5046" y="1"/>
                      <a:pt x="4674" y="236"/>
                      <a:pt x="4420" y="544"/>
                    </a:cubicBezTo>
                    <a:lnTo>
                      <a:pt x="4420" y="544"/>
                    </a:lnTo>
                    <a:cubicBezTo>
                      <a:pt x="4251" y="408"/>
                      <a:pt x="4031" y="286"/>
                      <a:pt x="3750" y="192"/>
                    </a:cubicBezTo>
                    <a:cubicBezTo>
                      <a:pt x="3513" y="113"/>
                      <a:pt x="3313" y="79"/>
                      <a:pt x="3145" y="79"/>
                    </a:cubicBezTo>
                    <a:cubicBezTo>
                      <a:pt x="2087" y="79"/>
                      <a:pt x="2257" y="1417"/>
                      <a:pt x="2257" y="1417"/>
                    </a:cubicBezTo>
                    <a:cubicBezTo>
                      <a:pt x="2148" y="1352"/>
                      <a:pt x="2030" y="1323"/>
                      <a:pt x="1911" y="1323"/>
                    </a:cubicBezTo>
                    <a:cubicBezTo>
                      <a:pt x="1013" y="1323"/>
                      <a:pt x="0" y="3003"/>
                      <a:pt x="1166" y="3848"/>
                    </a:cubicBezTo>
                    <a:cubicBezTo>
                      <a:pt x="1526" y="4118"/>
                      <a:pt x="1869" y="4241"/>
                      <a:pt x="2164" y="4262"/>
                    </a:cubicBezTo>
                    <a:lnTo>
                      <a:pt x="2164" y="4262"/>
                    </a:lnTo>
                    <a:cubicBezTo>
                      <a:pt x="2265" y="4709"/>
                      <a:pt x="2587" y="5098"/>
                      <a:pt x="3272" y="5112"/>
                    </a:cubicBezTo>
                    <a:cubicBezTo>
                      <a:pt x="3333" y="5114"/>
                      <a:pt x="3394" y="5114"/>
                      <a:pt x="3453" y="5114"/>
                    </a:cubicBezTo>
                    <a:cubicBezTo>
                      <a:pt x="4324" y="5114"/>
                      <a:pt x="4917" y="4910"/>
                      <a:pt x="5259" y="4603"/>
                    </a:cubicBezTo>
                    <a:lnTo>
                      <a:pt x="5259" y="4603"/>
                    </a:lnTo>
                    <a:cubicBezTo>
                      <a:pt x="5331" y="4700"/>
                      <a:pt x="5420" y="4794"/>
                      <a:pt x="5531" y="4882"/>
                    </a:cubicBezTo>
                    <a:cubicBezTo>
                      <a:pt x="5686" y="5004"/>
                      <a:pt x="5875" y="5058"/>
                      <a:pt x="6080" y="5058"/>
                    </a:cubicBezTo>
                    <a:cubicBezTo>
                      <a:pt x="7261" y="5058"/>
                      <a:pt x="8975" y="3259"/>
                      <a:pt x="7981" y="2183"/>
                    </a:cubicBezTo>
                    <a:cubicBezTo>
                      <a:pt x="7700" y="1875"/>
                      <a:pt x="7399" y="1759"/>
                      <a:pt x="7118" y="1759"/>
                    </a:cubicBezTo>
                    <a:cubicBezTo>
                      <a:pt x="7086" y="1759"/>
                      <a:pt x="7055" y="1761"/>
                      <a:pt x="7024" y="1763"/>
                    </a:cubicBezTo>
                    <a:lnTo>
                      <a:pt x="7024" y="1763"/>
                    </a:lnTo>
                    <a:cubicBezTo>
                      <a:pt x="7040" y="1237"/>
                      <a:pt x="6785" y="627"/>
                      <a:pt x="6143" y="212"/>
                    </a:cubicBezTo>
                    <a:cubicBezTo>
                      <a:pt x="5911" y="64"/>
                      <a:pt x="5681" y="1"/>
                      <a:pt x="5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1" name="Google Shape;1291;p32"/>
            <p:cNvSpPr/>
            <p:nvPr/>
          </p:nvSpPr>
          <p:spPr>
            <a:xfrm>
              <a:off x="7240306" y="690818"/>
              <a:ext cx="766143" cy="504124"/>
            </a:xfrm>
            <a:custGeom>
              <a:rect b="b" l="l" r="r" t="t"/>
              <a:pathLst>
                <a:path extrusionOk="0" h="5341" w="8117">
                  <a:moveTo>
                    <a:pt x="4078" y="824"/>
                  </a:moveTo>
                  <a:cubicBezTo>
                    <a:pt x="4403" y="1130"/>
                    <a:pt x="4460" y="1493"/>
                    <a:pt x="4365" y="1723"/>
                  </a:cubicBezTo>
                  <a:cubicBezTo>
                    <a:pt x="4317" y="1853"/>
                    <a:pt x="4234" y="1925"/>
                    <a:pt x="4141" y="1925"/>
                  </a:cubicBezTo>
                  <a:cubicBezTo>
                    <a:pt x="4083" y="1925"/>
                    <a:pt x="4021" y="1897"/>
                    <a:pt x="3963" y="1838"/>
                  </a:cubicBezTo>
                  <a:cubicBezTo>
                    <a:pt x="3733" y="1647"/>
                    <a:pt x="3790" y="1206"/>
                    <a:pt x="4078" y="824"/>
                  </a:cubicBezTo>
                  <a:close/>
                  <a:moveTo>
                    <a:pt x="6547" y="2010"/>
                  </a:moveTo>
                  <a:lnTo>
                    <a:pt x="6547" y="2010"/>
                  </a:lnTo>
                  <a:cubicBezTo>
                    <a:pt x="6489" y="2451"/>
                    <a:pt x="6221" y="2776"/>
                    <a:pt x="5877" y="2833"/>
                  </a:cubicBezTo>
                  <a:lnTo>
                    <a:pt x="5800" y="2833"/>
                  </a:lnTo>
                  <a:cubicBezTo>
                    <a:pt x="5704" y="2833"/>
                    <a:pt x="5704" y="2795"/>
                    <a:pt x="5704" y="2776"/>
                  </a:cubicBezTo>
                  <a:cubicBezTo>
                    <a:pt x="5685" y="2585"/>
                    <a:pt x="6030" y="2125"/>
                    <a:pt x="6547" y="2010"/>
                  </a:cubicBezTo>
                  <a:close/>
                  <a:moveTo>
                    <a:pt x="2278" y="3120"/>
                  </a:moveTo>
                  <a:cubicBezTo>
                    <a:pt x="2355" y="3120"/>
                    <a:pt x="2393" y="3178"/>
                    <a:pt x="2451" y="3235"/>
                  </a:cubicBezTo>
                  <a:cubicBezTo>
                    <a:pt x="2623" y="3446"/>
                    <a:pt x="2661" y="3714"/>
                    <a:pt x="2565" y="3905"/>
                  </a:cubicBezTo>
                  <a:cubicBezTo>
                    <a:pt x="2451" y="4116"/>
                    <a:pt x="2202" y="4250"/>
                    <a:pt x="1895" y="4250"/>
                  </a:cubicBezTo>
                  <a:cubicBezTo>
                    <a:pt x="1819" y="3848"/>
                    <a:pt x="1934" y="3427"/>
                    <a:pt x="2106" y="3235"/>
                  </a:cubicBezTo>
                  <a:cubicBezTo>
                    <a:pt x="2163" y="3159"/>
                    <a:pt x="2221" y="3120"/>
                    <a:pt x="2278" y="3120"/>
                  </a:cubicBezTo>
                  <a:close/>
                  <a:moveTo>
                    <a:pt x="4977" y="3465"/>
                  </a:moveTo>
                  <a:cubicBezTo>
                    <a:pt x="5015" y="3465"/>
                    <a:pt x="5054" y="3522"/>
                    <a:pt x="5111" y="3637"/>
                  </a:cubicBezTo>
                  <a:cubicBezTo>
                    <a:pt x="5207" y="3943"/>
                    <a:pt x="5149" y="4250"/>
                    <a:pt x="4939" y="4499"/>
                  </a:cubicBezTo>
                  <a:cubicBezTo>
                    <a:pt x="4747" y="4173"/>
                    <a:pt x="4767" y="3809"/>
                    <a:pt x="4862" y="3599"/>
                  </a:cubicBezTo>
                  <a:cubicBezTo>
                    <a:pt x="4920" y="3503"/>
                    <a:pt x="4958" y="3465"/>
                    <a:pt x="4977" y="3465"/>
                  </a:cubicBezTo>
                  <a:close/>
                  <a:moveTo>
                    <a:pt x="5084" y="267"/>
                  </a:moveTo>
                  <a:cubicBezTo>
                    <a:pt x="5293" y="267"/>
                    <a:pt x="5505" y="329"/>
                    <a:pt x="5704" y="460"/>
                  </a:cubicBezTo>
                  <a:cubicBezTo>
                    <a:pt x="6202" y="766"/>
                    <a:pt x="6508" y="1264"/>
                    <a:pt x="6547" y="1800"/>
                  </a:cubicBezTo>
                  <a:cubicBezTo>
                    <a:pt x="5915" y="1895"/>
                    <a:pt x="5417" y="2470"/>
                    <a:pt x="5437" y="2795"/>
                  </a:cubicBezTo>
                  <a:cubicBezTo>
                    <a:pt x="5437" y="2948"/>
                    <a:pt x="5532" y="3082"/>
                    <a:pt x="5781" y="3082"/>
                  </a:cubicBezTo>
                  <a:lnTo>
                    <a:pt x="5877" y="3082"/>
                  </a:lnTo>
                  <a:cubicBezTo>
                    <a:pt x="6374" y="3025"/>
                    <a:pt x="6719" y="2585"/>
                    <a:pt x="6776" y="2010"/>
                  </a:cubicBezTo>
                  <a:cubicBezTo>
                    <a:pt x="7044" y="2029"/>
                    <a:pt x="7312" y="2163"/>
                    <a:pt x="7523" y="2393"/>
                  </a:cubicBezTo>
                  <a:cubicBezTo>
                    <a:pt x="7906" y="2795"/>
                    <a:pt x="7810" y="3274"/>
                    <a:pt x="7657" y="3618"/>
                  </a:cubicBezTo>
                  <a:cubicBezTo>
                    <a:pt x="7331" y="4384"/>
                    <a:pt x="6394" y="5073"/>
                    <a:pt x="5704" y="5073"/>
                  </a:cubicBezTo>
                  <a:cubicBezTo>
                    <a:pt x="5513" y="5073"/>
                    <a:pt x="5341" y="4996"/>
                    <a:pt x="5226" y="4901"/>
                  </a:cubicBezTo>
                  <a:cubicBezTo>
                    <a:pt x="5149" y="4843"/>
                    <a:pt x="5073" y="4786"/>
                    <a:pt x="5035" y="4709"/>
                  </a:cubicBezTo>
                  <a:cubicBezTo>
                    <a:pt x="5322" y="4403"/>
                    <a:pt x="5417" y="4001"/>
                    <a:pt x="5303" y="3599"/>
                  </a:cubicBezTo>
                  <a:cubicBezTo>
                    <a:pt x="5207" y="3312"/>
                    <a:pt x="5054" y="3254"/>
                    <a:pt x="4958" y="3254"/>
                  </a:cubicBezTo>
                  <a:cubicBezTo>
                    <a:pt x="4843" y="3254"/>
                    <a:pt x="4728" y="3350"/>
                    <a:pt x="4633" y="3522"/>
                  </a:cubicBezTo>
                  <a:cubicBezTo>
                    <a:pt x="4479" y="3809"/>
                    <a:pt x="4460" y="4269"/>
                    <a:pt x="4728" y="4690"/>
                  </a:cubicBezTo>
                  <a:cubicBezTo>
                    <a:pt x="4460" y="4901"/>
                    <a:pt x="3924" y="5130"/>
                    <a:pt x="3006" y="5130"/>
                  </a:cubicBezTo>
                  <a:lnTo>
                    <a:pt x="2910" y="5130"/>
                  </a:lnTo>
                  <a:cubicBezTo>
                    <a:pt x="2297" y="5092"/>
                    <a:pt x="2049" y="4805"/>
                    <a:pt x="1953" y="4499"/>
                  </a:cubicBezTo>
                  <a:cubicBezTo>
                    <a:pt x="2336" y="4479"/>
                    <a:pt x="2642" y="4288"/>
                    <a:pt x="2757" y="4039"/>
                  </a:cubicBezTo>
                  <a:cubicBezTo>
                    <a:pt x="2910" y="3752"/>
                    <a:pt x="2853" y="3427"/>
                    <a:pt x="2623" y="3140"/>
                  </a:cubicBezTo>
                  <a:cubicBezTo>
                    <a:pt x="2489" y="2967"/>
                    <a:pt x="2374" y="2948"/>
                    <a:pt x="2278" y="2948"/>
                  </a:cubicBezTo>
                  <a:cubicBezTo>
                    <a:pt x="2144" y="2948"/>
                    <a:pt x="2010" y="3006"/>
                    <a:pt x="1915" y="3140"/>
                  </a:cubicBezTo>
                  <a:cubicBezTo>
                    <a:pt x="1723" y="3369"/>
                    <a:pt x="1589" y="3829"/>
                    <a:pt x="1628" y="4288"/>
                  </a:cubicBezTo>
                  <a:cubicBezTo>
                    <a:pt x="1379" y="4231"/>
                    <a:pt x="1111" y="4097"/>
                    <a:pt x="843" y="3905"/>
                  </a:cubicBezTo>
                  <a:cubicBezTo>
                    <a:pt x="230" y="3446"/>
                    <a:pt x="364" y="2814"/>
                    <a:pt x="441" y="2565"/>
                  </a:cubicBezTo>
                  <a:cubicBezTo>
                    <a:pt x="613" y="2010"/>
                    <a:pt x="1111" y="1551"/>
                    <a:pt x="1513" y="1551"/>
                  </a:cubicBezTo>
                  <a:cubicBezTo>
                    <a:pt x="1608" y="1551"/>
                    <a:pt x="1704" y="1570"/>
                    <a:pt x="1800" y="1627"/>
                  </a:cubicBezTo>
                  <a:cubicBezTo>
                    <a:pt x="1809" y="1637"/>
                    <a:pt x="1829" y="1642"/>
                    <a:pt x="1850" y="1642"/>
                  </a:cubicBezTo>
                  <a:cubicBezTo>
                    <a:pt x="1872" y="1642"/>
                    <a:pt x="1895" y="1637"/>
                    <a:pt x="1915" y="1627"/>
                  </a:cubicBezTo>
                  <a:cubicBezTo>
                    <a:pt x="1953" y="1608"/>
                    <a:pt x="1972" y="1551"/>
                    <a:pt x="1972" y="1513"/>
                  </a:cubicBezTo>
                  <a:cubicBezTo>
                    <a:pt x="1972" y="1513"/>
                    <a:pt x="1876" y="862"/>
                    <a:pt x="2183" y="517"/>
                  </a:cubicBezTo>
                  <a:cubicBezTo>
                    <a:pt x="2326" y="385"/>
                    <a:pt x="2501" y="323"/>
                    <a:pt x="2726" y="323"/>
                  </a:cubicBezTo>
                  <a:cubicBezTo>
                    <a:pt x="2891" y="323"/>
                    <a:pt x="3084" y="357"/>
                    <a:pt x="3312" y="422"/>
                  </a:cubicBezTo>
                  <a:cubicBezTo>
                    <a:pt x="3522" y="498"/>
                    <a:pt x="3714" y="575"/>
                    <a:pt x="3867" y="690"/>
                  </a:cubicBezTo>
                  <a:cubicBezTo>
                    <a:pt x="3542" y="1149"/>
                    <a:pt x="3427" y="1742"/>
                    <a:pt x="3790" y="2049"/>
                  </a:cubicBezTo>
                  <a:cubicBezTo>
                    <a:pt x="3886" y="2144"/>
                    <a:pt x="4001" y="2202"/>
                    <a:pt x="4116" y="2202"/>
                  </a:cubicBezTo>
                  <a:cubicBezTo>
                    <a:pt x="4345" y="2202"/>
                    <a:pt x="4499" y="2049"/>
                    <a:pt x="4575" y="1838"/>
                  </a:cubicBezTo>
                  <a:cubicBezTo>
                    <a:pt x="4690" y="1532"/>
                    <a:pt x="4633" y="1053"/>
                    <a:pt x="4212" y="670"/>
                  </a:cubicBezTo>
                  <a:cubicBezTo>
                    <a:pt x="4464" y="407"/>
                    <a:pt x="4771" y="267"/>
                    <a:pt x="5084" y="267"/>
                  </a:cubicBezTo>
                  <a:close/>
                  <a:moveTo>
                    <a:pt x="5073" y="1"/>
                  </a:moveTo>
                  <a:cubicBezTo>
                    <a:pt x="4690" y="1"/>
                    <a:pt x="4307" y="173"/>
                    <a:pt x="4020" y="479"/>
                  </a:cubicBezTo>
                  <a:cubicBezTo>
                    <a:pt x="3867" y="364"/>
                    <a:pt x="3637" y="230"/>
                    <a:pt x="3408" y="173"/>
                  </a:cubicBezTo>
                  <a:cubicBezTo>
                    <a:pt x="3162" y="83"/>
                    <a:pt x="2945" y="40"/>
                    <a:pt x="2755" y="40"/>
                  </a:cubicBezTo>
                  <a:cubicBezTo>
                    <a:pt x="2456" y="40"/>
                    <a:pt x="2224" y="146"/>
                    <a:pt x="2049" y="345"/>
                  </a:cubicBezTo>
                  <a:cubicBezTo>
                    <a:pt x="1800" y="632"/>
                    <a:pt x="1742" y="1053"/>
                    <a:pt x="1742" y="1302"/>
                  </a:cubicBezTo>
                  <a:cubicBezTo>
                    <a:pt x="1685" y="1264"/>
                    <a:pt x="1608" y="1264"/>
                    <a:pt x="1532" y="1264"/>
                  </a:cubicBezTo>
                  <a:cubicBezTo>
                    <a:pt x="1015" y="1264"/>
                    <a:pt x="441" y="1800"/>
                    <a:pt x="230" y="2431"/>
                  </a:cubicBezTo>
                  <a:cubicBezTo>
                    <a:pt x="1" y="3063"/>
                    <a:pt x="173" y="3656"/>
                    <a:pt x="709" y="4039"/>
                  </a:cubicBezTo>
                  <a:cubicBezTo>
                    <a:pt x="1015" y="4288"/>
                    <a:pt x="1379" y="4422"/>
                    <a:pt x="1685" y="4479"/>
                  </a:cubicBezTo>
                  <a:cubicBezTo>
                    <a:pt x="1819" y="4996"/>
                    <a:pt x="2259" y="5341"/>
                    <a:pt x="2872" y="5341"/>
                  </a:cubicBezTo>
                  <a:lnTo>
                    <a:pt x="3006" y="5341"/>
                  </a:lnTo>
                  <a:cubicBezTo>
                    <a:pt x="3810" y="5341"/>
                    <a:pt x="4460" y="5168"/>
                    <a:pt x="4862" y="4881"/>
                  </a:cubicBezTo>
                  <a:cubicBezTo>
                    <a:pt x="4901" y="4958"/>
                    <a:pt x="5015" y="5034"/>
                    <a:pt x="5073" y="5092"/>
                  </a:cubicBezTo>
                  <a:cubicBezTo>
                    <a:pt x="5245" y="5245"/>
                    <a:pt x="5456" y="5302"/>
                    <a:pt x="5704" y="5302"/>
                  </a:cubicBezTo>
                  <a:cubicBezTo>
                    <a:pt x="6489" y="5302"/>
                    <a:pt x="7485" y="4575"/>
                    <a:pt x="7887" y="3714"/>
                  </a:cubicBezTo>
                  <a:cubicBezTo>
                    <a:pt x="8116" y="3140"/>
                    <a:pt x="8040" y="2604"/>
                    <a:pt x="7695" y="2221"/>
                  </a:cubicBezTo>
                  <a:cubicBezTo>
                    <a:pt x="7427" y="1934"/>
                    <a:pt x="7121" y="1761"/>
                    <a:pt x="6776" y="1761"/>
                  </a:cubicBezTo>
                  <a:cubicBezTo>
                    <a:pt x="6738" y="1168"/>
                    <a:pt x="6394" y="594"/>
                    <a:pt x="5819" y="230"/>
                  </a:cubicBezTo>
                  <a:cubicBezTo>
                    <a:pt x="5590" y="77"/>
                    <a:pt x="5341" y="1"/>
                    <a:pt x="50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2" name="Google Shape;1292;p32"/>
          <p:cNvGrpSpPr/>
          <p:nvPr/>
        </p:nvGrpSpPr>
        <p:grpSpPr>
          <a:xfrm>
            <a:off x="1080113" y="2475550"/>
            <a:ext cx="787733" cy="603002"/>
            <a:chOff x="8000975" y="3110625"/>
            <a:chExt cx="787733" cy="603002"/>
          </a:xfrm>
        </p:grpSpPr>
        <p:sp>
          <p:nvSpPr>
            <p:cNvPr id="1293" name="Google Shape;1293;p32"/>
            <p:cNvSpPr/>
            <p:nvPr/>
          </p:nvSpPr>
          <p:spPr>
            <a:xfrm>
              <a:off x="8150072" y="3161565"/>
              <a:ext cx="572670" cy="472446"/>
            </a:xfrm>
            <a:custGeom>
              <a:rect b="b" l="l" r="r" t="t"/>
              <a:pathLst>
                <a:path extrusionOk="0" h="6854" w="8308">
                  <a:moveTo>
                    <a:pt x="6282" y="0"/>
                  </a:moveTo>
                  <a:cubicBezTo>
                    <a:pt x="5509" y="0"/>
                    <a:pt x="4690" y="243"/>
                    <a:pt x="4633" y="391"/>
                  </a:cubicBezTo>
                  <a:cubicBezTo>
                    <a:pt x="4346" y="486"/>
                    <a:pt x="4078" y="620"/>
                    <a:pt x="3810" y="773"/>
                  </a:cubicBezTo>
                  <a:cubicBezTo>
                    <a:pt x="3618" y="632"/>
                    <a:pt x="3218" y="406"/>
                    <a:pt x="2679" y="406"/>
                  </a:cubicBezTo>
                  <a:cubicBezTo>
                    <a:pt x="2195" y="406"/>
                    <a:pt x="1599" y="587"/>
                    <a:pt x="939" y="1175"/>
                  </a:cubicBezTo>
                  <a:cubicBezTo>
                    <a:pt x="1" y="2056"/>
                    <a:pt x="1092" y="1941"/>
                    <a:pt x="1781" y="2228"/>
                  </a:cubicBezTo>
                  <a:cubicBezTo>
                    <a:pt x="1723" y="2266"/>
                    <a:pt x="1704" y="2324"/>
                    <a:pt x="1666" y="2343"/>
                  </a:cubicBezTo>
                  <a:cubicBezTo>
                    <a:pt x="1589" y="2439"/>
                    <a:pt x="1532" y="2515"/>
                    <a:pt x="1570" y="2592"/>
                  </a:cubicBezTo>
                  <a:cubicBezTo>
                    <a:pt x="1570" y="2611"/>
                    <a:pt x="1589" y="2611"/>
                    <a:pt x="1589" y="2630"/>
                  </a:cubicBezTo>
                  <a:cubicBezTo>
                    <a:pt x="1628" y="2707"/>
                    <a:pt x="1781" y="2898"/>
                    <a:pt x="1972" y="3185"/>
                  </a:cubicBezTo>
                  <a:cubicBezTo>
                    <a:pt x="1762" y="3376"/>
                    <a:pt x="1532" y="3587"/>
                    <a:pt x="1570" y="3778"/>
                  </a:cubicBezTo>
                  <a:cubicBezTo>
                    <a:pt x="1608" y="3970"/>
                    <a:pt x="2719" y="5597"/>
                    <a:pt x="3006" y="5597"/>
                  </a:cubicBezTo>
                  <a:cubicBezTo>
                    <a:pt x="3025" y="5597"/>
                    <a:pt x="3044" y="5597"/>
                    <a:pt x="3044" y="5616"/>
                  </a:cubicBezTo>
                  <a:cubicBezTo>
                    <a:pt x="3121" y="5578"/>
                    <a:pt x="3331" y="5425"/>
                    <a:pt x="3542" y="5271"/>
                  </a:cubicBezTo>
                  <a:cubicBezTo>
                    <a:pt x="3733" y="5482"/>
                    <a:pt x="3886" y="5616"/>
                    <a:pt x="3982" y="5693"/>
                  </a:cubicBezTo>
                  <a:cubicBezTo>
                    <a:pt x="4020" y="5712"/>
                    <a:pt x="4078" y="5750"/>
                    <a:pt x="4116" y="5750"/>
                  </a:cubicBezTo>
                  <a:cubicBezTo>
                    <a:pt x="4173" y="5750"/>
                    <a:pt x="4212" y="5712"/>
                    <a:pt x="4288" y="5712"/>
                  </a:cubicBezTo>
                  <a:cubicBezTo>
                    <a:pt x="4273" y="6255"/>
                    <a:pt x="4056" y="6854"/>
                    <a:pt x="4439" y="6854"/>
                  </a:cubicBezTo>
                  <a:cubicBezTo>
                    <a:pt x="4555" y="6854"/>
                    <a:pt x="4727" y="6798"/>
                    <a:pt x="4977" y="6669"/>
                  </a:cubicBezTo>
                  <a:cubicBezTo>
                    <a:pt x="7025" y="5654"/>
                    <a:pt x="6355" y="3989"/>
                    <a:pt x="6355" y="3989"/>
                  </a:cubicBezTo>
                  <a:lnTo>
                    <a:pt x="6317" y="3989"/>
                  </a:lnTo>
                  <a:cubicBezTo>
                    <a:pt x="6508" y="3778"/>
                    <a:pt x="6681" y="3549"/>
                    <a:pt x="6834" y="3319"/>
                  </a:cubicBezTo>
                  <a:lnTo>
                    <a:pt x="6853" y="3357"/>
                  </a:lnTo>
                  <a:cubicBezTo>
                    <a:pt x="6987" y="3185"/>
                    <a:pt x="8308" y="1539"/>
                    <a:pt x="7542" y="448"/>
                  </a:cubicBezTo>
                  <a:cubicBezTo>
                    <a:pt x="7317" y="114"/>
                    <a:pt x="6810" y="0"/>
                    <a:pt x="62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4" name="Google Shape;1294;p32"/>
            <p:cNvGrpSpPr/>
            <p:nvPr/>
          </p:nvGrpSpPr>
          <p:grpSpPr>
            <a:xfrm>
              <a:off x="8000975" y="3110625"/>
              <a:ext cx="787733" cy="603002"/>
              <a:chOff x="8000975" y="3110625"/>
              <a:chExt cx="787733" cy="603002"/>
            </a:xfrm>
          </p:grpSpPr>
          <p:sp>
            <p:nvSpPr>
              <p:cNvPr id="1295" name="Google Shape;1295;p32"/>
              <p:cNvSpPr/>
              <p:nvPr/>
            </p:nvSpPr>
            <p:spPr>
              <a:xfrm>
                <a:off x="8134218" y="3110625"/>
                <a:ext cx="654490" cy="572670"/>
              </a:xfrm>
              <a:custGeom>
                <a:rect b="b" l="l" r="r" t="t"/>
                <a:pathLst>
                  <a:path extrusionOk="0" h="8308" w="9495">
                    <a:moveTo>
                      <a:pt x="6528" y="0"/>
                    </a:moveTo>
                    <a:cubicBezTo>
                      <a:pt x="5973" y="0"/>
                      <a:pt x="5494" y="96"/>
                      <a:pt x="5265" y="173"/>
                    </a:cubicBezTo>
                    <a:cubicBezTo>
                      <a:pt x="4920" y="268"/>
                      <a:pt x="4652" y="364"/>
                      <a:pt x="4499" y="498"/>
                    </a:cubicBezTo>
                    <a:cubicBezTo>
                      <a:pt x="4365" y="555"/>
                      <a:pt x="4250" y="594"/>
                      <a:pt x="4116" y="670"/>
                    </a:cubicBezTo>
                    <a:cubicBezTo>
                      <a:pt x="3829" y="517"/>
                      <a:pt x="3446" y="402"/>
                      <a:pt x="2968" y="402"/>
                    </a:cubicBezTo>
                    <a:cubicBezTo>
                      <a:pt x="2202" y="402"/>
                      <a:pt x="1456" y="708"/>
                      <a:pt x="728" y="1359"/>
                    </a:cubicBezTo>
                    <a:cubicBezTo>
                      <a:pt x="518" y="1570"/>
                      <a:pt x="1" y="2029"/>
                      <a:pt x="173" y="2661"/>
                    </a:cubicBezTo>
                    <a:cubicBezTo>
                      <a:pt x="288" y="3139"/>
                      <a:pt x="728" y="3331"/>
                      <a:pt x="1130" y="3426"/>
                    </a:cubicBezTo>
                    <a:lnTo>
                      <a:pt x="1130" y="3465"/>
                    </a:lnTo>
                    <a:cubicBezTo>
                      <a:pt x="1149" y="3541"/>
                      <a:pt x="1169" y="3637"/>
                      <a:pt x="1207" y="3714"/>
                    </a:cubicBezTo>
                    <a:cubicBezTo>
                      <a:pt x="1207" y="3733"/>
                      <a:pt x="1245" y="3733"/>
                      <a:pt x="1245" y="3752"/>
                    </a:cubicBezTo>
                    <a:cubicBezTo>
                      <a:pt x="1245" y="3771"/>
                      <a:pt x="1264" y="3809"/>
                      <a:pt x="1283" y="3848"/>
                    </a:cubicBezTo>
                    <a:cubicBezTo>
                      <a:pt x="1149" y="4058"/>
                      <a:pt x="1054" y="4326"/>
                      <a:pt x="1092" y="4632"/>
                    </a:cubicBezTo>
                    <a:lnTo>
                      <a:pt x="1092" y="4690"/>
                    </a:lnTo>
                    <a:cubicBezTo>
                      <a:pt x="1169" y="4996"/>
                      <a:pt x="1647" y="5666"/>
                      <a:pt x="1838" y="5934"/>
                    </a:cubicBezTo>
                    <a:cubicBezTo>
                      <a:pt x="2336" y="6623"/>
                      <a:pt x="2662" y="6929"/>
                      <a:pt x="2987" y="7025"/>
                    </a:cubicBezTo>
                    <a:cubicBezTo>
                      <a:pt x="3083" y="7044"/>
                      <a:pt x="3178" y="7082"/>
                      <a:pt x="3274" y="7082"/>
                    </a:cubicBezTo>
                    <a:cubicBezTo>
                      <a:pt x="3370" y="7082"/>
                      <a:pt x="3485" y="7044"/>
                      <a:pt x="3580" y="7006"/>
                    </a:cubicBezTo>
                    <a:cubicBezTo>
                      <a:pt x="3619" y="7006"/>
                      <a:pt x="3638" y="6987"/>
                      <a:pt x="3676" y="6967"/>
                    </a:cubicBezTo>
                    <a:cubicBezTo>
                      <a:pt x="3714" y="6967"/>
                      <a:pt x="3714" y="6987"/>
                      <a:pt x="3733" y="6987"/>
                    </a:cubicBezTo>
                    <a:cubicBezTo>
                      <a:pt x="3714" y="7312"/>
                      <a:pt x="3714" y="7695"/>
                      <a:pt x="3963" y="7982"/>
                    </a:cubicBezTo>
                    <a:cubicBezTo>
                      <a:pt x="4155" y="8173"/>
                      <a:pt x="4403" y="8307"/>
                      <a:pt x="4690" y="8307"/>
                    </a:cubicBezTo>
                    <a:cubicBezTo>
                      <a:pt x="4920" y="8307"/>
                      <a:pt x="5188" y="8231"/>
                      <a:pt x="5552" y="8020"/>
                    </a:cubicBezTo>
                    <a:cubicBezTo>
                      <a:pt x="7294" y="7121"/>
                      <a:pt x="7523" y="5742"/>
                      <a:pt x="7370" y="4862"/>
                    </a:cubicBezTo>
                    <a:cubicBezTo>
                      <a:pt x="7408" y="4785"/>
                      <a:pt x="7485" y="4709"/>
                      <a:pt x="7523" y="4632"/>
                    </a:cubicBezTo>
                    <a:cubicBezTo>
                      <a:pt x="7581" y="4594"/>
                      <a:pt x="7619" y="4575"/>
                      <a:pt x="7657" y="4517"/>
                    </a:cubicBezTo>
                    <a:cubicBezTo>
                      <a:pt x="7715" y="4422"/>
                      <a:pt x="9495" y="2316"/>
                      <a:pt x="8385" y="766"/>
                    </a:cubicBezTo>
                    <a:cubicBezTo>
                      <a:pt x="8155" y="421"/>
                      <a:pt x="7657" y="0"/>
                      <a:pt x="6528" y="0"/>
                    </a:cubicBezTo>
                    <a:close/>
                  </a:path>
                </a:pathLst>
              </a:custGeom>
              <a:solidFill>
                <a:schemeClr val="lt1"/>
              </a:solidFill>
              <a:ln>
                <a:noFill/>
              </a:ln>
              <a:effectLst>
                <a:outerShdw blurRad="85725" rotWithShape="0" algn="bl" dir="5100000" dist="76200">
                  <a:srgbClr val="000000">
                    <a:alpha val="2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2"/>
              <p:cNvSpPr/>
              <p:nvPr/>
            </p:nvSpPr>
            <p:spPr>
              <a:xfrm>
                <a:off x="8000975" y="3388967"/>
                <a:ext cx="390626" cy="324660"/>
              </a:xfrm>
              <a:custGeom>
                <a:rect b="b" l="l" r="r" t="t"/>
                <a:pathLst>
                  <a:path extrusionOk="0" h="4710" w="5667">
                    <a:moveTo>
                      <a:pt x="2910" y="1"/>
                    </a:moveTo>
                    <a:cubicBezTo>
                      <a:pt x="2546" y="1"/>
                      <a:pt x="2145" y="116"/>
                      <a:pt x="1685" y="365"/>
                    </a:cubicBezTo>
                    <a:cubicBezTo>
                      <a:pt x="1" y="1226"/>
                      <a:pt x="422" y="3886"/>
                      <a:pt x="422" y="3906"/>
                    </a:cubicBezTo>
                    <a:cubicBezTo>
                      <a:pt x="537" y="4614"/>
                      <a:pt x="1436" y="4710"/>
                      <a:pt x="2164" y="4710"/>
                    </a:cubicBezTo>
                    <a:cubicBezTo>
                      <a:pt x="2776" y="4710"/>
                      <a:pt x="4250" y="4614"/>
                      <a:pt x="4920" y="3733"/>
                    </a:cubicBezTo>
                    <a:cubicBezTo>
                      <a:pt x="5666" y="2757"/>
                      <a:pt x="5360" y="1838"/>
                      <a:pt x="4939" y="1436"/>
                    </a:cubicBezTo>
                    <a:cubicBezTo>
                      <a:pt x="4327" y="633"/>
                      <a:pt x="3771" y="1"/>
                      <a:pt x="2910" y="1"/>
                    </a:cubicBezTo>
                    <a:close/>
                  </a:path>
                </a:pathLst>
              </a:custGeom>
              <a:solidFill>
                <a:schemeClr val="lt1"/>
              </a:solidFill>
              <a:ln>
                <a:noFill/>
              </a:ln>
              <a:effectLst>
                <a:outerShdw blurRad="85725" rotWithShape="0" algn="bl" dir="5100000" dist="76200">
                  <a:srgbClr val="000000">
                    <a:alpha val="2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7" name="Google Shape;1297;p32"/>
            <p:cNvSpPr/>
            <p:nvPr/>
          </p:nvSpPr>
          <p:spPr>
            <a:xfrm>
              <a:off x="8063012" y="3438321"/>
              <a:ext cx="283716" cy="226435"/>
            </a:xfrm>
            <a:custGeom>
              <a:rect b="b" l="l" r="r" t="t"/>
              <a:pathLst>
                <a:path extrusionOk="0" h="3285" w="4116">
                  <a:moveTo>
                    <a:pt x="2026" y="1"/>
                  </a:moveTo>
                  <a:cubicBezTo>
                    <a:pt x="1772" y="1"/>
                    <a:pt x="1487" y="99"/>
                    <a:pt x="1130" y="299"/>
                  </a:cubicBezTo>
                  <a:cubicBezTo>
                    <a:pt x="0" y="854"/>
                    <a:pt x="192" y="2769"/>
                    <a:pt x="249" y="3075"/>
                  </a:cubicBezTo>
                  <a:cubicBezTo>
                    <a:pt x="265" y="3195"/>
                    <a:pt x="708" y="3284"/>
                    <a:pt x="1267" y="3284"/>
                  </a:cubicBezTo>
                  <a:cubicBezTo>
                    <a:pt x="2048" y="3284"/>
                    <a:pt x="3055" y="3109"/>
                    <a:pt x="3446" y="2596"/>
                  </a:cubicBezTo>
                  <a:cubicBezTo>
                    <a:pt x="4116" y="1697"/>
                    <a:pt x="3522" y="1199"/>
                    <a:pt x="3522" y="1199"/>
                  </a:cubicBezTo>
                  <a:cubicBezTo>
                    <a:pt x="2930" y="414"/>
                    <a:pt x="2546" y="1"/>
                    <a:pt x="20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2"/>
            <p:cNvSpPr/>
            <p:nvPr/>
          </p:nvSpPr>
          <p:spPr>
            <a:xfrm>
              <a:off x="8262221" y="3373182"/>
              <a:ext cx="162330" cy="166397"/>
            </a:xfrm>
            <a:custGeom>
              <a:rect b="b" l="l" r="r" t="t"/>
              <a:pathLst>
                <a:path extrusionOk="0" h="2414" w="2355">
                  <a:moveTo>
                    <a:pt x="709" y="0"/>
                  </a:moveTo>
                  <a:cubicBezTo>
                    <a:pt x="709" y="0"/>
                    <a:pt x="1" y="479"/>
                    <a:pt x="58" y="689"/>
                  </a:cubicBezTo>
                  <a:cubicBezTo>
                    <a:pt x="96" y="915"/>
                    <a:pt x="1185" y="2414"/>
                    <a:pt x="1388" y="2414"/>
                  </a:cubicBezTo>
                  <a:cubicBezTo>
                    <a:pt x="1391" y="2414"/>
                    <a:pt x="1395" y="2413"/>
                    <a:pt x="1398" y="2412"/>
                  </a:cubicBezTo>
                  <a:cubicBezTo>
                    <a:pt x="1532" y="2335"/>
                    <a:pt x="2355" y="1723"/>
                    <a:pt x="2355" y="1723"/>
                  </a:cubicBezTo>
                  <a:lnTo>
                    <a:pt x="70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2"/>
            <p:cNvSpPr/>
            <p:nvPr/>
          </p:nvSpPr>
          <p:spPr>
            <a:xfrm>
              <a:off x="8254294" y="3363118"/>
              <a:ext cx="176874" cy="185560"/>
            </a:xfrm>
            <a:custGeom>
              <a:rect b="b" l="l" r="r" t="t"/>
              <a:pathLst>
                <a:path extrusionOk="0" h="2692" w="2566">
                  <a:moveTo>
                    <a:pt x="786" y="280"/>
                  </a:moveTo>
                  <a:lnTo>
                    <a:pt x="2279" y="1869"/>
                  </a:lnTo>
                  <a:cubicBezTo>
                    <a:pt x="1991" y="2079"/>
                    <a:pt x="1628" y="2367"/>
                    <a:pt x="1494" y="2443"/>
                  </a:cubicBezTo>
                  <a:cubicBezTo>
                    <a:pt x="1245" y="2252"/>
                    <a:pt x="345" y="1008"/>
                    <a:pt x="288" y="816"/>
                  </a:cubicBezTo>
                  <a:cubicBezTo>
                    <a:pt x="269" y="740"/>
                    <a:pt x="498" y="491"/>
                    <a:pt x="786" y="280"/>
                  </a:cubicBezTo>
                  <a:close/>
                  <a:moveTo>
                    <a:pt x="800" y="1"/>
                  </a:moveTo>
                  <a:cubicBezTo>
                    <a:pt x="780" y="1"/>
                    <a:pt x="761" y="5"/>
                    <a:pt x="747" y="12"/>
                  </a:cubicBezTo>
                  <a:cubicBezTo>
                    <a:pt x="537" y="185"/>
                    <a:pt x="1" y="567"/>
                    <a:pt x="58" y="854"/>
                  </a:cubicBezTo>
                  <a:cubicBezTo>
                    <a:pt x="96" y="1046"/>
                    <a:pt x="1207" y="2673"/>
                    <a:pt x="1494" y="2673"/>
                  </a:cubicBezTo>
                  <a:cubicBezTo>
                    <a:pt x="1513" y="2673"/>
                    <a:pt x="1532" y="2673"/>
                    <a:pt x="1532" y="2692"/>
                  </a:cubicBezTo>
                  <a:cubicBezTo>
                    <a:pt x="1685" y="2615"/>
                    <a:pt x="2374" y="2079"/>
                    <a:pt x="2508" y="1984"/>
                  </a:cubicBezTo>
                  <a:cubicBezTo>
                    <a:pt x="2546" y="1965"/>
                    <a:pt x="2566" y="1907"/>
                    <a:pt x="2566" y="1888"/>
                  </a:cubicBezTo>
                  <a:cubicBezTo>
                    <a:pt x="2566" y="1831"/>
                    <a:pt x="2566" y="1811"/>
                    <a:pt x="2546" y="1792"/>
                  </a:cubicBezTo>
                  <a:lnTo>
                    <a:pt x="881" y="51"/>
                  </a:lnTo>
                  <a:cubicBezTo>
                    <a:pt x="869" y="14"/>
                    <a:pt x="834" y="1"/>
                    <a:pt x="8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2"/>
            <p:cNvSpPr/>
            <p:nvPr/>
          </p:nvSpPr>
          <p:spPr>
            <a:xfrm>
              <a:off x="8136906" y="3189482"/>
              <a:ext cx="286335" cy="148958"/>
            </a:xfrm>
            <a:custGeom>
              <a:rect b="b" l="l" r="r" t="t"/>
              <a:pathLst>
                <a:path extrusionOk="0" h="2161" w="4154">
                  <a:moveTo>
                    <a:pt x="2885" y="0"/>
                  </a:moveTo>
                  <a:cubicBezTo>
                    <a:pt x="2400" y="0"/>
                    <a:pt x="1804" y="181"/>
                    <a:pt x="1149" y="770"/>
                  </a:cubicBezTo>
                  <a:cubicBezTo>
                    <a:pt x="0" y="1823"/>
                    <a:pt x="1799" y="1440"/>
                    <a:pt x="2297" y="2053"/>
                  </a:cubicBezTo>
                  <a:cubicBezTo>
                    <a:pt x="2356" y="2128"/>
                    <a:pt x="2427" y="2160"/>
                    <a:pt x="2509" y="2160"/>
                  </a:cubicBezTo>
                  <a:cubicBezTo>
                    <a:pt x="3092" y="2160"/>
                    <a:pt x="4154" y="464"/>
                    <a:pt x="4154" y="464"/>
                  </a:cubicBezTo>
                  <a:cubicBezTo>
                    <a:pt x="4154" y="464"/>
                    <a:pt x="3661" y="0"/>
                    <a:pt x="28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2"/>
            <p:cNvSpPr/>
            <p:nvPr/>
          </p:nvSpPr>
          <p:spPr>
            <a:xfrm>
              <a:off x="8412628" y="3436460"/>
              <a:ext cx="221748" cy="197209"/>
            </a:xfrm>
            <a:custGeom>
              <a:rect b="b" l="l" r="r" t="t"/>
              <a:pathLst>
                <a:path extrusionOk="0" h="2861" w="3217">
                  <a:moveTo>
                    <a:pt x="2546" y="1"/>
                  </a:moveTo>
                  <a:lnTo>
                    <a:pt x="2546" y="1"/>
                  </a:lnTo>
                  <a:cubicBezTo>
                    <a:pt x="2546" y="1"/>
                    <a:pt x="1" y="460"/>
                    <a:pt x="383" y="1149"/>
                  </a:cubicBezTo>
                  <a:cubicBezTo>
                    <a:pt x="698" y="1700"/>
                    <a:pt x="94" y="2860"/>
                    <a:pt x="636" y="2860"/>
                  </a:cubicBezTo>
                  <a:cubicBezTo>
                    <a:pt x="753" y="2860"/>
                    <a:pt x="924" y="2806"/>
                    <a:pt x="1168" y="2681"/>
                  </a:cubicBezTo>
                  <a:cubicBezTo>
                    <a:pt x="3216" y="1666"/>
                    <a:pt x="2546" y="1"/>
                    <a:pt x="25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2"/>
            <p:cNvSpPr/>
            <p:nvPr/>
          </p:nvSpPr>
          <p:spPr>
            <a:xfrm>
              <a:off x="8262221" y="3177557"/>
              <a:ext cx="443565" cy="371119"/>
            </a:xfrm>
            <a:custGeom>
              <a:rect b="b" l="l" r="r" t="t"/>
              <a:pathLst>
                <a:path extrusionOk="0" h="5384" w="6435">
                  <a:moveTo>
                    <a:pt x="4356" y="1"/>
                  </a:moveTo>
                  <a:cubicBezTo>
                    <a:pt x="2612" y="1"/>
                    <a:pt x="0" y="2089"/>
                    <a:pt x="58" y="2321"/>
                  </a:cubicBezTo>
                  <a:cubicBezTo>
                    <a:pt x="58" y="2321"/>
                    <a:pt x="1953" y="5078"/>
                    <a:pt x="2393" y="5365"/>
                  </a:cubicBezTo>
                  <a:cubicBezTo>
                    <a:pt x="2413" y="5377"/>
                    <a:pt x="2438" y="5383"/>
                    <a:pt x="2469" y="5383"/>
                  </a:cubicBezTo>
                  <a:cubicBezTo>
                    <a:pt x="3154" y="5383"/>
                    <a:pt x="6435" y="2402"/>
                    <a:pt x="5647" y="771"/>
                  </a:cubicBezTo>
                  <a:cubicBezTo>
                    <a:pt x="5383" y="214"/>
                    <a:pt x="4914" y="1"/>
                    <a:pt x="43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2"/>
            <p:cNvSpPr/>
            <p:nvPr/>
          </p:nvSpPr>
          <p:spPr>
            <a:xfrm>
              <a:off x="8255604" y="3168665"/>
              <a:ext cx="422265" cy="389248"/>
            </a:xfrm>
            <a:custGeom>
              <a:rect b="b" l="l" r="r" t="t"/>
              <a:pathLst>
                <a:path extrusionOk="0" h="5647" w="6126">
                  <a:moveTo>
                    <a:pt x="4461" y="249"/>
                  </a:moveTo>
                  <a:cubicBezTo>
                    <a:pt x="5035" y="249"/>
                    <a:pt x="5418" y="498"/>
                    <a:pt x="5647" y="977"/>
                  </a:cubicBezTo>
                  <a:cubicBezTo>
                    <a:pt x="5973" y="1570"/>
                    <a:pt x="5609" y="2355"/>
                    <a:pt x="5245" y="2929"/>
                  </a:cubicBezTo>
                  <a:cubicBezTo>
                    <a:pt x="4403" y="4250"/>
                    <a:pt x="2949" y="5398"/>
                    <a:pt x="2585" y="5398"/>
                  </a:cubicBezTo>
                  <a:lnTo>
                    <a:pt x="2566" y="5398"/>
                  </a:lnTo>
                  <a:cubicBezTo>
                    <a:pt x="2202" y="5188"/>
                    <a:pt x="824" y="3254"/>
                    <a:pt x="269" y="2450"/>
                  </a:cubicBezTo>
                  <a:cubicBezTo>
                    <a:pt x="479" y="2106"/>
                    <a:pt x="2815" y="249"/>
                    <a:pt x="4461" y="249"/>
                  </a:cubicBezTo>
                  <a:close/>
                  <a:moveTo>
                    <a:pt x="4461" y="0"/>
                  </a:moveTo>
                  <a:cubicBezTo>
                    <a:pt x="2853" y="0"/>
                    <a:pt x="556" y="1685"/>
                    <a:pt x="135" y="2240"/>
                  </a:cubicBezTo>
                  <a:cubicBezTo>
                    <a:pt x="58" y="2336"/>
                    <a:pt x="1" y="2412"/>
                    <a:pt x="39" y="2489"/>
                  </a:cubicBezTo>
                  <a:cubicBezTo>
                    <a:pt x="39" y="2508"/>
                    <a:pt x="58" y="2508"/>
                    <a:pt x="58" y="2527"/>
                  </a:cubicBezTo>
                  <a:cubicBezTo>
                    <a:pt x="250" y="2814"/>
                    <a:pt x="1972" y="5302"/>
                    <a:pt x="2451" y="5590"/>
                  </a:cubicBezTo>
                  <a:cubicBezTo>
                    <a:pt x="2489" y="5609"/>
                    <a:pt x="2547" y="5647"/>
                    <a:pt x="2585" y="5647"/>
                  </a:cubicBezTo>
                  <a:cubicBezTo>
                    <a:pt x="3102" y="5647"/>
                    <a:pt x="4633" y="4345"/>
                    <a:pt x="5437" y="3025"/>
                  </a:cubicBezTo>
                  <a:cubicBezTo>
                    <a:pt x="5992" y="2144"/>
                    <a:pt x="6126" y="1379"/>
                    <a:pt x="5877" y="824"/>
                  </a:cubicBezTo>
                  <a:cubicBezTo>
                    <a:pt x="5609" y="288"/>
                    <a:pt x="5131" y="0"/>
                    <a:pt x="44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2"/>
            <p:cNvSpPr/>
            <p:nvPr/>
          </p:nvSpPr>
          <p:spPr>
            <a:xfrm>
              <a:off x="8469909" y="3160875"/>
              <a:ext cx="254145" cy="232156"/>
            </a:xfrm>
            <a:custGeom>
              <a:rect b="b" l="l" r="r" t="t"/>
              <a:pathLst>
                <a:path extrusionOk="0" h="3368" w="3687">
                  <a:moveTo>
                    <a:pt x="1658" y="1"/>
                  </a:moveTo>
                  <a:cubicBezTo>
                    <a:pt x="854" y="1"/>
                    <a:pt x="0" y="270"/>
                    <a:pt x="12" y="420"/>
                  </a:cubicBezTo>
                  <a:cubicBezTo>
                    <a:pt x="31" y="649"/>
                    <a:pt x="2232" y="3367"/>
                    <a:pt x="2232" y="3367"/>
                  </a:cubicBezTo>
                  <a:cubicBezTo>
                    <a:pt x="2385" y="3195"/>
                    <a:pt x="3687" y="1549"/>
                    <a:pt x="2921" y="458"/>
                  </a:cubicBezTo>
                  <a:cubicBezTo>
                    <a:pt x="2694" y="117"/>
                    <a:pt x="2186" y="1"/>
                    <a:pt x="16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2"/>
            <p:cNvSpPr/>
            <p:nvPr/>
          </p:nvSpPr>
          <p:spPr>
            <a:xfrm>
              <a:off x="8379679" y="3280815"/>
              <a:ext cx="154403" cy="154403"/>
            </a:xfrm>
            <a:custGeom>
              <a:rect b="b" l="l" r="r" t="t"/>
              <a:pathLst>
                <a:path extrusionOk="0" h="2240" w="2240">
                  <a:moveTo>
                    <a:pt x="1129" y="0"/>
                  </a:moveTo>
                  <a:cubicBezTo>
                    <a:pt x="498" y="0"/>
                    <a:pt x="0" y="498"/>
                    <a:pt x="0" y="1111"/>
                  </a:cubicBezTo>
                  <a:cubicBezTo>
                    <a:pt x="0" y="1742"/>
                    <a:pt x="498" y="2240"/>
                    <a:pt x="1129" y="2240"/>
                  </a:cubicBezTo>
                  <a:cubicBezTo>
                    <a:pt x="1742" y="2240"/>
                    <a:pt x="2240" y="1742"/>
                    <a:pt x="2240" y="1111"/>
                  </a:cubicBezTo>
                  <a:cubicBezTo>
                    <a:pt x="2240" y="498"/>
                    <a:pt x="1742" y="0"/>
                    <a:pt x="11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2"/>
            <p:cNvSpPr/>
            <p:nvPr/>
          </p:nvSpPr>
          <p:spPr>
            <a:xfrm>
              <a:off x="8367754" y="3271578"/>
              <a:ext cx="187421" cy="171567"/>
            </a:xfrm>
            <a:custGeom>
              <a:rect b="b" l="l" r="r" t="t"/>
              <a:pathLst>
                <a:path extrusionOk="0" h="2489" w="2719">
                  <a:moveTo>
                    <a:pt x="1302" y="268"/>
                  </a:moveTo>
                  <a:cubicBezTo>
                    <a:pt x="1609" y="268"/>
                    <a:pt x="1915" y="422"/>
                    <a:pt x="2145" y="709"/>
                  </a:cubicBezTo>
                  <a:cubicBezTo>
                    <a:pt x="2451" y="1149"/>
                    <a:pt x="2336" y="1780"/>
                    <a:pt x="1877" y="2087"/>
                  </a:cubicBezTo>
                  <a:cubicBezTo>
                    <a:pt x="1704" y="2182"/>
                    <a:pt x="1494" y="2259"/>
                    <a:pt x="1302" y="2259"/>
                  </a:cubicBezTo>
                  <a:cubicBezTo>
                    <a:pt x="996" y="2259"/>
                    <a:pt x="671" y="2087"/>
                    <a:pt x="479" y="1819"/>
                  </a:cubicBezTo>
                  <a:cubicBezTo>
                    <a:pt x="326" y="1608"/>
                    <a:pt x="269" y="1340"/>
                    <a:pt x="326" y="1072"/>
                  </a:cubicBezTo>
                  <a:cubicBezTo>
                    <a:pt x="365" y="823"/>
                    <a:pt x="518" y="575"/>
                    <a:pt x="728" y="441"/>
                  </a:cubicBezTo>
                  <a:cubicBezTo>
                    <a:pt x="900" y="345"/>
                    <a:pt x="1111" y="268"/>
                    <a:pt x="1302" y="268"/>
                  </a:cubicBezTo>
                  <a:close/>
                  <a:moveTo>
                    <a:pt x="1302" y="0"/>
                  </a:moveTo>
                  <a:cubicBezTo>
                    <a:pt x="1054" y="0"/>
                    <a:pt x="824" y="77"/>
                    <a:pt x="613" y="230"/>
                  </a:cubicBezTo>
                  <a:cubicBezTo>
                    <a:pt x="326" y="422"/>
                    <a:pt x="154" y="670"/>
                    <a:pt x="77" y="1015"/>
                  </a:cubicBezTo>
                  <a:cubicBezTo>
                    <a:pt x="1" y="1340"/>
                    <a:pt x="77" y="1685"/>
                    <a:pt x="269" y="1953"/>
                  </a:cubicBezTo>
                  <a:cubicBezTo>
                    <a:pt x="518" y="2297"/>
                    <a:pt x="900" y="2489"/>
                    <a:pt x="1302" y="2489"/>
                  </a:cubicBezTo>
                  <a:cubicBezTo>
                    <a:pt x="1532" y="2489"/>
                    <a:pt x="1781" y="2431"/>
                    <a:pt x="2011" y="2278"/>
                  </a:cubicBezTo>
                  <a:cubicBezTo>
                    <a:pt x="2566" y="1895"/>
                    <a:pt x="2719" y="1130"/>
                    <a:pt x="2336" y="555"/>
                  </a:cubicBezTo>
                  <a:cubicBezTo>
                    <a:pt x="2087" y="192"/>
                    <a:pt x="1704" y="0"/>
                    <a:pt x="13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2"/>
            <p:cNvSpPr/>
            <p:nvPr/>
          </p:nvSpPr>
          <p:spPr>
            <a:xfrm>
              <a:off x="8063012" y="3438321"/>
              <a:ext cx="283716" cy="226435"/>
            </a:xfrm>
            <a:custGeom>
              <a:rect b="b" l="l" r="r" t="t"/>
              <a:pathLst>
                <a:path extrusionOk="0" h="3285" w="4116">
                  <a:moveTo>
                    <a:pt x="2026" y="1"/>
                  </a:moveTo>
                  <a:cubicBezTo>
                    <a:pt x="1772" y="1"/>
                    <a:pt x="1487" y="99"/>
                    <a:pt x="1130" y="299"/>
                  </a:cubicBezTo>
                  <a:cubicBezTo>
                    <a:pt x="0" y="874"/>
                    <a:pt x="192" y="2788"/>
                    <a:pt x="249" y="3075"/>
                  </a:cubicBezTo>
                  <a:cubicBezTo>
                    <a:pt x="265" y="3195"/>
                    <a:pt x="708" y="3284"/>
                    <a:pt x="1267" y="3284"/>
                  </a:cubicBezTo>
                  <a:cubicBezTo>
                    <a:pt x="2048" y="3284"/>
                    <a:pt x="3055" y="3109"/>
                    <a:pt x="3446" y="2596"/>
                  </a:cubicBezTo>
                  <a:cubicBezTo>
                    <a:pt x="4116" y="1697"/>
                    <a:pt x="3522" y="1199"/>
                    <a:pt x="3522" y="1199"/>
                  </a:cubicBezTo>
                  <a:cubicBezTo>
                    <a:pt x="2930" y="414"/>
                    <a:pt x="2546" y="1"/>
                    <a:pt x="20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2"/>
            <p:cNvSpPr/>
            <p:nvPr/>
          </p:nvSpPr>
          <p:spPr>
            <a:xfrm>
              <a:off x="8154069" y="3473338"/>
              <a:ext cx="145167" cy="117112"/>
            </a:xfrm>
            <a:custGeom>
              <a:rect b="b" l="l" r="r" t="t"/>
              <a:pathLst>
                <a:path extrusionOk="0" h="1699" w="2106">
                  <a:moveTo>
                    <a:pt x="1029" y="0"/>
                  </a:moveTo>
                  <a:cubicBezTo>
                    <a:pt x="902" y="0"/>
                    <a:pt x="756" y="45"/>
                    <a:pt x="574" y="136"/>
                  </a:cubicBezTo>
                  <a:cubicBezTo>
                    <a:pt x="0" y="423"/>
                    <a:pt x="96" y="1418"/>
                    <a:pt x="115" y="1571"/>
                  </a:cubicBezTo>
                  <a:cubicBezTo>
                    <a:pt x="123" y="1645"/>
                    <a:pt x="367" y="1698"/>
                    <a:pt x="668" y="1698"/>
                  </a:cubicBezTo>
                  <a:cubicBezTo>
                    <a:pt x="1070" y="1698"/>
                    <a:pt x="1575" y="1604"/>
                    <a:pt x="1761" y="1342"/>
                  </a:cubicBezTo>
                  <a:cubicBezTo>
                    <a:pt x="2106" y="882"/>
                    <a:pt x="1799" y="614"/>
                    <a:pt x="1799" y="614"/>
                  </a:cubicBezTo>
                  <a:cubicBezTo>
                    <a:pt x="1498" y="209"/>
                    <a:pt x="1305" y="0"/>
                    <a:pt x="102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2"/>
            <p:cNvSpPr/>
            <p:nvPr/>
          </p:nvSpPr>
          <p:spPr>
            <a:xfrm>
              <a:off x="8490450" y="3334925"/>
              <a:ext cx="31777" cy="58108"/>
            </a:xfrm>
            <a:custGeom>
              <a:rect b="b" l="l" r="r" t="t"/>
              <a:pathLst>
                <a:path extrusionOk="0" h="843" w="461">
                  <a:moveTo>
                    <a:pt x="1" y="0"/>
                  </a:moveTo>
                  <a:lnTo>
                    <a:pt x="1" y="842"/>
                  </a:lnTo>
                  <a:cubicBezTo>
                    <a:pt x="460" y="402"/>
                    <a:pt x="1" y="0"/>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2"/>
            <p:cNvSpPr/>
            <p:nvPr/>
          </p:nvSpPr>
          <p:spPr>
            <a:xfrm>
              <a:off x="8479904" y="3327412"/>
              <a:ext cx="30467" cy="73548"/>
            </a:xfrm>
            <a:custGeom>
              <a:rect b="b" l="l" r="r" t="t"/>
              <a:pathLst>
                <a:path extrusionOk="0" h="1067" w="442">
                  <a:moveTo>
                    <a:pt x="125" y="1"/>
                  </a:moveTo>
                  <a:cubicBezTo>
                    <a:pt x="88" y="1"/>
                    <a:pt x="50" y="10"/>
                    <a:pt x="39" y="33"/>
                  </a:cubicBezTo>
                  <a:cubicBezTo>
                    <a:pt x="1" y="90"/>
                    <a:pt x="1" y="147"/>
                    <a:pt x="58" y="205"/>
                  </a:cubicBezTo>
                  <a:cubicBezTo>
                    <a:pt x="58" y="205"/>
                    <a:pt x="231" y="339"/>
                    <a:pt x="231" y="530"/>
                  </a:cubicBezTo>
                  <a:cubicBezTo>
                    <a:pt x="231" y="626"/>
                    <a:pt x="173" y="760"/>
                    <a:pt x="58" y="856"/>
                  </a:cubicBezTo>
                  <a:cubicBezTo>
                    <a:pt x="1" y="894"/>
                    <a:pt x="1" y="970"/>
                    <a:pt x="58" y="1009"/>
                  </a:cubicBezTo>
                  <a:cubicBezTo>
                    <a:pt x="77" y="1047"/>
                    <a:pt x="135" y="1066"/>
                    <a:pt x="154" y="1066"/>
                  </a:cubicBezTo>
                  <a:cubicBezTo>
                    <a:pt x="173" y="1066"/>
                    <a:pt x="192" y="1047"/>
                    <a:pt x="192" y="1009"/>
                  </a:cubicBezTo>
                  <a:cubicBezTo>
                    <a:pt x="364" y="875"/>
                    <a:pt x="441" y="703"/>
                    <a:pt x="441" y="511"/>
                  </a:cubicBezTo>
                  <a:cubicBezTo>
                    <a:pt x="441" y="224"/>
                    <a:pt x="192" y="13"/>
                    <a:pt x="192" y="13"/>
                  </a:cubicBezTo>
                  <a:cubicBezTo>
                    <a:pt x="176" y="6"/>
                    <a:pt x="151"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1" name="Google Shape;1311;p32"/>
          <p:cNvGrpSpPr/>
          <p:nvPr/>
        </p:nvGrpSpPr>
        <p:grpSpPr>
          <a:xfrm>
            <a:off x="1087402" y="3822955"/>
            <a:ext cx="773154" cy="349422"/>
            <a:chOff x="6892614" y="3632855"/>
            <a:chExt cx="773154" cy="349422"/>
          </a:xfrm>
        </p:grpSpPr>
        <p:sp>
          <p:nvSpPr>
            <p:cNvPr id="1312" name="Google Shape;1312;p32"/>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2"/>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4" name="Google Shape;1314;p32"/>
          <p:cNvGrpSpPr/>
          <p:nvPr/>
        </p:nvGrpSpPr>
        <p:grpSpPr>
          <a:xfrm>
            <a:off x="575414" y="3387630"/>
            <a:ext cx="773154" cy="349422"/>
            <a:chOff x="6892614" y="3632855"/>
            <a:chExt cx="773154" cy="349422"/>
          </a:xfrm>
        </p:grpSpPr>
        <p:sp>
          <p:nvSpPr>
            <p:cNvPr id="1315" name="Google Shape;1315;p32"/>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2"/>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7" name="Google Shape;1317;p32"/>
          <p:cNvGrpSpPr/>
          <p:nvPr/>
        </p:nvGrpSpPr>
        <p:grpSpPr>
          <a:xfrm>
            <a:off x="6853256" y="2855543"/>
            <a:ext cx="660189" cy="1695789"/>
            <a:chOff x="7985331" y="3006068"/>
            <a:chExt cx="660189" cy="1695789"/>
          </a:xfrm>
        </p:grpSpPr>
        <p:sp>
          <p:nvSpPr>
            <p:cNvPr id="1318" name="Google Shape;1318;p32"/>
            <p:cNvSpPr/>
            <p:nvPr/>
          </p:nvSpPr>
          <p:spPr>
            <a:xfrm>
              <a:off x="8082231" y="4117371"/>
              <a:ext cx="131785" cy="130282"/>
            </a:xfrm>
            <a:custGeom>
              <a:rect b="b" l="l" r="r" t="t"/>
              <a:pathLst>
                <a:path extrusionOk="0" h="1647" w="1666">
                  <a:moveTo>
                    <a:pt x="861" y="249"/>
                  </a:moveTo>
                  <a:cubicBezTo>
                    <a:pt x="995" y="249"/>
                    <a:pt x="1149" y="287"/>
                    <a:pt x="1263" y="441"/>
                  </a:cubicBezTo>
                  <a:cubicBezTo>
                    <a:pt x="1378" y="536"/>
                    <a:pt x="1436" y="670"/>
                    <a:pt x="1436" y="843"/>
                  </a:cubicBezTo>
                  <a:cubicBezTo>
                    <a:pt x="1436" y="1149"/>
                    <a:pt x="1149" y="1417"/>
                    <a:pt x="823" y="1417"/>
                  </a:cubicBezTo>
                  <a:cubicBezTo>
                    <a:pt x="517" y="1417"/>
                    <a:pt x="249" y="1149"/>
                    <a:pt x="249" y="823"/>
                  </a:cubicBezTo>
                  <a:cubicBezTo>
                    <a:pt x="249" y="498"/>
                    <a:pt x="517" y="249"/>
                    <a:pt x="861" y="249"/>
                  </a:cubicBezTo>
                  <a:close/>
                  <a:moveTo>
                    <a:pt x="823" y="0"/>
                  </a:moveTo>
                  <a:cubicBezTo>
                    <a:pt x="383" y="0"/>
                    <a:pt x="0" y="364"/>
                    <a:pt x="0" y="823"/>
                  </a:cubicBezTo>
                  <a:cubicBezTo>
                    <a:pt x="0" y="1264"/>
                    <a:pt x="383" y="1646"/>
                    <a:pt x="823" y="1646"/>
                  </a:cubicBezTo>
                  <a:cubicBezTo>
                    <a:pt x="1283" y="1646"/>
                    <a:pt x="1665" y="1302"/>
                    <a:pt x="1665" y="823"/>
                  </a:cubicBezTo>
                  <a:cubicBezTo>
                    <a:pt x="1665" y="594"/>
                    <a:pt x="1570" y="402"/>
                    <a:pt x="1436" y="249"/>
                  </a:cubicBezTo>
                  <a:cubicBezTo>
                    <a:pt x="1263" y="96"/>
                    <a:pt x="1053" y="0"/>
                    <a:pt x="8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2"/>
            <p:cNvSpPr/>
            <p:nvPr/>
          </p:nvSpPr>
          <p:spPr>
            <a:xfrm>
              <a:off x="8048850" y="4489783"/>
              <a:ext cx="210571" cy="212074"/>
            </a:xfrm>
            <a:custGeom>
              <a:rect b="b" l="l" r="r" t="t"/>
              <a:pathLst>
                <a:path extrusionOk="0" h="2681" w="2662">
                  <a:moveTo>
                    <a:pt x="1417" y="345"/>
                  </a:moveTo>
                  <a:cubicBezTo>
                    <a:pt x="1437" y="441"/>
                    <a:pt x="1494" y="613"/>
                    <a:pt x="1513" y="690"/>
                  </a:cubicBezTo>
                  <a:cubicBezTo>
                    <a:pt x="1590" y="996"/>
                    <a:pt x="1609" y="1035"/>
                    <a:pt x="1628" y="1092"/>
                  </a:cubicBezTo>
                  <a:cubicBezTo>
                    <a:pt x="1685" y="1130"/>
                    <a:pt x="1724" y="1149"/>
                    <a:pt x="1992" y="1245"/>
                  </a:cubicBezTo>
                  <a:cubicBezTo>
                    <a:pt x="2087" y="1283"/>
                    <a:pt x="2240" y="1322"/>
                    <a:pt x="2336" y="1379"/>
                  </a:cubicBezTo>
                  <a:cubicBezTo>
                    <a:pt x="2183" y="1437"/>
                    <a:pt x="1953" y="1532"/>
                    <a:pt x="1724" y="1609"/>
                  </a:cubicBezTo>
                  <a:lnTo>
                    <a:pt x="1666" y="1685"/>
                  </a:lnTo>
                  <a:cubicBezTo>
                    <a:pt x="1571" y="1915"/>
                    <a:pt x="1437" y="2183"/>
                    <a:pt x="1341" y="2355"/>
                  </a:cubicBezTo>
                  <a:cubicBezTo>
                    <a:pt x="1283" y="2183"/>
                    <a:pt x="1207" y="1896"/>
                    <a:pt x="1130" y="1628"/>
                  </a:cubicBezTo>
                  <a:cubicBezTo>
                    <a:pt x="1111" y="1590"/>
                    <a:pt x="1092" y="1532"/>
                    <a:pt x="1035" y="1532"/>
                  </a:cubicBezTo>
                  <a:cubicBezTo>
                    <a:pt x="805" y="1494"/>
                    <a:pt x="518" y="1437"/>
                    <a:pt x="346" y="1398"/>
                  </a:cubicBezTo>
                  <a:cubicBezTo>
                    <a:pt x="518" y="1303"/>
                    <a:pt x="824" y="1149"/>
                    <a:pt x="1092" y="1035"/>
                  </a:cubicBezTo>
                  <a:cubicBezTo>
                    <a:pt x="1111" y="1015"/>
                    <a:pt x="1149" y="977"/>
                    <a:pt x="1149" y="958"/>
                  </a:cubicBezTo>
                  <a:cubicBezTo>
                    <a:pt x="1226" y="747"/>
                    <a:pt x="1341" y="479"/>
                    <a:pt x="1417" y="345"/>
                  </a:cubicBezTo>
                  <a:close/>
                  <a:moveTo>
                    <a:pt x="1437" y="1"/>
                  </a:moveTo>
                  <a:cubicBezTo>
                    <a:pt x="1379" y="1"/>
                    <a:pt x="1245" y="1"/>
                    <a:pt x="939" y="843"/>
                  </a:cubicBezTo>
                  <a:cubicBezTo>
                    <a:pt x="58" y="1207"/>
                    <a:pt x="39" y="1322"/>
                    <a:pt x="1" y="1379"/>
                  </a:cubicBezTo>
                  <a:cubicBezTo>
                    <a:pt x="1" y="1398"/>
                    <a:pt x="1" y="1475"/>
                    <a:pt x="39" y="1494"/>
                  </a:cubicBezTo>
                  <a:cubicBezTo>
                    <a:pt x="58" y="1513"/>
                    <a:pt x="135" y="1609"/>
                    <a:pt x="920" y="1762"/>
                  </a:cubicBezTo>
                  <a:cubicBezTo>
                    <a:pt x="1149" y="2681"/>
                    <a:pt x="1226" y="2681"/>
                    <a:pt x="1322" y="2681"/>
                  </a:cubicBezTo>
                  <a:cubicBezTo>
                    <a:pt x="1398" y="2681"/>
                    <a:pt x="1494" y="2681"/>
                    <a:pt x="1858" y="1819"/>
                  </a:cubicBezTo>
                  <a:cubicBezTo>
                    <a:pt x="2068" y="1762"/>
                    <a:pt x="2528" y="1590"/>
                    <a:pt x="2623" y="1494"/>
                  </a:cubicBezTo>
                  <a:cubicBezTo>
                    <a:pt x="2642" y="1475"/>
                    <a:pt x="2662" y="1417"/>
                    <a:pt x="2662" y="1379"/>
                  </a:cubicBezTo>
                  <a:cubicBezTo>
                    <a:pt x="2642" y="1245"/>
                    <a:pt x="2528" y="1207"/>
                    <a:pt x="2068" y="1035"/>
                  </a:cubicBezTo>
                  <a:cubicBezTo>
                    <a:pt x="1972" y="996"/>
                    <a:pt x="1877" y="958"/>
                    <a:pt x="1819" y="939"/>
                  </a:cubicBezTo>
                  <a:cubicBezTo>
                    <a:pt x="1800" y="862"/>
                    <a:pt x="1781" y="747"/>
                    <a:pt x="1762" y="652"/>
                  </a:cubicBezTo>
                  <a:cubicBezTo>
                    <a:pt x="1685" y="345"/>
                    <a:pt x="1609" y="135"/>
                    <a:pt x="1571" y="58"/>
                  </a:cubicBezTo>
                  <a:cubicBezTo>
                    <a:pt x="1532" y="39"/>
                    <a:pt x="1494" y="1"/>
                    <a:pt x="14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2"/>
            <p:cNvSpPr/>
            <p:nvPr/>
          </p:nvSpPr>
          <p:spPr>
            <a:xfrm>
              <a:off x="7985331" y="3006068"/>
              <a:ext cx="660189" cy="585991"/>
            </a:xfrm>
            <a:custGeom>
              <a:rect b="b" l="l" r="r" t="t"/>
              <a:pathLst>
                <a:path extrusionOk="0" h="7408" w="8346">
                  <a:moveTo>
                    <a:pt x="2431" y="0"/>
                  </a:moveTo>
                  <a:cubicBezTo>
                    <a:pt x="1455" y="0"/>
                    <a:pt x="593" y="287"/>
                    <a:pt x="555" y="287"/>
                  </a:cubicBezTo>
                  <a:cubicBezTo>
                    <a:pt x="268" y="383"/>
                    <a:pt x="77" y="651"/>
                    <a:pt x="38" y="938"/>
                  </a:cubicBezTo>
                  <a:lnTo>
                    <a:pt x="38" y="1359"/>
                  </a:lnTo>
                  <a:cubicBezTo>
                    <a:pt x="19" y="1474"/>
                    <a:pt x="0" y="1570"/>
                    <a:pt x="0" y="1665"/>
                  </a:cubicBezTo>
                  <a:cubicBezTo>
                    <a:pt x="0" y="1819"/>
                    <a:pt x="19" y="1991"/>
                    <a:pt x="115" y="2163"/>
                  </a:cubicBezTo>
                  <a:cubicBezTo>
                    <a:pt x="268" y="3063"/>
                    <a:pt x="613" y="3828"/>
                    <a:pt x="1129" y="4403"/>
                  </a:cubicBezTo>
                  <a:cubicBezTo>
                    <a:pt x="1627" y="4977"/>
                    <a:pt x="2412" y="5302"/>
                    <a:pt x="3388" y="5302"/>
                  </a:cubicBezTo>
                  <a:cubicBezTo>
                    <a:pt x="3637" y="5302"/>
                    <a:pt x="3847" y="5264"/>
                    <a:pt x="4058" y="5245"/>
                  </a:cubicBezTo>
                  <a:cubicBezTo>
                    <a:pt x="4058" y="5991"/>
                    <a:pt x="4307" y="6776"/>
                    <a:pt x="5053" y="7274"/>
                  </a:cubicBezTo>
                  <a:cubicBezTo>
                    <a:pt x="5168" y="7350"/>
                    <a:pt x="5302" y="7408"/>
                    <a:pt x="5455" y="7408"/>
                  </a:cubicBezTo>
                  <a:cubicBezTo>
                    <a:pt x="5493" y="7408"/>
                    <a:pt x="5570" y="7408"/>
                    <a:pt x="5647" y="7350"/>
                  </a:cubicBezTo>
                  <a:cubicBezTo>
                    <a:pt x="5838" y="7293"/>
                    <a:pt x="6010" y="7159"/>
                    <a:pt x="6106" y="6987"/>
                  </a:cubicBezTo>
                  <a:cubicBezTo>
                    <a:pt x="6240" y="6757"/>
                    <a:pt x="6699" y="5819"/>
                    <a:pt x="6642" y="4958"/>
                  </a:cubicBezTo>
                  <a:cubicBezTo>
                    <a:pt x="7082" y="4785"/>
                    <a:pt x="7637" y="4422"/>
                    <a:pt x="8173" y="3733"/>
                  </a:cubicBezTo>
                  <a:cubicBezTo>
                    <a:pt x="8307" y="3599"/>
                    <a:pt x="8345" y="3445"/>
                    <a:pt x="8345" y="3273"/>
                  </a:cubicBezTo>
                  <a:cubicBezTo>
                    <a:pt x="8345" y="2642"/>
                    <a:pt x="7465" y="2316"/>
                    <a:pt x="6891" y="2316"/>
                  </a:cubicBezTo>
                  <a:cubicBezTo>
                    <a:pt x="6527" y="2316"/>
                    <a:pt x="6163" y="2393"/>
                    <a:pt x="5819" y="2565"/>
                  </a:cubicBezTo>
                  <a:cubicBezTo>
                    <a:pt x="5647" y="2106"/>
                    <a:pt x="5379" y="1531"/>
                    <a:pt x="4881" y="957"/>
                  </a:cubicBezTo>
                  <a:cubicBezTo>
                    <a:pt x="4345" y="345"/>
                    <a:pt x="3522" y="0"/>
                    <a:pt x="2431" y="0"/>
                  </a:cubicBezTo>
                  <a:close/>
                </a:path>
              </a:pathLst>
            </a:custGeom>
            <a:solidFill>
              <a:schemeClr val="lt1"/>
            </a:solidFill>
            <a:ln>
              <a:noFill/>
            </a:ln>
            <a:effectLst>
              <a:outerShdw blurRad="71438" rotWithShape="0" algn="bl" dir="504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2"/>
            <p:cNvSpPr/>
            <p:nvPr/>
          </p:nvSpPr>
          <p:spPr>
            <a:xfrm>
              <a:off x="8041335" y="3063971"/>
              <a:ext cx="545095" cy="470581"/>
            </a:xfrm>
            <a:custGeom>
              <a:rect b="b" l="l" r="r" t="t"/>
              <a:pathLst>
                <a:path extrusionOk="0" h="5949" w="6891">
                  <a:moveTo>
                    <a:pt x="1740" y="0"/>
                  </a:moveTo>
                  <a:cubicBezTo>
                    <a:pt x="854" y="0"/>
                    <a:pt x="58" y="263"/>
                    <a:pt x="58" y="263"/>
                  </a:cubicBezTo>
                  <a:cubicBezTo>
                    <a:pt x="58" y="263"/>
                    <a:pt x="39" y="474"/>
                    <a:pt x="58" y="838"/>
                  </a:cubicBezTo>
                  <a:cubicBezTo>
                    <a:pt x="0" y="857"/>
                    <a:pt x="0" y="876"/>
                    <a:pt x="0" y="933"/>
                  </a:cubicBezTo>
                  <a:cubicBezTo>
                    <a:pt x="0" y="991"/>
                    <a:pt x="39" y="1067"/>
                    <a:pt x="96" y="1163"/>
                  </a:cubicBezTo>
                  <a:cubicBezTo>
                    <a:pt x="192" y="1756"/>
                    <a:pt x="421" y="2580"/>
                    <a:pt x="957" y="3192"/>
                  </a:cubicBezTo>
                  <a:cubicBezTo>
                    <a:pt x="1411" y="3704"/>
                    <a:pt x="2093" y="3848"/>
                    <a:pt x="2716" y="3848"/>
                  </a:cubicBezTo>
                  <a:cubicBezTo>
                    <a:pt x="3512" y="3848"/>
                    <a:pt x="4211" y="3613"/>
                    <a:pt x="4211" y="3613"/>
                  </a:cubicBezTo>
                  <a:lnTo>
                    <a:pt x="4211" y="3613"/>
                  </a:lnTo>
                  <a:cubicBezTo>
                    <a:pt x="4211" y="3613"/>
                    <a:pt x="3694" y="5259"/>
                    <a:pt x="4747" y="5948"/>
                  </a:cubicBezTo>
                  <a:cubicBezTo>
                    <a:pt x="4747" y="5948"/>
                    <a:pt x="5608" y="4321"/>
                    <a:pt x="4977" y="3709"/>
                  </a:cubicBezTo>
                  <a:lnTo>
                    <a:pt x="4977" y="3709"/>
                  </a:lnTo>
                  <a:cubicBezTo>
                    <a:pt x="4977" y="3709"/>
                    <a:pt x="5010" y="3714"/>
                    <a:pt x="5072" y="3714"/>
                  </a:cubicBezTo>
                  <a:cubicBezTo>
                    <a:pt x="5328" y="3714"/>
                    <a:pt x="6072" y="3615"/>
                    <a:pt x="6891" y="2580"/>
                  </a:cubicBezTo>
                  <a:cubicBezTo>
                    <a:pt x="6891" y="2559"/>
                    <a:pt x="6645" y="2326"/>
                    <a:pt x="6174" y="2326"/>
                  </a:cubicBezTo>
                  <a:cubicBezTo>
                    <a:pt x="5785" y="2326"/>
                    <a:pt x="5241" y="2486"/>
                    <a:pt x="4556" y="3058"/>
                  </a:cubicBezTo>
                  <a:cubicBezTo>
                    <a:pt x="4556" y="3058"/>
                    <a:pt x="4690" y="1967"/>
                    <a:pt x="3618" y="704"/>
                  </a:cubicBezTo>
                  <a:cubicBezTo>
                    <a:pt x="3152" y="155"/>
                    <a:pt x="2420" y="0"/>
                    <a:pt x="17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2"/>
            <p:cNvSpPr/>
            <p:nvPr/>
          </p:nvSpPr>
          <p:spPr>
            <a:xfrm>
              <a:off x="8288134" y="3898734"/>
              <a:ext cx="36387" cy="52129"/>
            </a:xfrm>
            <a:custGeom>
              <a:rect b="b" l="l" r="r" t="t"/>
              <a:pathLst>
                <a:path extrusionOk="0" h="659" w="460">
                  <a:moveTo>
                    <a:pt x="326" y="1"/>
                  </a:moveTo>
                  <a:cubicBezTo>
                    <a:pt x="272" y="1"/>
                    <a:pt x="225" y="22"/>
                    <a:pt x="211" y="66"/>
                  </a:cubicBezTo>
                  <a:cubicBezTo>
                    <a:pt x="134" y="200"/>
                    <a:pt x="77" y="353"/>
                    <a:pt x="19" y="506"/>
                  </a:cubicBezTo>
                  <a:cubicBezTo>
                    <a:pt x="0" y="563"/>
                    <a:pt x="19" y="640"/>
                    <a:pt x="96" y="659"/>
                  </a:cubicBezTo>
                  <a:cubicBezTo>
                    <a:pt x="153" y="659"/>
                    <a:pt x="211" y="601"/>
                    <a:pt x="268" y="601"/>
                  </a:cubicBezTo>
                  <a:cubicBezTo>
                    <a:pt x="306" y="468"/>
                    <a:pt x="364" y="314"/>
                    <a:pt x="421" y="180"/>
                  </a:cubicBezTo>
                  <a:cubicBezTo>
                    <a:pt x="460" y="104"/>
                    <a:pt x="421" y="27"/>
                    <a:pt x="383" y="8"/>
                  </a:cubicBezTo>
                  <a:cubicBezTo>
                    <a:pt x="364" y="3"/>
                    <a:pt x="345" y="1"/>
                    <a:pt x="3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2"/>
            <p:cNvSpPr/>
            <p:nvPr/>
          </p:nvSpPr>
          <p:spPr>
            <a:xfrm>
              <a:off x="8312339" y="4111597"/>
              <a:ext cx="45484" cy="49755"/>
            </a:xfrm>
            <a:custGeom>
              <a:rect b="b" l="l" r="r" t="t"/>
              <a:pathLst>
                <a:path extrusionOk="0" h="629" w="575">
                  <a:moveTo>
                    <a:pt x="140" y="0"/>
                  </a:moveTo>
                  <a:cubicBezTo>
                    <a:pt x="116" y="0"/>
                    <a:pt x="93" y="11"/>
                    <a:pt x="77" y="35"/>
                  </a:cubicBezTo>
                  <a:cubicBezTo>
                    <a:pt x="20" y="73"/>
                    <a:pt x="0" y="150"/>
                    <a:pt x="58" y="188"/>
                  </a:cubicBezTo>
                  <a:cubicBezTo>
                    <a:pt x="154" y="341"/>
                    <a:pt x="249" y="456"/>
                    <a:pt x="364" y="571"/>
                  </a:cubicBezTo>
                  <a:cubicBezTo>
                    <a:pt x="383" y="628"/>
                    <a:pt x="422" y="628"/>
                    <a:pt x="460" y="628"/>
                  </a:cubicBezTo>
                  <a:cubicBezTo>
                    <a:pt x="479" y="628"/>
                    <a:pt x="517" y="628"/>
                    <a:pt x="517" y="571"/>
                  </a:cubicBezTo>
                  <a:cubicBezTo>
                    <a:pt x="575" y="533"/>
                    <a:pt x="575" y="456"/>
                    <a:pt x="517" y="418"/>
                  </a:cubicBezTo>
                  <a:cubicBezTo>
                    <a:pt x="402" y="284"/>
                    <a:pt x="307" y="169"/>
                    <a:pt x="230" y="54"/>
                  </a:cubicBezTo>
                  <a:cubicBezTo>
                    <a:pt x="208" y="21"/>
                    <a:pt x="173"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2"/>
            <p:cNvSpPr/>
            <p:nvPr/>
          </p:nvSpPr>
          <p:spPr>
            <a:xfrm>
              <a:off x="8344138" y="4468584"/>
              <a:ext cx="27290" cy="57666"/>
            </a:xfrm>
            <a:custGeom>
              <a:rect b="b" l="l" r="r" t="t"/>
              <a:pathLst>
                <a:path extrusionOk="0" h="729" w="345">
                  <a:moveTo>
                    <a:pt x="134" y="1"/>
                  </a:moveTo>
                  <a:cubicBezTo>
                    <a:pt x="58" y="1"/>
                    <a:pt x="0" y="58"/>
                    <a:pt x="0" y="135"/>
                  </a:cubicBezTo>
                  <a:cubicBezTo>
                    <a:pt x="39" y="192"/>
                    <a:pt x="39" y="250"/>
                    <a:pt x="39" y="326"/>
                  </a:cubicBezTo>
                  <a:cubicBezTo>
                    <a:pt x="39" y="441"/>
                    <a:pt x="58" y="537"/>
                    <a:pt x="77" y="633"/>
                  </a:cubicBezTo>
                  <a:cubicBezTo>
                    <a:pt x="96" y="690"/>
                    <a:pt x="154" y="728"/>
                    <a:pt x="192" y="728"/>
                  </a:cubicBezTo>
                  <a:lnTo>
                    <a:pt x="230" y="728"/>
                  </a:lnTo>
                  <a:cubicBezTo>
                    <a:pt x="288" y="709"/>
                    <a:pt x="345" y="652"/>
                    <a:pt x="326" y="575"/>
                  </a:cubicBezTo>
                  <a:cubicBezTo>
                    <a:pt x="288" y="480"/>
                    <a:pt x="268" y="403"/>
                    <a:pt x="268" y="288"/>
                  </a:cubicBezTo>
                  <a:cubicBezTo>
                    <a:pt x="249" y="250"/>
                    <a:pt x="249" y="173"/>
                    <a:pt x="249" y="135"/>
                  </a:cubicBezTo>
                  <a:cubicBezTo>
                    <a:pt x="249" y="58"/>
                    <a:pt x="192" y="1"/>
                    <a:pt x="1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2"/>
            <p:cNvSpPr/>
            <p:nvPr/>
          </p:nvSpPr>
          <p:spPr>
            <a:xfrm>
              <a:off x="8280540" y="3967157"/>
              <a:ext cx="21279" cy="57903"/>
            </a:xfrm>
            <a:custGeom>
              <a:rect b="b" l="l" r="r" t="t"/>
              <a:pathLst>
                <a:path extrusionOk="0" h="732" w="269">
                  <a:moveTo>
                    <a:pt x="117" y="1"/>
                  </a:moveTo>
                  <a:cubicBezTo>
                    <a:pt x="77" y="1"/>
                    <a:pt x="20" y="50"/>
                    <a:pt x="20" y="100"/>
                  </a:cubicBezTo>
                  <a:cubicBezTo>
                    <a:pt x="1" y="196"/>
                    <a:pt x="1" y="292"/>
                    <a:pt x="1" y="387"/>
                  </a:cubicBezTo>
                  <a:lnTo>
                    <a:pt x="1" y="617"/>
                  </a:lnTo>
                  <a:cubicBezTo>
                    <a:pt x="1" y="674"/>
                    <a:pt x="39" y="732"/>
                    <a:pt x="115" y="732"/>
                  </a:cubicBezTo>
                  <a:cubicBezTo>
                    <a:pt x="192" y="732"/>
                    <a:pt x="230" y="674"/>
                    <a:pt x="211" y="579"/>
                  </a:cubicBezTo>
                  <a:lnTo>
                    <a:pt x="211" y="387"/>
                  </a:lnTo>
                  <a:cubicBezTo>
                    <a:pt x="211" y="292"/>
                    <a:pt x="230" y="234"/>
                    <a:pt x="230" y="138"/>
                  </a:cubicBezTo>
                  <a:cubicBezTo>
                    <a:pt x="268" y="81"/>
                    <a:pt x="211" y="4"/>
                    <a:pt x="134" y="4"/>
                  </a:cubicBezTo>
                  <a:cubicBezTo>
                    <a:pt x="129" y="2"/>
                    <a:pt x="124" y="1"/>
                    <a:pt x="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2"/>
            <p:cNvSpPr/>
            <p:nvPr/>
          </p:nvSpPr>
          <p:spPr>
            <a:xfrm>
              <a:off x="8268437" y="3722178"/>
              <a:ext cx="21279" cy="56084"/>
            </a:xfrm>
            <a:custGeom>
              <a:rect b="b" l="l" r="r" t="t"/>
              <a:pathLst>
                <a:path extrusionOk="0" h="709" w="269">
                  <a:moveTo>
                    <a:pt x="134" y="1"/>
                  </a:moveTo>
                  <a:cubicBezTo>
                    <a:pt x="77" y="1"/>
                    <a:pt x="0" y="39"/>
                    <a:pt x="0" y="116"/>
                  </a:cubicBezTo>
                  <a:lnTo>
                    <a:pt x="0" y="269"/>
                  </a:lnTo>
                  <a:cubicBezTo>
                    <a:pt x="0" y="383"/>
                    <a:pt x="0" y="498"/>
                    <a:pt x="39" y="613"/>
                  </a:cubicBezTo>
                  <a:cubicBezTo>
                    <a:pt x="58" y="671"/>
                    <a:pt x="96" y="709"/>
                    <a:pt x="154" y="709"/>
                  </a:cubicBezTo>
                  <a:cubicBezTo>
                    <a:pt x="249" y="709"/>
                    <a:pt x="268" y="651"/>
                    <a:pt x="268" y="575"/>
                  </a:cubicBezTo>
                  <a:cubicBezTo>
                    <a:pt x="249" y="479"/>
                    <a:pt x="249" y="364"/>
                    <a:pt x="249" y="269"/>
                  </a:cubicBezTo>
                  <a:lnTo>
                    <a:pt x="249" y="116"/>
                  </a:lnTo>
                  <a:cubicBezTo>
                    <a:pt x="249" y="77"/>
                    <a:pt x="192" y="1"/>
                    <a:pt x="1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2"/>
            <p:cNvSpPr/>
            <p:nvPr/>
          </p:nvSpPr>
          <p:spPr>
            <a:xfrm>
              <a:off x="8283546" y="4042857"/>
              <a:ext cx="34963" cy="57903"/>
            </a:xfrm>
            <a:custGeom>
              <a:rect b="b" l="l" r="r" t="t"/>
              <a:pathLst>
                <a:path extrusionOk="0" h="732" w="442">
                  <a:moveTo>
                    <a:pt x="158" y="1"/>
                  </a:moveTo>
                  <a:cubicBezTo>
                    <a:pt x="150" y="1"/>
                    <a:pt x="142" y="2"/>
                    <a:pt x="135" y="4"/>
                  </a:cubicBezTo>
                  <a:cubicBezTo>
                    <a:pt x="58" y="43"/>
                    <a:pt x="1" y="81"/>
                    <a:pt x="39" y="158"/>
                  </a:cubicBezTo>
                  <a:cubicBezTo>
                    <a:pt x="39" y="215"/>
                    <a:pt x="58" y="272"/>
                    <a:pt x="77" y="349"/>
                  </a:cubicBezTo>
                  <a:cubicBezTo>
                    <a:pt x="96" y="445"/>
                    <a:pt x="135" y="540"/>
                    <a:pt x="173" y="636"/>
                  </a:cubicBezTo>
                  <a:cubicBezTo>
                    <a:pt x="192" y="674"/>
                    <a:pt x="250" y="694"/>
                    <a:pt x="288" y="694"/>
                  </a:cubicBezTo>
                  <a:cubicBezTo>
                    <a:pt x="326" y="713"/>
                    <a:pt x="345" y="713"/>
                    <a:pt x="345" y="732"/>
                  </a:cubicBezTo>
                  <a:cubicBezTo>
                    <a:pt x="422" y="674"/>
                    <a:pt x="441" y="636"/>
                    <a:pt x="422" y="560"/>
                  </a:cubicBezTo>
                  <a:cubicBezTo>
                    <a:pt x="364" y="464"/>
                    <a:pt x="345" y="387"/>
                    <a:pt x="326" y="292"/>
                  </a:cubicBezTo>
                  <a:cubicBezTo>
                    <a:pt x="288" y="215"/>
                    <a:pt x="288" y="158"/>
                    <a:pt x="269" y="100"/>
                  </a:cubicBezTo>
                  <a:cubicBezTo>
                    <a:pt x="252" y="50"/>
                    <a:pt x="207" y="1"/>
                    <a:pt x="1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2"/>
            <p:cNvSpPr/>
            <p:nvPr/>
          </p:nvSpPr>
          <p:spPr>
            <a:xfrm>
              <a:off x="8321436" y="3838379"/>
              <a:ext cx="68186" cy="48885"/>
            </a:xfrm>
            <a:custGeom>
              <a:rect b="b" l="l" r="r" t="t"/>
              <a:pathLst>
                <a:path extrusionOk="0" h="618" w="862">
                  <a:moveTo>
                    <a:pt x="498" y="1"/>
                  </a:moveTo>
                  <a:cubicBezTo>
                    <a:pt x="469" y="1"/>
                    <a:pt x="441" y="15"/>
                    <a:pt x="421" y="44"/>
                  </a:cubicBezTo>
                  <a:cubicBezTo>
                    <a:pt x="345" y="82"/>
                    <a:pt x="287" y="139"/>
                    <a:pt x="249" y="178"/>
                  </a:cubicBezTo>
                  <a:cubicBezTo>
                    <a:pt x="211" y="178"/>
                    <a:pt x="192" y="197"/>
                    <a:pt x="173" y="235"/>
                  </a:cubicBezTo>
                  <a:cubicBezTo>
                    <a:pt x="153" y="254"/>
                    <a:pt x="153" y="254"/>
                    <a:pt x="153" y="273"/>
                  </a:cubicBezTo>
                  <a:cubicBezTo>
                    <a:pt x="134" y="331"/>
                    <a:pt x="77" y="350"/>
                    <a:pt x="58" y="388"/>
                  </a:cubicBezTo>
                  <a:cubicBezTo>
                    <a:pt x="0" y="446"/>
                    <a:pt x="39" y="522"/>
                    <a:pt x="77" y="561"/>
                  </a:cubicBezTo>
                  <a:cubicBezTo>
                    <a:pt x="98" y="582"/>
                    <a:pt x="119" y="590"/>
                    <a:pt x="140" y="590"/>
                  </a:cubicBezTo>
                  <a:cubicBezTo>
                    <a:pt x="176" y="590"/>
                    <a:pt x="213" y="566"/>
                    <a:pt x="249" y="541"/>
                  </a:cubicBezTo>
                  <a:lnTo>
                    <a:pt x="326" y="465"/>
                  </a:lnTo>
                  <a:lnTo>
                    <a:pt x="670" y="618"/>
                  </a:lnTo>
                  <a:lnTo>
                    <a:pt x="709" y="618"/>
                  </a:lnTo>
                  <a:cubicBezTo>
                    <a:pt x="747" y="618"/>
                    <a:pt x="804" y="580"/>
                    <a:pt x="842" y="522"/>
                  </a:cubicBezTo>
                  <a:cubicBezTo>
                    <a:pt x="862" y="465"/>
                    <a:pt x="842" y="388"/>
                    <a:pt x="766" y="369"/>
                  </a:cubicBezTo>
                  <a:cubicBezTo>
                    <a:pt x="670" y="350"/>
                    <a:pt x="575" y="331"/>
                    <a:pt x="517" y="273"/>
                  </a:cubicBezTo>
                  <a:lnTo>
                    <a:pt x="575" y="197"/>
                  </a:lnTo>
                  <a:cubicBezTo>
                    <a:pt x="632" y="159"/>
                    <a:pt x="632" y="82"/>
                    <a:pt x="575" y="44"/>
                  </a:cubicBezTo>
                  <a:cubicBezTo>
                    <a:pt x="555" y="15"/>
                    <a:pt x="527" y="1"/>
                    <a:pt x="4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2"/>
            <p:cNvSpPr/>
            <p:nvPr/>
          </p:nvSpPr>
          <p:spPr>
            <a:xfrm>
              <a:off x="8282043" y="3794319"/>
              <a:ext cx="42478" cy="52129"/>
            </a:xfrm>
            <a:custGeom>
              <a:rect b="b" l="l" r="r" t="t"/>
              <a:pathLst>
                <a:path extrusionOk="0" h="659" w="537">
                  <a:moveTo>
                    <a:pt x="112" y="0"/>
                  </a:moveTo>
                  <a:cubicBezTo>
                    <a:pt x="99" y="0"/>
                    <a:pt x="87" y="3"/>
                    <a:pt x="77" y="7"/>
                  </a:cubicBezTo>
                  <a:cubicBezTo>
                    <a:pt x="20" y="65"/>
                    <a:pt x="1" y="141"/>
                    <a:pt x="20" y="180"/>
                  </a:cubicBezTo>
                  <a:cubicBezTo>
                    <a:pt x="96" y="314"/>
                    <a:pt x="173" y="429"/>
                    <a:pt x="269" y="543"/>
                  </a:cubicBezTo>
                  <a:cubicBezTo>
                    <a:pt x="269" y="563"/>
                    <a:pt x="288" y="601"/>
                    <a:pt x="307" y="620"/>
                  </a:cubicBezTo>
                  <a:cubicBezTo>
                    <a:pt x="345" y="639"/>
                    <a:pt x="383" y="658"/>
                    <a:pt x="403" y="658"/>
                  </a:cubicBezTo>
                  <a:cubicBezTo>
                    <a:pt x="441" y="658"/>
                    <a:pt x="460" y="639"/>
                    <a:pt x="479" y="601"/>
                  </a:cubicBezTo>
                  <a:cubicBezTo>
                    <a:pt x="537" y="543"/>
                    <a:pt x="537" y="467"/>
                    <a:pt x="479" y="429"/>
                  </a:cubicBezTo>
                  <a:cubicBezTo>
                    <a:pt x="460" y="429"/>
                    <a:pt x="460" y="390"/>
                    <a:pt x="441" y="371"/>
                  </a:cubicBezTo>
                  <a:cubicBezTo>
                    <a:pt x="364" y="275"/>
                    <a:pt x="288" y="161"/>
                    <a:pt x="249" y="65"/>
                  </a:cubicBezTo>
                  <a:cubicBezTo>
                    <a:pt x="206" y="22"/>
                    <a:pt x="153" y="0"/>
                    <a:pt x="1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2"/>
            <p:cNvSpPr/>
            <p:nvPr/>
          </p:nvSpPr>
          <p:spPr>
            <a:xfrm>
              <a:off x="8274449" y="3651777"/>
              <a:ext cx="36466" cy="53869"/>
            </a:xfrm>
            <a:custGeom>
              <a:rect b="b" l="l" r="r" t="t"/>
              <a:pathLst>
                <a:path extrusionOk="0" h="681" w="461">
                  <a:moveTo>
                    <a:pt x="287" y="1"/>
                  </a:moveTo>
                  <a:cubicBezTo>
                    <a:pt x="242" y="1"/>
                    <a:pt x="205" y="30"/>
                    <a:pt x="192" y="68"/>
                  </a:cubicBezTo>
                  <a:cubicBezTo>
                    <a:pt x="116" y="221"/>
                    <a:pt x="78" y="374"/>
                    <a:pt x="20" y="527"/>
                  </a:cubicBezTo>
                  <a:cubicBezTo>
                    <a:pt x="1" y="584"/>
                    <a:pt x="20" y="642"/>
                    <a:pt x="97" y="680"/>
                  </a:cubicBezTo>
                  <a:lnTo>
                    <a:pt x="116" y="680"/>
                  </a:lnTo>
                  <a:cubicBezTo>
                    <a:pt x="192" y="680"/>
                    <a:pt x="250" y="623"/>
                    <a:pt x="250" y="623"/>
                  </a:cubicBezTo>
                  <a:cubicBezTo>
                    <a:pt x="288" y="470"/>
                    <a:pt x="326" y="336"/>
                    <a:pt x="403" y="202"/>
                  </a:cubicBezTo>
                  <a:cubicBezTo>
                    <a:pt x="460" y="125"/>
                    <a:pt x="441" y="49"/>
                    <a:pt x="365" y="29"/>
                  </a:cubicBezTo>
                  <a:cubicBezTo>
                    <a:pt x="338" y="9"/>
                    <a:pt x="311" y="1"/>
                    <a:pt x="2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2"/>
            <p:cNvSpPr/>
            <p:nvPr/>
          </p:nvSpPr>
          <p:spPr>
            <a:xfrm>
              <a:off x="8304745" y="3584936"/>
              <a:ext cx="42478" cy="49518"/>
            </a:xfrm>
            <a:custGeom>
              <a:rect b="b" l="l" r="r" t="t"/>
              <a:pathLst>
                <a:path extrusionOk="0" h="626" w="537">
                  <a:moveTo>
                    <a:pt x="416" y="0"/>
                  </a:moveTo>
                  <a:cubicBezTo>
                    <a:pt x="381" y="0"/>
                    <a:pt x="341" y="10"/>
                    <a:pt x="307" y="32"/>
                  </a:cubicBezTo>
                  <a:cubicBezTo>
                    <a:pt x="307" y="32"/>
                    <a:pt x="173" y="204"/>
                    <a:pt x="20" y="434"/>
                  </a:cubicBezTo>
                  <a:cubicBezTo>
                    <a:pt x="1" y="492"/>
                    <a:pt x="20" y="587"/>
                    <a:pt x="77" y="606"/>
                  </a:cubicBezTo>
                  <a:cubicBezTo>
                    <a:pt x="96" y="626"/>
                    <a:pt x="116" y="626"/>
                    <a:pt x="154" y="626"/>
                  </a:cubicBezTo>
                  <a:cubicBezTo>
                    <a:pt x="173" y="626"/>
                    <a:pt x="211" y="626"/>
                    <a:pt x="250" y="568"/>
                  </a:cubicBezTo>
                  <a:cubicBezTo>
                    <a:pt x="384" y="319"/>
                    <a:pt x="498" y="185"/>
                    <a:pt x="498" y="185"/>
                  </a:cubicBezTo>
                  <a:cubicBezTo>
                    <a:pt x="537" y="128"/>
                    <a:pt x="537" y="51"/>
                    <a:pt x="479" y="13"/>
                  </a:cubicBezTo>
                  <a:cubicBezTo>
                    <a:pt x="463" y="5"/>
                    <a:pt x="441" y="0"/>
                    <a:pt x="4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2"/>
            <p:cNvSpPr/>
            <p:nvPr/>
          </p:nvSpPr>
          <p:spPr>
            <a:xfrm>
              <a:off x="8347144" y="4392883"/>
              <a:ext cx="24284" cy="57666"/>
            </a:xfrm>
            <a:custGeom>
              <a:rect b="b" l="l" r="r" t="t"/>
              <a:pathLst>
                <a:path extrusionOk="0" h="729" w="307">
                  <a:moveTo>
                    <a:pt x="211" y="1"/>
                  </a:moveTo>
                  <a:cubicBezTo>
                    <a:pt x="135" y="1"/>
                    <a:pt x="96" y="39"/>
                    <a:pt x="58" y="97"/>
                  </a:cubicBezTo>
                  <a:cubicBezTo>
                    <a:pt x="39" y="269"/>
                    <a:pt x="20" y="422"/>
                    <a:pt x="1" y="575"/>
                  </a:cubicBezTo>
                  <a:cubicBezTo>
                    <a:pt x="1" y="652"/>
                    <a:pt x="39" y="728"/>
                    <a:pt x="116" y="728"/>
                  </a:cubicBezTo>
                  <a:cubicBezTo>
                    <a:pt x="192" y="728"/>
                    <a:pt x="230" y="709"/>
                    <a:pt x="230" y="613"/>
                  </a:cubicBezTo>
                  <a:cubicBezTo>
                    <a:pt x="230" y="460"/>
                    <a:pt x="288" y="326"/>
                    <a:pt x="307" y="154"/>
                  </a:cubicBezTo>
                  <a:cubicBezTo>
                    <a:pt x="307" y="78"/>
                    <a:pt x="288" y="39"/>
                    <a:pt x="2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2"/>
            <p:cNvSpPr/>
            <p:nvPr/>
          </p:nvSpPr>
          <p:spPr>
            <a:xfrm>
              <a:off x="8082231" y="4117371"/>
              <a:ext cx="131785" cy="130282"/>
            </a:xfrm>
            <a:custGeom>
              <a:rect b="b" l="l" r="r" t="t"/>
              <a:pathLst>
                <a:path extrusionOk="0" h="1647" w="1666">
                  <a:moveTo>
                    <a:pt x="861" y="249"/>
                  </a:moveTo>
                  <a:cubicBezTo>
                    <a:pt x="995" y="249"/>
                    <a:pt x="1149" y="287"/>
                    <a:pt x="1263" y="441"/>
                  </a:cubicBezTo>
                  <a:cubicBezTo>
                    <a:pt x="1378" y="536"/>
                    <a:pt x="1436" y="670"/>
                    <a:pt x="1436" y="843"/>
                  </a:cubicBezTo>
                  <a:cubicBezTo>
                    <a:pt x="1436" y="1149"/>
                    <a:pt x="1149" y="1417"/>
                    <a:pt x="823" y="1417"/>
                  </a:cubicBezTo>
                  <a:cubicBezTo>
                    <a:pt x="517" y="1417"/>
                    <a:pt x="249" y="1149"/>
                    <a:pt x="249" y="823"/>
                  </a:cubicBezTo>
                  <a:cubicBezTo>
                    <a:pt x="249" y="498"/>
                    <a:pt x="517" y="249"/>
                    <a:pt x="861" y="249"/>
                  </a:cubicBezTo>
                  <a:close/>
                  <a:moveTo>
                    <a:pt x="823" y="0"/>
                  </a:moveTo>
                  <a:cubicBezTo>
                    <a:pt x="383" y="0"/>
                    <a:pt x="0" y="364"/>
                    <a:pt x="0" y="823"/>
                  </a:cubicBezTo>
                  <a:cubicBezTo>
                    <a:pt x="0" y="1264"/>
                    <a:pt x="383" y="1646"/>
                    <a:pt x="823" y="1646"/>
                  </a:cubicBezTo>
                  <a:cubicBezTo>
                    <a:pt x="1283" y="1646"/>
                    <a:pt x="1665" y="1302"/>
                    <a:pt x="1665" y="823"/>
                  </a:cubicBezTo>
                  <a:cubicBezTo>
                    <a:pt x="1665" y="594"/>
                    <a:pt x="1570" y="402"/>
                    <a:pt x="1436" y="249"/>
                  </a:cubicBezTo>
                  <a:cubicBezTo>
                    <a:pt x="1263" y="96"/>
                    <a:pt x="1053" y="0"/>
                    <a:pt x="8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2"/>
            <p:cNvSpPr/>
            <p:nvPr/>
          </p:nvSpPr>
          <p:spPr>
            <a:xfrm>
              <a:off x="8048850" y="4489783"/>
              <a:ext cx="210571" cy="212074"/>
            </a:xfrm>
            <a:custGeom>
              <a:rect b="b" l="l" r="r" t="t"/>
              <a:pathLst>
                <a:path extrusionOk="0" h="2681" w="2662">
                  <a:moveTo>
                    <a:pt x="1417" y="345"/>
                  </a:moveTo>
                  <a:cubicBezTo>
                    <a:pt x="1437" y="441"/>
                    <a:pt x="1494" y="613"/>
                    <a:pt x="1513" y="709"/>
                  </a:cubicBezTo>
                  <a:cubicBezTo>
                    <a:pt x="1590" y="996"/>
                    <a:pt x="1609" y="1035"/>
                    <a:pt x="1628" y="1092"/>
                  </a:cubicBezTo>
                  <a:cubicBezTo>
                    <a:pt x="1685" y="1130"/>
                    <a:pt x="1724" y="1149"/>
                    <a:pt x="1992" y="1245"/>
                  </a:cubicBezTo>
                  <a:cubicBezTo>
                    <a:pt x="2087" y="1283"/>
                    <a:pt x="2221" y="1322"/>
                    <a:pt x="2317" y="1379"/>
                  </a:cubicBezTo>
                  <a:cubicBezTo>
                    <a:pt x="2183" y="1437"/>
                    <a:pt x="1934" y="1532"/>
                    <a:pt x="1724" y="1609"/>
                  </a:cubicBezTo>
                  <a:lnTo>
                    <a:pt x="1666" y="1685"/>
                  </a:lnTo>
                  <a:cubicBezTo>
                    <a:pt x="1571" y="1915"/>
                    <a:pt x="1437" y="2183"/>
                    <a:pt x="1341" y="2355"/>
                  </a:cubicBezTo>
                  <a:cubicBezTo>
                    <a:pt x="1283" y="2183"/>
                    <a:pt x="1207" y="1896"/>
                    <a:pt x="1130" y="1628"/>
                  </a:cubicBezTo>
                  <a:cubicBezTo>
                    <a:pt x="1111" y="1590"/>
                    <a:pt x="1092" y="1532"/>
                    <a:pt x="1035" y="1532"/>
                  </a:cubicBezTo>
                  <a:cubicBezTo>
                    <a:pt x="805" y="1494"/>
                    <a:pt x="518" y="1437"/>
                    <a:pt x="346" y="1398"/>
                  </a:cubicBezTo>
                  <a:cubicBezTo>
                    <a:pt x="518" y="1303"/>
                    <a:pt x="824" y="1149"/>
                    <a:pt x="1092" y="1035"/>
                  </a:cubicBezTo>
                  <a:cubicBezTo>
                    <a:pt x="1111" y="1015"/>
                    <a:pt x="1149" y="996"/>
                    <a:pt x="1149" y="958"/>
                  </a:cubicBezTo>
                  <a:cubicBezTo>
                    <a:pt x="1226" y="747"/>
                    <a:pt x="1341" y="479"/>
                    <a:pt x="1417" y="345"/>
                  </a:cubicBezTo>
                  <a:close/>
                  <a:moveTo>
                    <a:pt x="1437" y="1"/>
                  </a:moveTo>
                  <a:cubicBezTo>
                    <a:pt x="1360" y="1"/>
                    <a:pt x="1245" y="1"/>
                    <a:pt x="939" y="843"/>
                  </a:cubicBezTo>
                  <a:cubicBezTo>
                    <a:pt x="58" y="1207"/>
                    <a:pt x="20" y="1322"/>
                    <a:pt x="1" y="1379"/>
                  </a:cubicBezTo>
                  <a:cubicBezTo>
                    <a:pt x="1" y="1398"/>
                    <a:pt x="1" y="1475"/>
                    <a:pt x="20" y="1494"/>
                  </a:cubicBezTo>
                  <a:cubicBezTo>
                    <a:pt x="58" y="1513"/>
                    <a:pt x="135" y="1609"/>
                    <a:pt x="920" y="1762"/>
                  </a:cubicBezTo>
                  <a:cubicBezTo>
                    <a:pt x="1149" y="2681"/>
                    <a:pt x="1226" y="2681"/>
                    <a:pt x="1322" y="2681"/>
                  </a:cubicBezTo>
                  <a:cubicBezTo>
                    <a:pt x="1398" y="2681"/>
                    <a:pt x="1494" y="2681"/>
                    <a:pt x="1838" y="1819"/>
                  </a:cubicBezTo>
                  <a:cubicBezTo>
                    <a:pt x="2068" y="1762"/>
                    <a:pt x="2508" y="1590"/>
                    <a:pt x="2604" y="1494"/>
                  </a:cubicBezTo>
                  <a:cubicBezTo>
                    <a:pt x="2642" y="1475"/>
                    <a:pt x="2662" y="1417"/>
                    <a:pt x="2662" y="1379"/>
                  </a:cubicBezTo>
                  <a:cubicBezTo>
                    <a:pt x="2642" y="1245"/>
                    <a:pt x="2508" y="1207"/>
                    <a:pt x="2068" y="1035"/>
                  </a:cubicBezTo>
                  <a:cubicBezTo>
                    <a:pt x="1972" y="996"/>
                    <a:pt x="1877" y="958"/>
                    <a:pt x="1819" y="939"/>
                  </a:cubicBezTo>
                  <a:cubicBezTo>
                    <a:pt x="1800" y="862"/>
                    <a:pt x="1781" y="747"/>
                    <a:pt x="1743" y="652"/>
                  </a:cubicBezTo>
                  <a:cubicBezTo>
                    <a:pt x="1685" y="345"/>
                    <a:pt x="1609" y="135"/>
                    <a:pt x="1551" y="58"/>
                  </a:cubicBezTo>
                  <a:cubicBezTo>
                    <a:pt x="1532" y="39"/>
                    <a:pt x="1494" y="1"/>
                    <a:pt x="1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2"/>
            <p:cNvSpPr/>
            <p:nvPr/>
          </p:nvSpPr>
          <p:spPr>
            <a:xfrm>
              <a:off x="8036747" y="3063971"/>
              <a:ext cx="549683" cy="470581"/>
            </a:xfrm>
            <a:custGeom>
              <a:rect b="b" l="l" r="r" t="t"/>
              <a:pathLst>
                <a:path extrusionOk="0" h="5949" w="6949">
                  <a:moveTo>
                    <a:pt x="1798" y="0"/>
                  </a:moveTo>
                  <a:cubicBezTo>
                    <a:pt x="912" y="0"/>
                    <a:pt x="116" y="263"/>
                    <a:pt x="116" y="263"/>
                  </a:cubicBezTo>
                  <a:cubicBezTo>
                    <a:pt x="116" y="263"/>
                    <a:pt x="1" y="2044"/>
                    <a:pt x="1015" y="3192"/>
                  </a:cubicBezTo>
                  <a:cubicBezTo>
                    <a:pt x="1469" y="3704"/>
                    <a:pt x="2151" y="3848"/>
                    <a:pt x="2774" y="3848"/>
                  </a:cubicBezTo>
                  <a:cubicBezTo>
                    <a:pt x="3570" y="3848"/>
                    <a:pt x="4269" y="3613"/>
                    <a:pt x="4269" y="3613"/>
                  </a:cubicBezTo>
                  <a:lnTo>
                    <a:pt x="4269" y="3613"/>
                  </a:lnTo>
                  <a:cubicBezTo>
                    <a:pt x="4269" y="3613"/>
                    <a:pt x="3752" y="5259"/>
                    <a:pt x="4805" y="5948"/>
                  </a:cubicBezTo>
                  <a:cubicBezTo>
                    <a:pt x="4805" y="5948"/>
                    <a:pt x="5666" y="4321"/>
                    <a:pt x="5035" y="3709"/>
                  </a:cubicBezTo>
                  <a:lnTo>
                    <a:pt x="5035" y="3709"/>
                  </a:lnTo>
                  <a:cubicBezTo>
                    <a:pt x="5035" y="3709"/>
                    <a:pt x="5068" y="3714"/>
                    <a:pt x="5130" y="3714"/>
                  </a:cubicBezTo>
                  <a:cubicBezTo>
                    <a:pt x="5386" y="3714"/>
                    <a:pt x="6130" y="3615"/>
                    <a:pt x="6949" y="2580"/>
                  </a:cubicBezTo>
                  <a:cubicBezTo>
                    <a:pt x="6949" y="2569"/>
                    <a:pt x="6700" y="2332"/>
                    <a:pt x="6223" y="2332"/>
                  </a:cubicBezTo>
                  <a:cubicBezTo>
                    <a:pt x="5834" y="2332"/>
                    <a:pt x="5294" y="2490"/>
                    <a:pt x="4614" y="3058"/>
                  </a:cubicBezTo>
                  <a:cubicBezTo>
                    <a:pt x="4614" y="3058"/>
                    <a:pt x="4748" y="1967"/>
                    <a:pt x="3676" y="704"/>
                  </a:cubicBezTo>
                  <a:cubicBezTo>
                    <a:pt x="3210" y="155"/>
                    <a:pt x="2478" y="0"/>
                    <a:pt x="1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2"/>
            <p:cNvSpPr/>
            <p:nvPr/>
          </p:nvSpPr>
          <p:spPr>
            <a:xfrm>
              <a:off x="8153344" y="3096877"/>
              <a:ext cx="115173" cy="192377"/>
            </a:xfrm>
            <a:custGeom>
              <a:rect b="b" l="l" r="r" t="t"/>
              <a:pathLst>
                <a:path extrusionOk="0" h="2432" w="1456">
                  <a:moveTo>
                    <a:pt x="1053" y="1"/>
                  </a:moveTo>
                  <a:cubicBezTo>
                    <a:pt x="977" y="20"/>
                    <a:pt x="939" y="77"/>
                    <a:pt x="958" y="154"/>
                  </a:cubicBezTo>
                  <a:cubicBezTo>
                    <a:pt x="977" y="192"/>
                    <a:pt x="1207" y="1513"/>
                    <a:pt x="77" y="2202"/>
                  </a:cubicBezTo>
                  <a:cubicBezTo>
                    <a:pt x="1" y="2259"/>
                    <a:pt x="1" y="2317"/>
                    <a:pt x="20" y="2374"/>
                  </a:cubicBezTo>
                  <a:cubicBezTo>
                    <a:pt x="58" y="2393"/>
                    <a:pt x="77" y="2431"/>
                    <a:pt x="116" y="2431"/>
                  </a:cubicBezTo>
                  <a:lnTo>
                    <a:pt x="192" y="2412"/>
                  </a:lnTo>
                  <a:cubicBezTo>
                    <a:pt x="1455" y="1628"/>
                    <a:pt x="1207" y="115"/>
                    <a:pt x="1207" y="96"/>
                  </a:cubicBezTo>
                  <a:cubicBezTo>
                    <a:pt x="1168" y="20"/>
                    <a:pt x="1130" y="1"/>
                    <a:pt x="10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2"/>
            <p:cNvSpPr/>
            <p:nvPr/>
          </p:nvSpPr>
          <p:spPr>
            <a:xfrm>
              <a:off x="8118539" y="3083588"/>
              <a:ext cx="75780" cy="73961"/>
            </a:xfrm>
            <a:custGeom>
              <a:rect b="b" l="l" r="r" t="t"/>
              <a:pathLst>
                <a:path extrusionOk="0" h="935" w="958">
                  <a:moveTo>
                    <a:pt x="278" y="0"/>
                  </a:moveTo>
                  <a:cubicBezTo>
                    <a:pt x="238" y="0"/>
                    <a:pt x="200" y="32"/>
                    <a:pt x="173" y="73"/>
                  </a:cubicBezTo>
                  <a:cubicBezTo>
                    <a:pt x="134" y="169"/>
                    <a:pt x="0" y="647"/>
                    <a:pt x="173" y="877"/>
                  </a:cubicBezTo>
                  <a:cubicBezTo>
                    <a:pt x="230" y="915"/>
                    <a:pt x="268" y="934"/>
                    <a:pt x="345" y="934"/>
                  </a:cubicBezTo>
                  <a:cubicBezTo>
                    <a:pt x="556" y="934"/>
                    <a:pt x="824" y="609"/>
                    <a:pt x="919" y="513"/>
                  </a:cubicBezTo>
                  <a:cubicBezTo>
                    <a:pt x="957" y="456"/>
                    <a:pt x="938" y="398"/>
                    <a:pt x="900" y="341"/>
                  </a:cubicBezTo>
                  <a:cubicBezTo>
                    <a:pt x="878" y="326"/>
                    <a:pt x="856" y="320"/>
                    <a:pt x="834" y="320"/>
                  </a:cubicBezTo>
                  <a:cubicBezTo>
                    <a:pt x="799" y="320"/>
                    <a:pt x="763" y="336"/>
                    <a:pt x="728" y="360"/>
                  </a:cubicBezTo>
                  <a:cubicBezTo>
                    <a:pt x="575" y="532"/>
                    <a:pt x="422" y="724"/>
                    <a:pt x="364" y="724"/>
                  </a:cubicBezTo>
                  <a:cubicBezTo>
                    <a:pt x="307" y="647"/>
                    <a:pt x="326" y="360"/>
                    <a:pt x="383" y="149"/>
                  </a:cubicBezTo>
                  <a:cubicBezTo>
                    <a:pt x="422" y="111"/>
                    <a:pt x="383" y="35"/>
                    <a:pt x="326" y="15"/>
                  </a:cubicBezTo>
                  <a:cubicBezTo>
                    <a:pt x="310" y="5"/>
                    <a:pt x="294" y="0"/>
                    <a:pt x="2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2"/>
            <p:cNvSpPr/>
            <p:nvPr/>
          </p:nvSpPr>
          <p:spPr>
            <a:xfrm>
              <a:off x="8210930" y="3168306"/>
              <a:ext cx="171099" cy="189055"/>
            </a:xfrm>
            <a:custGeom>
              <a:rect b="b" l="l" r="r" t="t"/>
              <a:pathLst>
                <a:path extrusionOk="0" h="2390" w="2163">
                  <a:moveTo>
                    <a:pt x="1358" y="1"/>
                  </a:moveTo>
                  <a:cubicBezTo>
                    <a:pt x="1321" y="1"/>
                    <a:pt x="1277" y="32"/>
                    <a:pt x="1263" y="74"/>
                  </a:cubicBezTo>
                  <a:cubicBezTo>
                    <a:pt x="1244" y="131"/>
                    <a:pt x="1263" y="208"/>
                    <a:pt x="1340" y="227"/>
                  </a:cubicBezTo>
                  <a:cubicBezTo>
                    <a:pt x="1550" y="303"/>
                    <a:pt x="1914" y="495"/>
                    <a:pt x="1933" y="610"/>
                  </a:cubicBezTo>
                  <a:cubicBezTo>
                    <a:pt x="1933" y="610"/>
                    <a:pt x="1933" y="629"/>
                    <a:pt x="1914" y="648"/>
                  </a:cubicBezTo>
                  <a:cubicBezTo>
                    <a:pt x="1825" y="747"/>
                    <a:pt x="1658" y="780"/>
                    <a:pt x="1494" y="780"/>
                  </a:cubicBezTo>
                  <a:cubicBezTo>
                    <a:pt x="1342" y="780"/>
                    <a:pt x="1193" y="752"/>
                    <a:pt x="1110" y="725"/>
                  </a:cubicBezTo>
                  <a:cubicBezTo>
                    <a:pt x="1072" y="725"/>
                    <a:pt x="995" y="744"/>
                    <a:pt x="976" y="801"/>
                  </a:cubicBezTo>
                  <a:cubicBezTo>
                    <a:pt x="957" y="839"/>
                    <a:pt x="976" y="916"/>
                    <a:pt x="1014" y="935"/>
                  </a:cubicBezTo>
                  <a:cubicBezTo>
                    <a:pt x="1282" y="1107"/>
                    <a:pt x="1550" y="1356"/>
                    <a:pt x="1550" y="1414"/>
                  </a:cubicBezTo>
                  <a:cubicBezTo>
                    <a:pt x="1531" y="1433"/>
                    <a:pt x="1480" y="1443"/>
                    <a:pt x="1407" y="1443"/>
                  </a:cubicBezTo>
                  <a:cubicBezTo>
                    <a:pt x="1261" y="1443"/>
                    <a:pt x="1027" y="1401"/>
                    <a:pt x="785" y="1299"/>
                  </a:cubicBezTo>
                  <a:cubicBezTo>
                    <a:pt x="770" y="1294"/>
                    <a:pt x="756" y="1292"/>
                    <a:pt x="742" y="1292"/>
                  </a:cubicBezTo>
                  <a:cubicBezTo>
                    <a:pt x="700" y="1292"/>
                    <a:pt x="660" y="1313"/>
                    <a:pt x="632" y="1356"/>
                  </a:cubicBezTo>
                  <a:cubicBezTo>
                    <a:pt x="593" y="1394"/>
                    <a:pt x="593" y="1452"/>
                    <a:pt x="632" y="1490"/>
                  </a:cubicBezTo>
                  <a:cubicBezTo>
                    <a:pt x="766" y="1643"/>
                    <a:pt x="976" y="1930"/>
                    <a:pt x="957" y="2064"/>
                  </a:cubicBezTo>
                  <a:cubicBezTo>
                    <a:pt x="957" y="2084"/>
                    <a:pt x="957" y="2122"/>
                    <a:pt x="919" y="2122"/>
                  </a:cubicBezTo>
                  <a:cubicBezTo>
                    <a:pt x="897" y="2140"/>
                    <a:pt x="867" y="2148"/>
                    <a:pt x="830" y="2148"/>
                  </a:cubicBezTo>
                  <a:cubicBezTo>
                    <a:pt x="667" y="2148"/>
                    <a:pt x="382" y="1998"/>
                    <a:pt x="211" y="1873"/>
                  </a:cubicBezTo>
                  <a:cubicBezTo>
                    <a:pt x="190" y="1859"/>
                    <a:pt x="167" y="1853"/>
                    <a:pt x="145" y="1853"/>
                  </a:cubicBezTo>
                  <a:cubicBezTo>
                    <a:pt x="104" y="1853"/>
                    <a:pt x="63" y="1874"/>
                    <a:pt x="38" y="1911"/>
                  </a:cubicBezTo>
                  <a:cubicBezTo>
                    <a:pt x="0" y="1950"/>
                    <a:pt x="19" y="2026"/>
                    <a:pt x="57" y="2064"/>
                  </a:cubicBezTo>
                  <a:cubicBezTo>
                    <a:pt x="134" y="2122"/>
                    <a:pt x="517" y="2390"/>
                    <a:pt x="823" y="2390"/>
                  </a:cubicBezTo>
                  <a:cubicBezTo>
                    <a:pt x="919" y="2390"/>
                    <a:pt x="995" y="2352"/>
                    <a:pt x="1091" y="2352"/>
                  </a:cubicBezTo>
                  <a:cubicBezTo>
                    <a:pt x="1168" y="2313"/>
                    <a:pt x="1206" y="2237"/>
                    <a:pt x="1206" y="2141"/>
                  </a:cubicBezTo>
                  <a:cubicBezTo>
                    <a:pt x="1244" y="1988"/>
                    <a:pt x="1168" y="1835"/>
                    <a:pt x="1072" y="1682"/>
                  </a:cubicBezTo>
                  <a:lnTo>
                    <a:pt x="1072" y="1682"/>
                  </a:lnTo>
                  <a:cubicBezTo>
                    <a:pt x="1166" y="1705"/>
                    <a:pt x="1277" y="1722"/>
                    <a:pt x="1383" y="1722"/>
                  </a:cubicBezTo>
                  <a:cubicBezTo>
                    <a:pt x="1534" y="1722"/>
                    <a:pt x="1674" y="1687"/>
                    <a:pt x="1742" y="1586"/>
                  </a:cubicBezTo>
                  <a:cubicBezTo>
                    <a:pt x="1761" y="1548"/>
                    <a:pt x="1780" y="1471"/>
                    <a:pt x="1761" y="1394"/>
                  </a:cubicBezTo>
                  <a:cubicBezTo>
                    <a:pt x="1742" y="1280"/>
                    <a:pt x="1627" y="1165"/>
                    <a:pt x="1493" y="1031"/>
                  </a:cubicBezTo>
                  <a:cubicBezTo>
                    <a:pt x="1723" y="1031"/>
                    <a:pt x="1933" y="993"/>
                    <a:pt x="2067" y="820"/>
                  </a:cubicBezTo>
                  <a:cubicBezTo>
                    <a:pt x="2144" y="744"/>
                    <a:pt x="2163" y="648"/>
                    <a:pt x="2144" y="552"/>
                  </a:cubicBezTo>
                  <a:cubicBezTo>
                    <a:pt x="2067" y="265"/>
                    <a:pt x="1531" y="55"/>
                    <a:pt x="1397" y="16"/>
                  </a:cubicBezTo>
                  <a:cubicBezTo>
                    <a:pt x="1387" y="6"/>
                    <a:pt x="1373" y="1"/>
                    <a:pt x="13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2"/>
            <p:cNvSpPr/>
            <p:nvPr/>
          </p:nvSpPr>
          <p:spPr>
            <a:xfrm>
              <a:off x="8268437" y="3583829"/>
              <a:ext cx="325586" cy="1048425"/>
            </a:xfrm>
            <a:custGeom>
              <a:rect b="b" l="l" r="r" t="t"/>
              <a:pathLst>
                <a:path extrusionOk="0" h="13254" w="4116">
                  <a:moveTo>
                    <a:pt x="869" y="0"/>
                  </a:moveTo>
                  <a:cubicBezTo>
                    <a:pt x="835" y="0"/>
                    <a:pt x="798" y="15"/>
                    <a:pt x="766" y="46"/>
                  </a:cubicBezTo>
                  <a:cubicBezTo>
                    <a:pt x="766" y="46"/>
                    <a:pt x="632" y="218"/>
                    <a:pt x="479" y="448"/>
                  </a:cubicBezTo>
                  <a:cubicBezTo>
                    <a:pt x="460" y="506"/>
                    <a:pt x="479" y="601"/>
                    <a:pt x="536" y="620"/>
                  </a:cubicBezTo>
                  <a:cubicBezTo>
                    <a:pt x="555" y="640"/>
                    <a:pt x="575" y="640"/>
                    <a:pt x="613" y="640"/>
                  </a:cubicBezTo>
                  <a:cubicBezTo>
                    <a:pt x="632" y="640"/>
                    <a:pt x="670" y="640"/>
                    <a:pt x="709" y="582"/>
                  </a:cubicBezTo>
                  <a:cubicBezTo>
                    <a:pt x="843" y="333"/>
                    <a:pt x="957" y="180"/>
                    <a:pt x="957" y="180"/>
                  </a:cubicBezTo>
                  <a:cubicBezTo>
                    <a:pt x="996" y="142"/>
                    <a:pt x="996" y="65"/>
                    <a:pt x="938" y="27"/>
                  </a:cubicBezTo>
                  <a:cubicBezTo>
                    <a:pt x="921" y="10"/>
                    <a:pt x="896" y="0"/>
                    <a:pt x="869" y="0"/>
                  </a:cubicBezTo>
                  <a:close/>
                  <a:moveTo>
                    <a:pt x="363" y="860"/>
                  </a:moveTo>
                  <a:cubicBezTo>
                    <a:pt x="318" y="860"/>
                    <a:pt x="281" y="889"/>
                    <a:pt x="268" y="927"/>
                  </a:cubicBezTo>
                  <a:cubicBezTo>
                    <a:pt x="192" y="1080"/>
                    <a:pt x="154" y="1233"/>
                    <a:pt x="96" y="1386"/>
                  </a:cubicBezTo>
                  <a:cubicBezTo>
                    <a:pt x="77" y="1443"/>
                    <a:pt x="96" y="1501"/>
                    <a:pt x="192" y="1539"/>
                  </a:cubicBezTo>
                  <a:cubicBezTo>
                    <a:pt x="268" y="1539"/>
                    <a:pt x="326" y="1482"/>
                    <a:pt x="326" y="1482"/>
                  </a:cubicBezTo>
                  <a:cubicBezTo>
                    <a:pt x="364" y="1348"/>
                    <a:pt x="421" y="1195"/>
                    <a:pt x="479" y="1061"/>
                  </a:cubicBezTo>
                  <a:cubicBezTo>
                    <a:pt x="536" y="984"/>
                    <a:pt x="517" y="908"/>
                    <a:pt x="441" y="888"/>
                  </a:cubicBezTo>
                  <a:cubicBezTo>
                    <a:pt x="414" y="868"/>
                    <a:pt x="387" y="860"/>
                    <a:pt x="363" y="860"/>
                  </a:cubicBezTo>
                  <a:close/>
                  <a:moveTo>
                    <a:pt x="134" y="1750"/>
                  </a:moveTo>
                  <a:cubicBezTo>
                    <a:pt x="77" y="1750"/>
                    <a:pt x="0" y="1788"/>
                    <a:pt x="0" y="1865"/>
                  </a:cubicBezTo>
                  <a:lnTo>
                    <a:pt x="0" y="2018"/>
                  </a:lnTo>
                  <a:cubicBezTo>
                    <a:pt x="0" y="2132"/>
                    <a:pt x="0" y="2247"/>
                    <a:pt x="39" y="2362"/>
                  </a:cubicBezTo>
                  <a:cubicBezTo>
                    <a:pt x="58" y="2420"/>
                    <a:pt x="96" y="2458"/>
                    <a:pt x="154" y="2458"/>
                  </a:cubicBezTo>
                  <a:cubicBezTo>
                    <a:pt x="249" y="2458"/>
                    <a:pt x="268" y="2400"/>
                    <a:pt x="268" y="2324"/>
                  </a:cubicBezTo>
                  <a:cubicBezTo>
                    <a:pt x="249" y="2228"/>
                    <a:pt x="249" y="2094"/>
                    <a:pt x="249" y="2018"/>
                  </a:cubicBezTo>
                  <a:lnTo>
                    <a:pt x="249" y="1865"/>
                  </a:lnTo>
                  <a:cubicBezTo>
                    <a:pt x="249" y="1807"/>
                    <a:pt x="192" y="1750"/>
                    <a:pt x="134" y="1750"/>
                  </a:cubicBezTo>
                  <a:close/>
                  <a:moveTo>
                    <a:pt x="2431" y="2630"/>
                  </a:moveTo>
                  <a:cubicBezTo>
                    <a:pt x="2355" y="2630"/>
                    <a:pt x="2297" y="2688"/>
                    <a:pt x="2297" y="2745"/>
                  </a:cubicBezTo>
                  <a:cubicBezTo>
                    <a:pt x="2297" y="2822"/>
                    <a:pt x="2355" y="2879"/>
                    <a:pt x="2431" y="2879"/>
                  </a:cubicBezTo>
                  <a:cubicBezTo>
                    <a:pt x="2565" y="2879"/>
                    <a:pt x="2718" y="2898"/>
                    <a:pt x="2814" y="2975"/>
                  </a:cubicBezTo>
                  <a:cubicBezTo>
                    <a:pt x="2833" y="2994"/>
                    <a:pt x="2852" y="2994"/>
                    <a:pt x="2871" y="2994"/>
                  </a:cubicBezTo>
                  <a:cubicBezTo>
                    <a:pt x="2929" y="2994"/>
                    <a:pt x="2948" y="2975"/>
                    <a:pt x="3005" y="2936"/>
                  </a:cubicBezTo>
                  <a:cubicBezTo>
                    <a:pt x="3025" y="2898"/>
                    <a:pt x="3005" y="2802"/>
                    <a:pt x="2948" y="2783"/>
                  </a:cubicBezTo>
                  <a:cubicBezTo>
                    <a:pt x="2814" y="2688"/>
                    <a:pt x="2642" y="2630"/>
                    <a:pt x="2431" y="2630"/>
                  </a:cubicBezTo>
                  <a:close/>
                  <a:moveTo>
                    <a:pt x="1953" y="2721"/>
                  </a:moveTo>
                  <a:cubicBezTo>
                    <a:pt x="1941" y="2721"/>
                    <a:pt x="1928" y="2722"/>
                    <a:pt x="1914" y="2726"/>
                  </a:cubicBezTo>
                  <a:cubicBezTo>
                    <a:pt x="1780" y="2764"/>
                    <a:pt x="1608" y="2841"/>
                    <a:pt x="1474" y="2936"/>
                  </a:cubicBezTo>
                  <a:cubicBezTo>
                    <a:pt x="1398" y="2994"/>
                    <a:pt x="1398" y="3051"/>
                    <a:pt x="1417" y="3109"/>
                  </a:cubicBezTo>
                  <a:cubicBezTo>
                    <a:pt x="1436" y="3128"/>
                    <a:pt x="1474" y="3166"/>
                    <a:pt x="1512" y="3166"/>
                  </a:cubicBezTo>
                  <a:cubicBezTo>
                    <a:pt x="1532" y="3166"/>
                    <a:pt x="1570" y="3166"/>
                    <a:pt x="1589" y="3128"/>
                  </a:cubicBezTo>
                  <a:cubicBezTo>
                    <a:pt x="1723" y="3051"/>
                    <a:pt x="1857" y="2994"/>
                    <a:pt x="1991" y="2936"/>
                  </a:cubicBezTo>
                  <a:cubicBezTo>
                    <a:pt x="2048" y="2917"/>
                    <a:pt x="2087" y="2860"/>
                    <a:pt x="2068" y="2802"/>
                  </a:cubicBezTo>
                  <a:cubicBezTo>
                    <a:pt x="2052" y="2755"/>
                    <a:pt x="2010" y="2721"/>
                    <a:pt x="1953" y="2721"/>
                  </a:cubicBezTo>
                  <a:close/>
                  <a:moveTo>
                    <a:pt x="284" y="2661"/>
                  </a:moveTo>
                  <a:cubicBezTo>
                    <a:pt x="271" y="2661"/>
                    <a:pt x="259" y="2664"/>
                    <a:pt x="249" y="2668"/>
                  </a:cubicBezTo>
                  <a:cubicBezTo>
                    <a:pt x="192" y="2726"/>
                    <a:pt x="173" y="2802"/>
                    <a:pt x="192" y="2841"/>
                  </a:cubicBezTo>
                  <a:cubicBezTo>
                    <a:pt x="268" y="2975"/>
                    <a:pt x="345" y="3090"/>
                    <a:pt x="441" y="3204"/>
                  </a:cubicBezTo>
                  <a:cubicBezTo>
                    <a:pt x="441" y="3224"/>
                    <a:pt x="460" y="3243"/>
                    <a:pt x="479" y="3281"/>
                  </a:cubicBezTo>
                  <a:cubicBezTo>
                    <a:pt x="517" y="3300"/>
                    <a:pt x="555" y="3319"/>
                    <a:pt x="575" y="3319"/>
                  </a:cubicBezTo>
                  <a:cubicBezTo>
                    <a:pt x="613" y="3319"/>
                    <a:pt x="632" y="3300"/>
                    <a:pt x="651" y="3262"/>
                  </a:cubicBezTo>
                  <a:cubicBezTo>
                    <a:pt x="709" y="3204"/>
                    <a:pt x="709" y="3128"/>
                    <a:pt x="651" y="3090"/>
                  </a:cubicBezTo>
                  <a:cubicBezTo>
                    <a:pt x="632" y="3090"/>
                    <a:pt x="632" y="3051"/>
                    <a:pt x="613" y="3032"/>
                  </a:cubicBezTo>
                  <a:cubicBezTo>
                    <a:pt x="536" y="2936"/>
                    <a:pt x="460" y="2822"/>
                    <a:pt x="421" y="2726"/>
                  </a:cubicBezTo>
                  <a:cubicBezTo>
                    <a:pt x="378" y="2683"/>
                    <a:pt x="325" y="2661"/>
                    <a:pt x="284" y="2661"/>
                  </a:cubicBezTo>
                  <a:close/>
                  <a:moveTo>
                    <a:pt x="3073" y="3151"/>
                  </a:moveTo>
                  <a:cubicBezTo>
                    <a:pt x="3032" y="3151"/>
                    <a:pt x="2995" y="3182"/>
                    <a:pt x="2967" y="3224"/>
                  </a:cubicBezTo>
                  <a:cubicBezTo>
                    <a:pt x="2948" y="3319"/>
                    <a:pt x="2852" y="3415"/>
                    <a:pt x="2718" y="3491"/>
                  </a:cubicBezTo>
                  <a:cubicBezTo>
                    <a:pt x="2661" y="3549"/>
                    <a:pt x="2642" y="3606"/>
                    <a:pt x="2661" y="3664"/>
                  </a:cubicBezTo>
                  <a:cubicBezTo>
                    <a:pt x="2680" y="3702"/>
                    <a:pt x="2718" y="3740"/>
                    <a:pt x="2757" y="3740"/>
                  </a:cubicBezTo>
                  <a:cubicBezTo>
                    <a:pt x="2776" y="3740"/>
                    <a:pt x="2814" y="3702"/>
                    <a:pt x="2814" y="3702"/>
                  </a:cubicBezTo>
                  <a:cubicBezTo>
                    <a:pt x="3025" y="3587"/>
                    <a:pt x="3139" y="3453"/>
                    <a:pt x="3197" y="3300"/>
                  </a:cubicBezTo>
                  <a:cubicBezTo>
                    <a:pt x="3216" y="3262"/>
                    <a:pt x="3197" y="3185"/>
                    <a:pt x="3120" y="3166"/>
                  </a:cubicBezTo>
                  <a:cubicBezTo>
                    <a:pt x="3104" y="3155"/>
                    <a:pt x="3088" y="3151"/>
                    <a:pt x="3073" y="3151"/>
                  </a:cubicBezTo>
                  <a:close/>
                  <a:moveTo>
                    <a:pt x="1168" y="3214"/>
                  </a:moveTo>
                  <a:cubicBezTo>
                    <a:pt x="1139" y="3214"/>
                    <a:pt x="1111" y="3224"/>
                    <a:pt x="1091" y="3243"/>
                  </a:cubicBezTo>
                  <a:cubicBezTo>
                    <a:pt x="1015" y="3300"/>
                    <a:pt x="957" y="3338"/>
                    <a:pt x="919" y="3396"/>
                  </a:cubicBezTo>
                  <a:cubicBezTo>
                    <a:pt x="900" y="3396"/>
                    <a:pt x="862" y="3415"/>
                    <a:pt x="843" y="3434"/>
                  </a:cubicBezTo>
                  <a:cubicBezTo>
                    <a:pt x="823" y="3472"/>
                    <a:pt x="823" y="3472"/>
                    <a:pt x="823" y="3491"/>
                  </a:cubicBezTo>
                  <a:cubicBezTo>
                    <a:pt x="804" y="3530"/>
                    <a:pt x="747" y="3568"/>
                    <a:pt x="728" y="3606"/>
                  </a:cubicBezTo>
                  <a:cubicBezTo>
                    <a:pt x="670" y="3664"/>
                    <a:pt x="709" y="3740"/>
                    <a:pt x="747" y="3779"/>
                  </a:cubicBezTo>
                  <a:cubicBezTo>
                    <a:pt x="769" y="3793"/>
                    <a:pt x="791" y="3799"/>
                    <a:pt x="813" y="3799"/>
                  </a:cubicBezTo>
                  <a:cubicBezTo>
                    <a:pt x="848" y="3799"/>
                    <a:pt x="884" y="3783"/>
                    <a:pt x="919" y="3759"/>
                  </a:cubicBezTo>
                  <a:lnTo>
                    <a:pt x="996" y="3683"/>
                  </a:lnTo>
                  <a:cubicBezTo>
                    <a:pt x="1111" y="3740"/>
                    <a:pt x="1225" y="3779"/>
                    <a:pt x="1379" y="3836"/>
                  </a:cubicBezTo>
                  <a:cubicBezTo>
                    <a:pt x="1417" y="3836"/>
                    <a:pt x="1474" y="3798"/>
                    <a:pt x="1512" y="3721"/>
                  </a:cubicBezTo>
                  <a:cubicBezTo>
                    <a:pt x="1532" y="3683"/>
                    <a:pt x="1512" y="3606"/>
                    <a:pt x="1436" y="3587"/>
                  </a:cubicBezTo>
                  <a:cubicBezTo>
                    <a:pt x="1340" y="3568"/>
                    <a:pt x="1245" y="3530"/>
                    <a:pt x="1187" y="3491"/>
                  </a:cubicBezTo>
                  <a:lnTo>
                    <a:pt x="1245" y="3415"/>
                  </a:lnTo>
                  <a:cubicBezTo>
                    <a:pt x="1302" y="3377"/>
                    <a:pt x="1302" y="3300"/>
                    <a:pt x="1245" y="3243"/>
                  </a:cubicBezTo>
                  <a:cubicBezTo>
                    <a:pt x="1225" y="3224"/>
                    <a:pt x="1197" y="3214"/>
                    <a:pt x="1168" y="3214"/>
                  </a:cubicBezTo>
                  <a:close/>
                  <a:moveTo>
                    <a:pt x="2278" y="3664"/>
                  </a:moveTo>
                  <a:cubicBezTo>
                    <a:pt x="2163" y="3683"/>
                    <a:pt x="2048" y="3683"/>
                    <a:pt x="1914" y="3683"/>
                  </a:cubicBezTo>
                  <a:lnTo>
                    <a:pt x="1819" y="3683"/>
                  </a:lnTo>
                  <a:cubicBezTo>
                    <a:pt x="1780" y="3683"/>
                    <a:pt x="1704" y="3740"/>
                    <a:pt x="1704" y="3798"/>
                  </a:cubicBezTo>
                  <a:cubicBezTo>
                    <a:pt x="1704" y="3874"/>
                    <a:pt x="1761" y="3932"/>
                    <a:pt x="1819" y="3932"/>
                  </a:cubicBezTo>
                  <a:lnTo>
                    <a:pt x="1914" y="3932"/>
                  </a:lnTo>
                  <a:cubicBezTo>
                    <a:pt x="2068" y="3932"/>
                    <a:pt x="2202" y="3893"/>
                    <a:pt x="2336" y="3893"/>
                  </a:cubicBezTo>
                  <a:cubicBezTo>
                    <a:pt x="2393" y="3874"/>
                    <a:pt x="2450" y="3817"/>
                    <a:pt x="2431" y="3759"/>
                  </a:cubicBezTo>
                  <a:cubicBezTo>
                    <a:pt x="2393" y="3683"/>
                    <a:pt x="2355" y="3664"/>
                    <a:pt x="2278" y="3664"/>
                  </a:cubicBezTo>
                  <a:close/>
                  <a:moveTo>
                    <a:pt x="575" y="3982"/>
                  </a:moveTo>
                  <a:cubicBezTo>
                    <a:pt x="521" y="3982"/>
                    <a:pt x="474" y="4003"/>
                    <a:pt x="460" y="4047"/>
                  </a:cubicBezTo>
                  <a:cubicBezTo>
                    <a:pt x="383" y="4181"/>
                    <a:pt x="326" y="4334"/>
                    <a:pt x="268" y="4487"/>
                  </a:cubicBezTo>
                  <a:cubicBezTo>
                    <a:pt x="249" y="4544"/>
                    <a:pt x="268" y="4621"/>
                    <a:pt x="364" y="4640"/>
                  </a:cubicBezTo>
                  <a:cubicBezTo>
                    <a:pt x="421" y="4640"/>
                    <a:pt x="460" y="4602"/>
                    <a:pt x="517" y="4582"/>
                  </a:cubicBezTo>
                  <a:cubicBezTo>
                    <a:pt x="555" y="4449"/>
                    <a:pt x="613" y="4315"/>
                    <a:pt x="670" y="4161"/>
                  </a:cubicBezTo>
                  <a:cubicBezTo>
                    <a:pt x="709" y="4085"/>
                    <a:pt x="670" y="4008"/>
                    <a:pt x="632" y="3989"/>
                  </a:cubicBezTo>
                  <a:cubicBezTo>
                    <a:pt x="613" y="3984"/>
                    <a:pt x="594" y="3982"/>
                    <a:pt x="575" y="3982"/>
                  </a:cubicBezTo>
                  <a:close/>
                  <a:moveTo>
                    <a:pt x="270" y="4847"/>
                  </a:moveTo>
                  <a:cubicBezTo>
                    <a:pt x="230" y="4847"/>
                    <a:pt x="173" y="4896"/>
                    <a:pt x="173" y="4946"/>
                  </a:cubicBezTo>
                  <a:cubicBezTo>
                    <a:pt x="154" y="5042"/>
                    <a:pt x="154" y="5138"/>
                    <a:pt x="154" y="5233"/>
                  </a:cubicBezTo>
                  <a:lnTo>
                    <a:pt x="154" y="5444"/>
                  </a:lnTo>
                  <a:cubicBezTo>
                    <a:pt x="154" y="5520"/>
                    <a:pt x="192" y="5578"/>
                    <a:pt x="268" y="5578"/>
                  </a:cubicBezTo>
                  <a:cubicBezTo>
                    <a:pt x="345" y="5578"/>
                    <a:pt x="383" y="5520"/>
                    <a:pt x="364" y="5425"/>
                  </a:cubicBezTo>
                  <a:lnTo>
                    <a:pt x="364" y="5233"/>
                  </a:lnTo>
                  <a:cubicBezTo>
                    <a:pt x="364" y="5138"/>
                    <a:pt x="383" y="5061"/>
                    <a:pt x="383" y="4965"/>
                  </a:cubicBezTo>
                  <a:cubicBezTo>
                    <a:pt x="421" y="4927"/>
                    <a:pt x="364" y="4850"/>
                    <a:pt x="287" y="4850"/>
                  </a:cubicBezTo>
                  <a:cubicBezTo>
                    <a:pt x="282" y="4848"/>
                    <a:pt x="277" y="4847"/>
                    <a:pt x="270" y="4847"/>
                  </a:cubicBezTo>
                  <a:close/>
                  <a:moveTo>
                    <a:pt x="349" y="5804"/>
                  </a:moveTo>
                  <a:cubicBezTo>
                    <a:pt x="341" y="5804"/>
                    <a:pt x="333" y="5805"/>
                    <a:pt x="326" y="5807"/>
                  </a:cubicBezTo>
                  <a:cubicBezTo>
                    <a:pt x="249" y="5846"/>
                    <a:pt x="192" y="5884"/>
                    <a:pt x="230" y="5961"/>
                  </a:cubicBezTo>
                  <a:cubicBezTo>
                    <a:pt x="230" y="6037"/>
                    <a:pt x="249" y="6075"/>
                    <a:pt x="268" y="6152"/>
                  </a:cubicBezTo>
                  <a:cubicBezTo>
                    <a:pt x="287" y="6248"/>
                    <a:pt x="326" y="6343"/>
                    <a:pt x="364" y="6439"/>
                  </a:cubicBezTo>
                  <a:cubicBezTo>
                    <a:pt x="383" y="6477"/>
                    <a:pt x="441" y="6516"/>
                    <a:pt x="479" y="6516"/>
                  </a:cubicBezTo>
                  <a:cubicBezTo>
                    <a:pt x="517" y="6516"/>
                    <a:pt x="536" y="6516"/>
                    <a:pt x="536" y="6535"/>
                  </a:cubicBezTo>
                  <a:cubicBezTo>
                    <a:pt x="613" y="6477"/>
                    <a:pt x="632" y="6439"/>
                    <a:pt x="613" y="6363"/>
                  </a:cubicBezTo>
                  <a:cubicBezTo>
                    <a:pt x="555" y="6267"/>
                    <a:pt x="536" y="6190"/>
                    <a:pt x="517" y="6095"/>
                  </a:cubicBezTo>
                  <a:cubicBezTo>
                    <a:pt x="479" y="6037"/>
                    <a:pt x="479" y="5961"/>
                    <a:pt x="460" y="5903"/>
                  </a:cubicBezTo>
                  <a:cubicBezTo>
                    <a:pt x="443" y="5853"/>
                    <a:pt x="398" y="5804"/>
                    <a:pt x="349" y="5804"/>
                  </a:cubicBezTo>
                  <a:close/>
                  <a:moveTo>
                    <a:pt x="685" y="6668"/>
                  </a:moveTo>
                  <a:cubicBezTo>
                    <a:pt x="664" y="6668"/>
                    <a:pt x="646" y="6674"/>
                    <a:pt x="632" y="6688"/>
                  </a:cubicBezTo>
                  <a:cubicBezTo>
                    <a:pt x="575" y="6745"/>
                    <a:pt x="555" y="6822"/>
                    <a:pt x="613" y="6860"/>
                  </a:cubicBezTo>
                  <a:cubicBezTo>
                    <a:pt x="709" y="7013"/>
                    <a:pt x="804" y="7128"/>
                    <a:pt x="919" y="7243"/>
                  </a:cubicBezTo>
                  <a:cubicBezTo>
                    <a:pt x="938" y="7300"/>
                    <a:pt x="996" y="7300"/>
                    <a:pt x="1015" y="7300"/>
                  </a:cubicBezTo>
                  <a:cubicBezTo>
                    <a:pt x="1034" y="7300"/>
                    <a:pt x="1091" y="7300"/>
                    <a:pt x="1091" y="7243"/>
                  </a:cubicBezTo>
                  <a:cubicBezTo>
                    <a:pt x="1130" y="7205"/>
                    <a:pt x="1130" y="7128"/>
                    <a:pt x="1091" y="7071"/>
                  </a:cubicBezTo>
                  <a:cubicBezTo>
                    <a:pt x="957" y="6956"/>
                    <a:pt x="862" y="6841"/>
                    <a:pt x="804" y="6726"/>
                  </a:cubicBezTo>
                  <a:cubicBezTo>
                    <a:pt x="767" y="6689"/>
                    <a:pt x="722" y="6668"/>
                    <a:pt x="685" y="6668"/>
                  </a:cubicBezTo>
                  <a:close/>
                  <a:moveTo>
                    <a:pt x="3186" y="7121"/>
                  </a:moveTo>
                  <a:cubicBezTo>
                    <a:pt x="3170" y="7121"/>
                    <a:pt x="3155" y="7123"/>
                    <a:pt x="3139" y="7128"/>
                  </a:cubicBezTo>
                  <a:cubicBezTo>
                    <a:pt x="3025" y="7205"/>
                    <a:pt x="2871" y="7300"/>
                    <a:pt x="2737" y="7415"/>
                  </a:cubicBezTo>
                  <a:cubicBezTo>
                    <a:pt x="2680" y="7454"/>
                    <a:pt x="2680" y="7530"/>
                    <a:pt x="2737" y="7588"/>
                  </a:cubicBezTo>
                  <a:cubicBezTo>
                    <a:pt x="2757" y="7607"/>
                    <a:pt x="2814" y="7626"/>
                    <a:pt x="2833" y="7626"/>
                  </a:cubicBezTo>
                  <a:cubicBezTo>
                    <a:pt x="2852" y="7626"/>
                    <a:pt x="2871" y="7607"/>
                    <a:pt x="2910" y="7607"/>
                  </a:cubicBezTo>
                  <a:cubicBezTo>
                    <a:pt x="3025" y="7492"/>
                    <a:pt x="3139" y="7396"/>
                    <a:pt x="3254" y="7339"/>
                  </a:cubicBezTo>
                  <a:cubicBezTo>
                    <a:pt x="3312" y="7300"/>
                    <a:pt x="3331" y="7224"/>
                    <a:pt x="3312" y="7166"/>
                  </a:cubicBezTo>
                  <a:cubicBezTo>
                    <a:pt x="3270" y="7138"/>
                    <a:pt x="3228" y="7121"/>
                    <a:pt x="3186" y="7121"/>
                  </a:cubicBezTo>
                  <a:close/>
                  <a:moveTo>
                    <a:pt x="3681" y="7045"/>
                  </a:moveTo>
                  <a:cubicBezTo>
                    <a:pt x="3642" y="7045"/>
                    <a:pt x="3594" y="7070"/>
                    <a:pt x="3580" y="7128"/>
                  </a:cubicBezTo>
                  <a:cubicBezTo>
                    <a:pt x="3541" y="7186"/>
                    <a:pt x="3580" y="7243"/>
                    <a:pt x="3637" y="7281"/>
                  </a:cubicBezTo>
                  <a:cubicBezTo>
                    <a:pt x="3695" y="7300"/>
                    <a:pt x="3733" y="7339"/>
                    <a:pt x="3752" y="7396"/>
                  </a:cubicBezTo>
                  <a:cubicBezTo>
                    <a:pt x="3790" y="7434"/>
                    <a:pt x="3809" y="7492"/>
                    <a:pt x="3809" y="7530"/>
                  </a:cubicBezTo>
                  <a:cubicBezTo>
                    <a:pt x="3809" y="7607"/>
                    <a:pt x="3867" y="7664"/>
                    <a:pt x="3924" y="7664"/>
                  </a:cubicBezTo>
                  <a:cubicBezTo>
                    <a:pt x="4001" y="7664"/>
                    <a:pt x="4058" y="7607"/>
                    <a:pt x="4058" y="7568"/>
                  </a:cubicBezTo>
                  <a:cubicBezTo>
                    <a:pt x="4058" y="7454"/>
                    <a:pt x="4001" y="7358"/>
                    <a:pt x="3962" y="7281"/>
                  </a:cubicBezTo>
                  <a:cubicBezTo>
                    <a:pt x="3905" y="7186"/>
                    <a:pt x="3809" y="7109"/>
                    <a:pt x="3714" y="7052"/>
                  </a:cubicBezTo>
                  <a:cubicBezTo>
                    <a:pt x="3705" y="7047"/>
                    <a:pt x="3693" y="7045"/>
                    <a:pt x="3681" y="7045"/>
                  </a:cubicBezTo>
                  <a:close/>
                  <a:moveTo>
                    <a:pt x="1406" y="7386"/>
                  </a:moveTo>
                  <a:cubicBezTo>
                    <a:pt x="1366" y="7386"/>
                    <a:pt x="1326" y="7410"/>
                    <a:pt x="1302" y="7434"/>
                  </a:cubicBezTo>
                  <a:cubicBezTo>
                    <a:pt x="1245" y="7492"/>
                    <a:pt x="1283" y="7549"/>
                    <a:pt x="1321" y="7607"/>
                  </a:cubicBezTo>
                  <a:cubicBezTo>
                    <a:pt x="1455" y="7702"/>
                    <a:pt x="1608" y="7779"/>
                    <a:pt x="1761" y="7836"/>
                  </a:cubicBezTo>
                  <a:lnTo>
                    <a:pt x="1800" y="7836"/>
                  </a:lnTo>
                  <a:cubicBezTo>
                    <a:pt x="1857" y="7836"/>
                    <a:pt x="1876" y="7817"/>
                    <a:pt x="1914" y="7817"/>
                  </a:cubicBezTo>
                  <a:cubicBezTo>
                    <a:pt x="1972" y="7741"/>
                    <a:pt x="1914" y="7683"/>
                    <a:pt x="1876" y="7645"/>
                  </a:cubicBezTo>
                  <a:cubicBezTo>
                    <a:pt x="1723" y="7588"/>
                    <a:pt x="1589" y="7511"/>
                    <a:pt x="1474" y="7415"/>
                  </a:cubicBezTo>
                  <a:cubicBezTo>
                    <a:pt x="1453" y="7394"/>
                    <a:pt x="1429" y="7386"/>
                    <a:pt x="1406" y="7386"/>
                  </a:cubicBezTo>
                  <a:close/>
                  <a:moveTo>
                    <a:pt x="3672" y="7771"/>
                  </a:moveTo>
                  <a:cubicBezTo>
                    <a:pt x="3656" y="7771"/>
                    <a:pt x="3638" y="7774"/>
                    <a:pt x="3618" y="7779"/>
                  </a:cubicBezTo>
                  <a:cubicBezTo>
                    <a:pt x="3503" y="7817"/>
                    <a:pt x="3350" y="7836"/>
                    <a:pt x="3197" y="7875"/>
                  </a:cubicBezTo>
                  <a:cubicBezTo>
                    <a:pt x="3120" y="7875"/>
                    <a:pt x="3063" y="7913"/>
                    <a:pt x="3063" y="7990"/>
                  </a:cubicBezTo>
                  <a:cubicBezTo>
                    <a:pt x="3063" y="8066"/>
                    <a:pt x="3120" y="8104"/>
                    <a:pt x="3197" y="8104"/>
                  </a:cubicBezTo>
                  <a:cubicBezTo>
                    <a:pt x="3407" y="8104"/>
                    <a:pt x="3580" y="8066"/>
                    <a:pt x="3733" y="7990"/>
                  </a:cubicBezTo>
                  <a:cubicBezTo>
                    <a:pt x="3790" y="7951"/>
                    <a:pt x="3809" y="7894"/>
                    <a:pt x="3790" y="7817"/>
                  </a:cubicBezTo>
                  <a:cubicBezTo>
                    <a:pt x="3748" y="7789"/>
                    <a:pt x="3716" y="7771"/>
                    <a:pt x="3672" y="7771"/>
                  </a:cubicBezTo>
                  <a:close/>
                  <a:moveTo>
                    <a:pt x="2508" y="7736"/>
                  </a:moveTo>
                  <a:cubicBezTo>
                    <a:pt x="2479" y="7736"/>
                    <a:pt x="2450" y="7750"/>
                    <a:pt x="2431" y="7779"/>
                  </a:cubicBezTo>
                  <a:lnTo>
                    <a:pt x="2374" y="7817"/>
                  </a:lnTo>
                  <a:cubicBezTo>
                    <a:pt x="2355" y="7817"/>
                    <a:pt x="2297" y="7798"/>
                    <a:pt x="2278" y="7798"/>
                  </a:cubicBezTo>
                  <a:cubicBezTo>
                    <a:pt x="2260" y="7794"/>
                    <a:pt x="2244" y="7791"/>
                    <a:pt x="2230" y="7791"/>
                  </a:cubicBezTo>
                  <a:cubicBezTo>
                    <a:pt x="2185" y="7791"/>
                    <a:pt x="2159" y="7816"/>
                    <a:pt x="2144" y="7875"/>
                  </a:cubicBezTo>
                  <a:cubicBezTo>
                    <a:pt x="2106" y="7913"/>
                    <a:pt x="2163" y="7990"/>
                    <a:pt x="2202" y="8009"/>
                  </a:cubicBezTo>
                  <a:cubicBezTo>
                    <a:pt x="2182" y="8066"/>
                    <a:pt x="2144" y="8104"/>
                    <a:pt x="2106" y="8162"/>
                  </a:cubicBezTo>
                  <a:cubicBezTo>
                    <a:pt x="2068" y="8200"/>
                    <a:pt x="2087" y="8277"/>
                    <a:pt x="2144" y="8315"/>
                  </a:cubicBezTo>
                  <a:cubicBezTo>
                    <a:pt x="2163" y="8353"/>
                    <a:pt x="2182" y="8353"/>
                    <a:pt x="2202" y="8353"/>
                  </a:cubicBezTo>
                  <a:cubicBezTo>
                    <a:pt x="2240" y="8353"/>
                    <a:pt x="2278" y="8315"/>
                    <a:pt x="2297" y="8296"/>
                  </a:cubicBezTo>
                  <a:cubicBezTo>
                    <a:pt x="2355" y="8219"/>
                    <a:pt x="2431" y="8162"/>
                    <a:pt x="2470" y="8085"/>
                  </a:cubicBezTo>
                  <a:cubicBezTo>
                    <a:pt x="2546" y="8104"/>
                    <a:pt x="2642" y="8124"/>
                    <a:pt x="2718" y="8124"/>
                  </a:cubicBezTo>
                  <a:cubicBezTo>
                    <a:pt x="2731" y="8132"/>
                    <a:pt x="2744" y="8136"/>
                    <a:pt x="2756" y="8136"/>
                  </a:cubicBezTo>
                  <a:cubicBezTo>
                    <a:pt x="2799" y="8136"/>
                    <a:pt x="2837" y="8088"/>
                    <a:pt x="2852" y="8028"/>
                  </a:cubicBezTo>
                  <a:cubicBezTo>
                    <a:pt x="2871" y="7970"/>
                    <a:pt x="2833" y="7894"/>
                    <a:pt x="2757" y="7894"/>
                  </a:cubicBezTo>
                  <a:cubicBezTo>
                    <a:pt x="2718" y="7875"/>
                    <a:pt x="2680" y="7875"/>
                    <a:pt x="2642" y="7875"/>
                  </a:cubicBezTo>
                  <a:cubicBezTo>
                    <a:pt x="2642" y="7836"/>
                    <a:pt x="2623" y="7798"/>
                    <a:pt x="2584" y="7779"/>
                  </a:cubicBezTo>
                  <a:cubicBezTo>
                    <a:pt x="2565" y="7750"/>
                    <a:pt x="2537" y="7736"/>
                    <a:pt x="2508" y="7736"/>
                  </a:cubicBezTo>
                  <a:close/>
                  <a:moveTo>
                    <a:pt x="1972" y="8480"/>
                  </a:moveTo>
                  <a:cubicBezTo>
                    <a:pt x="1928" y="8480"/>
                    <a:pt x="1867" y="8502"/>
                    <a:pt x="1838" y="8545"/>
                  </a:cubicBezTo>
                  <a:cubicBezTo>
                    <a:pt x="1761" y="8679"/>
                    <a:pt x="1685" y="8832"/>
                    <a:pt x="1608" y="8966"/>
                  </a:cubicBezTo>
                  <a:cubicBezTo>
                    <a:pt x="1589" y="9042"/>
                    <a:pt x="1608" y="9119"/>
                    <a:pt x="1666" y="9138"/>
                  </a:cubicBezTo>
                  <a:cubicBezTo>
                    <a:pt x="1666" y="9157"/>
                    <a:pt x="1685" y="9157"/>
                    <a:pt x="1704" y="9157"/>
                  </a:cubicBezTo>
                  <a:cubicBezTo>
                    <a:pt x="1723" y="9157"/>
                    <a:pt x="1780" y="9138"/>
                    <a:pt x="1819" y="9061"/>
                  </a:cubicBezTo>
                  <a:cubicBezTo>
                    <a:pt x="1895" y="8927"/>
                    <a:pt x="1991" y="8793"/>
                    <a:pt x="2068" y="8659"/>
                  </a:cubicBezTo>
                  <a:cubicBezTo>
                    <a:pt x="2087" y="8602"/>
                    <a:pt x="2068" y="8506"/>
                    <a:pt x="2010" y="8487"/>
                  </a:cubicBezTo>
                  <a:cubicBezTo>
                    <a:pt x="2001" y="8482"/>
                    <a:pt x="1987" y="8480"/>
                    <a:pt x="1972" y="8480"/>
                  </a:cubicBezTo>
                  <a:close/>
                  <a:moveTo>
                    <a:pt x="1489" y="9342"/>
                  </a:moveTo>
                  <a:cubicBezTo>
                    <a:pt x="1441" y="9342"/>
                    <a:pt x="1393" y="9367"/>
                    <a:pt x="1379" y="9425"/>
                  </a:cubicBezTo>
                  <a:cubicBezTo>
                    <a:pt x="1302" y="9578"/>
                    <a:pt x="1245" y="9731"/>
                    <a:pt x="1206" y="9884"/>
                  </a:cubicBezTo>
                  <a:cubicBezTo>
                    <a:pt x="1187" y="9923"/>
                    <a:pt x="1206" y="9999"/>
                    <a:pt x="1283" y="10018"/>
                  </a:cubicBezTo>
                  <a:lnTo>
                    <a:pt x="1321" y="10018"/>
                  </a:lnTo>
                  <a:cubicBezTo>
                    <a:pt x="1379" y="10018"/>
                    <a:pt x="1417" y="9999"/>
                    <a:pt x="1436" y="9961"/>
                  </a:cubicBezTo>
                  <a:cubicBezTo>
                    <a:pt x="1493" y="9808"/>
                    <a:pt x="1532" y="9674"/>
                    <a:pt x="1608" y="9521"/>
                  </a:cubicBezTo>
                  <a:cubicBezTo>
                    <a:pt x="1627" y="9444"/>
                    <a:pt x="1608" y="9387"/>
                    <a:pt x="1532" y="9349"/>
                  </a:cubicBezTo>
                  <a:cubicBezTo>
                    <a:pt x="1518" y="9344"/>
                    <a:pt x="1503" y="9342"/>
                    <a:pt x="1489" y="9342"/>
                  </a:cubicBezTo>
                  <a:close/>
                  <a:moveTo>
                    <a:pt x="1206" y="10229"/>
                  </a:moveTo>
                  <a:cubicBezTo>
                    <a:pt x="1130" y="10229"/>
                    <a:pt x="1091" y="10267"/>
                    <a:pt x="1053" y="10325"/>
                  </a:cubicBezTo>
                  <a:cubicBezTo>
                    <a:pt x="1034" y="10497"/>
                    <a:pt x="1015" y="10650"/>
                    <a:pt x="996" y="10803"/>
                  </a:cubicBezTo>
                  <a:cubicBezTo>
                    <a:pt x="996" y="10880"/>
                    <a:pt x="1034" y="10956"/>
                    <a:pt x="1111" y="10956"/>
                  </a:cubicBezTo>
                  <a:cubicBezTo>
                    <a:pt x="1187" y="10956"/>
                    <a:pt x="1225" y="10937"/>
                    <a:pt x="1225" y="10841"/>
                  </a:cubicBezTo>
                  <a:cubicBezTo>
                    <a:pt x="1225" y="10688"/>
                    <a:pt x="1283" y="10554"/>
                    <a:pt x="1302" y="10382"/>
                  </a:cubicBezTo>
                  <a:cubicBezTo>
                    <a:pt x="1302" y="10306"/>
                    <a:pt x="1283" y="10267"/>
                    <a:pt x="1206" y="10229"/>
                  </a:cubicBezTo>
                  <a:close/>
                  <a:moveTo>
                    <a:pt x="1091" y="11205"/>
                  </a:moveTo>
                  <a:cubicBezTo>
                    <a:pt x="1015" y="11205"/>
                    <a:pt x="957" y="11243"/>
                    <a:pt x="957" y="11320"/>
                  </a:cubicBezTo>
                  <a:cubicBezTo>
                    <a:pt x="996" y="11397"/>
                    <a:pt x="996" y="11435"/>
                    <a:pt x="996" y="11511"/>
                  </a:cubicBezTo>
                  <a:cubicBezTo>
                    <a:pt x="996" y="11626"/>
                    <a:pt x="1015" y="11722"/>
                    <a:pt x="1034" y="11818"/>
                  </a:cubicBezTo>
                  <a:cubicBezTo>
                    <a:pt x="1053" y="11856"/>
                    <a:pt x="1111" y="11913"/>
                    <a:pt x="1149" y="11913"/>
                  </a:cubicBezTo>
                  <a:cubicBezTo>
                    <a:pt x="1245" y="11894"/>
                    <a:pt x="1302" y="11837"/>
                    <a:pt x="1283" y="11779"/>
                  </a:cubicBezTo>
                  <a:cubicBezTo>
                    <a:pt x="1245" y="11684"/>
                    <a:pt x="1225" y="11588"/>
                    <a:pt x="1225" y="11492"/>
                  </a:cubicBezTo>
                  <a:cubicBezTo>
                    <a:pt x="1206" y="11435"/>
                    <a:pt x="1206" y="11358"/>
                    <a:pt x="1206" y="11320"/>
                  </a:cubicBezTo>
                  <a:cubicBezTo>
                    <a:pt x="1206" y="11243"/>
                    <a:pt x="1149" y="11205"/>
                    <a:pt x="1091" y="11205"/>
                  </a:cubicBezTo>
                  <a:close/>
                  <a:moveTo>
                    <a:pt x="1337" y="12136"/>
                  </a:moveTo>
                  <a:cubicBezTo>
                    <a:pt x="1323" y="12136"/>
                    <a:pt x="1312" y="12138"/>
                    <a:pt x="1302" y="12143"/>
                  </a:cubicBezTo>
                  <a:cubicBezTo>
                    <a:pt x="1245" y="12200"/>
                    <a:pt x="1225" y="12277"/>
                    <a:pt x="1245" y="12315"/>
                  </a:cubicBezTo>
                  <a:cubicBezTo>
                    <a:pt x="1321" y="12468"/>
                    <a:pt x="1436" y="12602"/>
                    <a:pt x="1570" y="12717"/>
                  </a:cubicBezTo>
                  <a:cubicBezTo>
                    <a:pt x="1589" y="12756"/>
                    <a:pt x="1608" y="12756"/>
                    <a:pt x="1627" y="12756"/>
                  </a:cubicBezTo>
                  <a:cubicBezTo>
                    <a:pt x="1666" y="12756"/>
                    <a:pt x="1685" y="12736"/>
                    <a:pt x="1723" y="12717"/>
                  </a:cubicBezTo>
                  <a:cubicBezTo>
                    <a:pt x="1780" y="12679"/>
                    <a:pt x="1780" y="12602"/>
                    <a:pt x="1723" y="12564"/>
                  </a:cubicBezTo>
                  <a:cubicBezTo>
                    <a:pt x="1627" y="12430"/>
                    <a:pt x="1532" y="12315"/>
                    <a:pt x="1474" y="12200"/>
                  </a:cubicBezTo>
                  <a:cubicBezTo>
                    <a:pt x="1431" y="12157"/>
                    <a:pt x="1377" y="12136"/>
                    <a:pt x="1337" y="12136"/>
                  </a:cubicBezTo>
                  <a:close/>
                  <a:moveTo>
                    <a:pt x="2033" y="12787"/>
                  </a:moveTo>
                  <a:cubicBezTo>
                    <a:pt x="1983" y="12787"/>
                    <a:pt x="1943" y="12808"/>
                    <a:pt x="1914" y="12851"/>
                  </a:cubicBezTo>
                  <a:cubicBezTo>
                    <a:pt x="1895" y="12928"/>
                    <a:pt x="1914" y="12985"/>
                    <a:pt x="1972" y="13023"/>
                  </a:cubicBezTo>
                  <a:cubicBezTo>
                    <a:pt x="2106" y="13081"/>
                    <a:pt x="2278" y="13138"/>
                    <a:pt x="2470" y="13177"/>
                  </a:cubicBezTo>
                  <a:cubicBezTo>
                    <a:pt x="2527" y="13177"/>
                    <a:pt x="2565" y="13138"/>
                    <a:pt x="2623" y="13081"/>
                  </a:cubicBezTo>
                  <a:cubicBezTo>
                    <a:pt x="2623" y="13004"/>
                    <a:pt x="2584" y="12966"/>
                    <a:pt x="2527" y="12947"/>
                  </a:cubicBezTo>
                  <a:cubicBezTo>
                    <a:pt x="2355" y="12909"/>
                    <a:pt x="2202" y="12870"/>
                    <a:pt x="2087" y="12794"/>
                  </a:cubicBezTo>
                  <a:cubicBezTo>
                    <a:pt x="2068" y="12789"/>
                    <a:pt x="2050" y="12787"/>
                    <a:pt x="2033" y="12787"/>
                  </a:cubicBezTo>
                  <a:close/>
                  <a:moveTo>
                    <a:pt x="3992" y="12942"/>
                  </a:moveTo>
                  <a:cubicBezTo>
                    <a:pt x="3982" y="12942"/>
                    <a:pt x="3972" y="12944"/>
                    <a:pt x="3962" y="12947"/>
                  </a:cubicBezTo>
                  <a:cubicBezTo>
                    <a:pt x="3962" y="12947"/>
                    <a:pt x="3905" y="12966"/>
                    <a:pt x="3867" y="12966"/>
                  </a:cubicBezTo>
                  <a:cubicBezTo>
                    <a:pt x="3790" y="12985"/>
                    <a:pt x="3771" y="13043"/>
                    <a:pt x="3771" y="13119"/>
                  </a:cubicBezTo>
                  <a:cubicBezTo>
                    <a:pt x="3790" y="13157"/>
                    <a:pt x="3829" y="13215"/>
                    <a:pt x="3886" y="13215"/>
                  </a:cubicBezTo>
                  <a:cubicBezTo>
                    <a:pt x="3982" y="13177"/>
                    <a:pt x="4001" y="13177"/>
                    <a:pt x="4001" y="13177"/>
                  </a:cubicBezTo>
                  <a:cubicBezTo>
                    <a:pt x="4077" y="13157"/>
                    <a:pt x="4116" y="13100"/>
                    <a:pt x="4096" y="13043"/>
                  </a:cubicBezTo>
                  <a:cubicBezTo>
                    <a:pt x="4081" y="12979"/>
                    <a:pt x="4038" y="12942"/>
                    <a:pt x="3992" y="12942"/>
                  </a:cubicBezTo>
                  <a:close/>
                  <a:moveTo>
                    <a:pt x="2929" y="13023"/>
                  </a:moveTo>
                  <a:cubicBezTo>
                    <a:pt x="2871" y="13023"/>
                    <a:pt x="2795" y="13062"/>
                    <a:pt x="2795" y="13138"/>
                  </a:cubicBezTo>
                  <a:cubicBezTo>
                    <a:pt x="2795" y="13177"/>
                    <a:pt x="2852" y="13253"/>
                    <a:pt x="2929" y="13253"/>
                  </a:cubicBezTo>
                  <a:lnTo>
                    <a:pt x="3369" y="13253"/>
                  </a:lnTo>
                  <a:cubicBezTo>
                    <a:pt x="3446" y="13253"/>
                    <a:pt x="3503" y="13196"/>
                    <a:pt x="3503" y="13138"/>
                  </a:cubicBezTo>
                  <a:cubicBezTo>
                    <a:pt x="3503" y="13062"/>
                    <a:pt x="3446" y="13023"/>
                    <a:pt x="3369" y="13023"/>
                  </a:cubicBezTo>
                  <a:cubicBezTo>
                    <a:pt x="3293" y="13023"/>
                    <a:pt x="3199" y="13032"/>
                    <a:pt x="3094" y="13032"/>
                  </a:cubicBezTo>
                  <a:cubicBezTo>
                    <a:pt x="3042" y="13032"/>
                    <a:pt x="2986" y="13030"/>
                    <a:pt x="2929" y="1302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33"/>
          <p:cNvSpPr txBox="1"/>
          <p:nvPr>
            <p:ph idx="1" type="subTitle"/>
          </p:nvPr>
        </p:nvSpPr>
        <p:spPr>
          <a:xfrm>
            <a:off x="2066388" y="1251350"/>
            <a:ext cx="4745700" cy="3567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1800"/>
              <a:t>localhost/api/bills-by-person/</a:t>
            </a:r>
            <a:r>
              <a:rPr lang="en" sz="1800"/>
              <a:t> retrieve active bills and debts sorted by which household member other than the logged in user they are owed to/by</a:t>
            </a:r>
            <a:endParaRPr sz="1800"/>
          </a:p>
          <a:p>
            <a:pPr indent="-330200" lvl="0" marL="457200" rtl="0" algn="l">
              <a:spcBef>
                <a:spcPts val="600"/>
              </a:spcBef>
              <a:spcAft>
                <a:spcPts val="0"/>
              </a:spcAft>
              <a:buSzPts val="1600"/>
              <a:buFont typeface="Roboto Mono"/>
              <a:buChar char="●"/>
            </a:pPr>
            <a:r>
              <a:rPr lang="en">
                <a:latin typeface="Roboto Mono"/>
                <a:ea typeface="Roboto Mono"/>
                <a:cs typeface="Roboto Mono"/>
                <a:sym typeface="Roboto Mono"/>
              </a:rPr>
              <a:t>getBillsByPerson()</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b="1" lang="en" sz="1800"/>
              <a:t>localhost/api/bills-resolved/ </a:t>
            </a:r>
            <a:r>
              <a:rPr lang="en" sz="1800"/>
              <a:t>retrieve all resolved bills and debts that you were involved in</a:t>
            </a:r>
            <a:endParaRPr sz="1800"/>
          </a:p>
          <a:p>
            <a:pPr indent="-330200" lvl="0" marL="457200" marR="0" rtl="0" algn="l">
              <a:lnSpc>
                <a:spcPct val="100000"/>
              </a:lnSpc>
              <a:spcBef>
                <a:spcPts val="600"/>
              </a:spcBef>
              <a:spcAft>
                <a:spcPts val="0"/>
              </a:spcAft>
              <a:buSzPts val="1600"/>
              <a:buFont typeface="Roboto Mono"/>
              <a:buChar char="●"/>
            </a:pPr>
            <a:r>
              <a:rPr lang="en">
                <a:latin typeface="Roboto Mono"/>
                <a:ea typeface="Roboto Mono"/>
                <a:cs typeface="Roboto Mono"/>
                <a:sym typeface="Roboto Mono"/>
              </a:rPr>
              <a:t>getResolved()</a:t>
            </a:r>
            <a:endParaRPr>
              <a:latin typeface="Roboto Mono"/>
              <a:ea typeface="Roboto Mono"/>
              <a:cs typeface="Roboto Mono"/>
              <a:sym typeface="Roboto Mono"/>
            </a:endParaRPr>
          </a:p>
        </p:txBody>
      </p:sp>
      <p:sp>
        <p:nvSpPr>
          <p:cNvPr id="1345" name="Google Shape;1345;p33"/>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End Point Routes</a:t>
            </a:r>
            <a:endParaRPr/>
          </a:p>
        </p:txBody>
      </p:sp>
      <p:grpSp>
        <p:nvGrpSpPr>
          <p:cNvPr id="1346" name="Google Shape;1346;p33"/>
          <p:cNvGrpSpPr/>
          <p:nvPr/>
        </p:nvGrpSpPr>
        <p:grpSpPr>
          <a:xfrm>
            <a:off x="7703174" y="1583252"/>
            <a:ext cx="912442" cy="904767"/>
            <a:chOff x="7775874" y="1308052"/>
            <a:chExt cx="912442" cy="904767"/>
          </a:xfrm>
        </p:grpSpPr>
        <p:sp>
          <p:nvSpPr>
            <p:cNvPr id="1347" name="Google Shape;1347;p33"/>
            <p:cNvSpPr/>
            <p:nvPr/>
          </p:nvSpPr>
          <p:spPr>
            <a:xfrm>
              <a:off x="7775874" y="1308052"/>
              <a:ext cx="912442" cy="904767"/>
            </a:xfrm>
            <a:custGeom>
              <a:rect b="b" l="l" r="r" t="t"/>
              <a:pathLst>
                <a:path extrusionOk="0" h="11199" w="11294">
                  <a:moveTo>
                    <a:pt x="4135" y="2642"/>
                  </a:moveTo>
                  <a:cubicBezTo>
                    <a:pt x="4288" y="2738"/>
                    <a:pt x="4441" y="2834"/>
                    <a:pt x="4594" y="2949"/>
                  </a:cubicBezTo>
                  <a:cubicBezTo>
                    <a:pt x="4728" y="3063"/>
                    <a:pt x="4919" y="3121"/>
                    <a:pt x="5092" y="3121"/>
                  </a:cubicBezTo>
                  <a:cubicBezTo>
                    <a:pt x="5187" y="3121"/>
                    <a:pt x="5264" y="3083"/>
                    <a:pt x="5360" y="3063"/>
                  </a:cubicBezTo>
                  <a:cubicBezTo>
                    <a:pt x="5532" y="3025"/>
                    <a:pt x="5647" y="2929"/>
                    <a:pt x="5761" y="2776"/>
                  </a:cubicBezTo>
                  <a:cubicBezTo>
                    <a:pt x="5838" y="2872"/>
                    <a:pt x="5934" y="2929"/>
                    <a:pt x="6029" y="2968"/>
                  </a:cubicBezTo>
                  <a:cubicBezTo>
                    <a:pt x="6144" y="3025"/>
                    <a:pt x="6278" y="3063"/>
                    <a:pt x="6393" y="3063"/>
                  </a:cubicBezTo>
                  <a:cubicBezTo>
                    <a:pt x="6565" y="3063"/>
                    <a:pt x="6699" y="3025"/>
                    <a:pt x="6814" y="2949"/>
                  </a:cubicBezTo>
                  <a:cubicBezTo>
                    <a:pt x="6872" y="2929"/>
                    <a:pt x="6891" y="2910"/>
                    <a:pt x="6948" y="2910"/>
                  </a:cubicBezTo>
                  <a:cubicBezTo>
                    <a:pt x="6948" y="3044"/>
                    <a:pt x="6967" y="3178"/>
                    <a:pt x="7063" y="3389"/>
                  </a:cubicBezTo>
                  <a:cubicBezTo>
                    <a:pt x="7120" y="3542"/>
                    <a:pt x="7350" y="3829"/>
                    <a:pt x="7810" y="3829"/>
                  </a:cubicBezTo>
                  <a:lnTo>
                    <a:pt x="7905" y="3829"/>
                  </a:lnTo>
                  <a:cubicBezTo>
                    <a:pt x="7982" y="3810"/>
                    <a:pt x="8116" y="3810"/>
                    <a:pt x="8288" y="3791"/>
                  </a:cubicBezTo>
                  <a:lnTo>
                    <a:pt x="8288" y="3791"/>
                  </a:lnTo>
                  <a:cubicBezTo>
                    <a:pt x="8250" y="3810"/>
                    <a:pt x="8250" y="3867"/>
                    <a:pt x="8231" y="3886"/>
                  </a:cubicBezTo>
                  <a:cubicBezTo>
                    <a:pt x="8154" y="4001"/>
                    <a:pt x="8077" y="4193"/>
                    <a:pt x="8135" y="4403"/>
                  </a:cubicBezTo>
                  <a:cubicBezTo>
                    <a:pt x="8154" y="4767"/>
                    <a:pt x="8441" y="5054"/>
                    <a:pt x="8786" y="5092"/>
                  </a:cubicBezTo>
                  <a:cubicBezTo>
                    <a:pt x="8824" y="5092"/>
                    <a:pt x="8862" y="5131"/>
                    <a:pt x="8901" y="5131"/>
                  </a:cubicBezTo>
                  <a:cubicBezTo>
                    <a:pt x="8824" y="5188"/>
                    <a:pt x="8728" y="5245"/>
                    <a:pt x="8633" y="5322"/>
                  </a:cubicBezTo>
                  <a:cubicBezTo>
                    <a:pt x="8613" y="5341"/>
                    <a:pt x="8594" y="5360"/>
                    <a:pt x="8537" y="5379"/>
                  </a:cubicBezTo>
                  <a:cubicBezTo>
                    <a:pt x="8384" y="5552"/>
                    <a:pt x="8288" y="5781"/>
                    <a:pt x="8288" y="5992"/>
                  </a:cubicBezTo>
                  <a:cubicBezTo>
                    <a:pt x="8288" y="6202"/>
                    <a:pt x="8326" y="6394"/>
                    <a:pt x="8499" y="6566"/>
                  </a:cubicBezTo>
                  <a:cubicBezTo>
                    <a:pt x="8518" y="6585"/>
                    <a:pt x="8575" y="6643"/>
                    <a:pt x="8613" y="6662"/>
                  </a:cubicBezTo>
                  <a:cubicBezTo>
                    <a:pt x="8671" y="6681"/>
                    <a:pt x="8709" y="6738"/>
                    <a:pt x="8767" y="6758"/>
                  </a:cubicBezTo>
                  <a:cubicBezTo>
                    <a:pt x="8633" y="6777"/>
                    <a:pt x="8518" y="6796"/>
                    <a:pt x="8384" y="6815"/>
                  </a:cubicBezTo>
                  <a:cubicBezTo>
                    <a:pt x="8307" y="6815"/>
                    <a:pt x="8231" y="6853"/>
                    <a:pt x="8192" y="6892"/>
                  </a:cubicBezTo>
                  <a:cubicBezTo>
                    <a:pt x="8039" y="6968"/>
                    <a:pt x="7944" y="7064"/>
                    <a:pt x="7905" y="7102"/>
                  </a:cubicBezTo>
                  <a:cubicBezTo>
                    <a:pt x="7848" y="7160"/>
                    <a:pt x="7810" y="7236"/>
                    <a:pt x="7752" y="7293"/>
                  </a:cubicBezTo>
                  <a:cubicBezTo>
                    <a:pt x="7618" y="7561"/>
                    <a:pt x="7637" y="7868"/>
                    <a:pt x="7771" y="8117"/>
                  </a:cubicBezTo>
                  <a:cubicBezTo>
                    <a:pt x="7771" y="8136"/>
                    <a:pt x="7810" y="8136"/>
                    <a:pt x="7810" y="8155"/>
                  </a:cubicBezTo>
                  <a:cubicBezTo>
                    <a:pt x="7733" y="8136"/>
                    <a:pt x="7656" y="8136"/>
                    <a:pt x="7618" y="8117"/>
                  </a:cubicBezTo>
                  <a:cubicBezTo>
                    <a:pt x="7542" y="8097"/>
                    <a:pt x="7465" y="8097"/>
                    <a:pt x="7388" y="8097"/>
                  </a:cubicBezTo>
                  <a:cubicBezTo>
                    <a:pt x="7082" y="8097"/>
                    <a:pt x="6795" y="8289"/>
                    <a:pt x="6661" y="8576"/>
                  </a:cubicBezTo>
                  <a:cubicBezTo>
                    <a:pt x="6623" y="8595"/>
                    <a:pt x="6623" y="8633"/>
                    <a:pt x="6604" y="8672"/>
                  </a:cubicBezTo>
                  <a:cubicBezTo>
                    <a:pt x="6585" y="8710"/>
                    <a:pt x="6585" y="8767"/>
                    <a:pt x="6565" y="8786"/>
                  </a:cubicBezTo>
                  <a:lnTo>
                    <a:pt x="6412" y="8576"/>
                  </a:lnTo>
                  <a:cubicBezTo>
                    <a:pt x="6393" y="8538"/>
                    <a:pt x="6374" y="8499"/>
                    <a:pt x="6336" y="8480"/>
                  </a:cubicBezTo>
                  <a:cubicBezTo>
                    <a:pt x="6278" y="8404"/>
                    <a:pt x="6202" y="8346"/>
                    <a:pt x="6125" y="8308"/>
                  </a:cubicBezTo>
                  <a:cubicBezTo>
                    <a:pt x="6087" y="8251"/>
                    <a:pt x="6010" y="8212"/>
                    <a:pt x="5934" y="8193"/>
                  </a:cubicBezTo>
                  <a:cubicBezTo>
                    <a:pt x="5838" y="8136"/>
                    <a:pt x="5742" y="8136"/>
                    <a:pt x="5666" y="8136"/>
                  </a:cubicBezTo>
                  <a:cubicBezTo>
                    <a:pt x="5474" y="8136"/>
                    <a:pt x="5321" y="8212"/>
                    <a:pt x="5168" y="8346"/>
                  </a:cubicBezTo>
                  <a:lnTo>
                    <a:pt x="4958" y="8576"/>
                  </a:lnTo>
                  <a:cubicBezTo>
                    <a:pt x="4900" y="8423"/>
                    <a:pt x="4843" y="8289"/>
                    <a:pt x="4709" y="8155"/>
                  </a:cubicBezTo>
                  <a:cubicBezTo>
                    <a:pt x="4613" y="8059"/>
                    <a:pt x="4479" y="8002"/>
                    <a:pt x="4326" y="7963"/>
                  </a:cubicBezTo>
                  <a:cubicBezTo>
                    <a:pt x="4288" y="7963"/>
                    <a:pt x="4230" y="7944"/>
                    <a:pt x="4173" y="7944"/>
                  </a:cubicBezTo>
                  <a:cubicBezTo>
                    <a:pt x="4039" y="7944"/>
                    <a:pt x="3924" y="7963"/>
                    <a:pt x="3809" y="8021"/>
                  </a:cubicBezTo>
                  <a:cubicBezTo>
                    <a:pt x="3694" y="8059"/>
                    <a:pt x="3560" y="8117"/>
                    <a:pt x="3426" y="8155"/>
                  </a:cubicBezTo>
                  <a:cubicBezTo>
                    <a:pt x="3426" y="8117"/>
                    <a:pt x="3465" y="8002"/>
                    <a:pt x="3465" y="8002"/>
                  </a:cubicBezTo>
                  <a:cubicBezTo>
                    <a:pt x="3522" y="7906"/>
                    <a:pt x="3541" y="7772"/>
                    <a:pt x="3541" y="7676"/>
                  </a:cubicBezTo>
                  <a:cubicBezTo>
                    <a:pt x="3541" y="7466"/>
                    <a:pt x="3465" y="7274"/>
                    <a:pt x="3311" y="7140"/>
                  </a:cubicBezTo>
                  <a:cubicBezTo>
                    <a:pt x="3254" y="7083"/>
                    <a:pt x="3082" y="6911"/>
                    <a:pt x="2852" y="6892"/>
                  </a:cubicBezTo>
                  <a:cubicBezTo>
                    <a:pt x="2776" y="6872"/>
                    <a:pt x="2680" y="6853"/>
                    <a:pt x="2603" y="6853"/>
                  </a:cubicBezTo>
                  <a:cubicBezTo>
                    <a:pt x="2661" y="6815"/>
                    <a:pt x="2699" y="6777"/>
                    <a:pt x="2737" y="6758"/>
                  </a:cubicBezTo>
                  <a:lnTo>
                    <a:pt x="2795" y="6681"/>
                  </a:lnTo>
                  <a:cubicBezTo>
                    <a:pt x="2967" y="6509"/>
                    <a:pt x="3063" y="6298"/>
                    <a:pt x="3063" y="6088"/>
                  </a:cubicBezTo>
                  <a:cubicBezTo>
                    <a:pt x="3063" y="5839"/>
                    <a:pt x="2967" y="5647"/>
                    <a:pt x="2795" y="5475"/>
                  </a:cubicBezTo>
                  <a:cubicBezTo>
                    <a:pt x="2756" y="5437"/>
                    <a:pt x="2699" y="5379"/>
                    <a:pt x="2642" y="5360"/>
                  </a:cubicBezTo>
                  <a:cubicBezTo>
                    <a:pt x="2546" y="5322"/>
                    <a:pt x="2412" y="5245"/>
                    <a:pt x="2335" y="5188"/>
                  </a:cubicBezTo>
                  <a:cubicBezTo>
                    <a:pt x="2412" y="5169"/>
                    <a:pt x="2488" y="5169"/>
                    <a:pt x="2565" y="5150"/>
                  </a:cubicBezTo>
                  <a:cubicBezTo>
                    <a:pt x="2680" y="5131"/>
                    <a:pt x="2814" y="5054"/>
                    <a:pt x="2910" y="4958"/>
                  </a:cubicBezTo>
                  <a:lnTo>
                    <a:pt x="2986" y="4882"/>
                  </a:lnTo>
                  <a:cubicBezTo>
                    <a:pt x="3139" y="4748"/>
                    <a:pt x="3235" y="4518"/>
                    <a:pt x="3235" y="4327"/>
                  </a:cubicBezTo>
                  <a:cubicBezTo>
                    <a:pt x="3235" y="4193"/>
                    <a:pt x="3178" y="4040"/>
                    <a:pt x="3101" y="3906"/>
                  </a:cubicBezTo>
                  <a:cubicBezTo>
                    <a:pt x="3082" y="3886"/>
                    <a:pt x="3063" y="3829"/>
                    <a:pt x="3063" y="3810"/>
                  </a:cubicBezTo>
                  <a:lnTo>
                    <a:pt x="3082" y="3810"/>
                  </a:lnTo>
                  <a:cubicBezTo>
                    <a:pt x="3139" y="3829"/>
                    <a:pt x="3178" y="3829"/>
                    <a:pt x="3254" y="3829"/>
                  </a:cubicBezTo>
                  <a:cubicBezTo>
                    <a:pt x="3484" y="3829"/>
                    <a:pt x="3713" y="3752"/>
                    <a:pt x="3847" y="3599"/>
                  </a:cubicBezTo>
                  <a:cubicBezTo>
                    <a:pt x="4020" y="3427"/>
                    <a:pt x="4115" y="3236"/>
                    <a:pt x="4115" y="2987"/>
                  </a:cubicBezTo>
                  <a:cubicBezTo>
                    <a:pt x="4115" y="2872"/>
                    <a:pt x="4115" y="2738"/>
                    <a:pt x="4135" y="2642"/>
                  </a:cubicBezTo>
                  <a:close/>
                  <a:moveTo>
                    <a:pt x="5647" y="1"/>
                  </a:moveTo>
                  <a:cubicBezTo>
                    <a:pt x="5149" y="1"/>
                    <a:pt x="4881" y="345"/>
                    <a:pt x="4613" y="1054"/>
                  </a:cubicBezTo>
                  <a:cubicBezTo>
                    <a:pt x="3809" y="556"/>
                    <a:pt x="3637" y="518"/>
                    <a:pt x="3407" y="518"/>
                  </a:cubicBezTo>
                  <a:cubicBezTo>
                    <a:pt x="3350" y="518"/>
                    <a:pt x="3273" y="518"/>
                    <a:pt x="3235" y="537"/>
                  </a:cubicBezTo>
                  <a:cubicBezTo>
                    <a:pt x="2680" y="671"/>
                    <a:pt x="2546" y="1130"/>
                    <a:pt x="2488" y="2049"/>
                  </a:cubicBezTo>
                  <a:cubicBezTo>
                    <a:pt x="2201" y="1992"/>
                    <a:pt x="1914" y="1953"/>
                    <a:pt x="1742" y="1953"/>
                  </a:cubicBezTo>
                  <a:cubicBezTo>
                    <a:pt x="1646" y="1953"/>
                    <a:pt x="1493" y="1953"/>
                    <a:pt x="1302" y="2049"/>
                  </a:cubicBezTo>
                  <a:cubicBezTo>
                    <a:pt x="1263" y="2068"/>
                    <a:pt x="1244" y="2068"/>
                    <a:pt x="1225" y="2087"/>
                  </a:cubicBezTo>
                  <a:cubicBezTo>
                    <a:pt x="651" y="2470"/>
                    <a:pt x="785" y="3063"/>
                    <a:pt x="1206" y="3906"/>
                  </a:cubicBezTo>
                  <a:cubicBezTo>
                    <a:pt x="498" y="4174"/>
                    <a:pt x="172" y="4499"/>
                    <a:pt x="96" y="4939"/>
                  </a:cubicBezTo>
                  <a:cubicBezTo>
                    <a:pt x="0" y="5399"/>
                    <a:pt x="249" y="5801"/>
                    <a:pt x="842" y="6279"/>
                  </a:cubicBezTo>
                  <a:cubicBezTo>
                    <a:pt x="364" y="6700"/>
                    <a:pt x="192" y="6968"/>
                    <a:pt x="211" y="7313"/>
                  </a:cubicBezTo>
                  <a:cubicBezTo>
                    <a:pt x="211" y="7370"/>
                    <a:pt x="249" y="7447"/>
                    <a:pt x="268" y="7542"/>
                  </a:cubicBezTo>
                  <a:cubicBezTo>
                    <a:pt x="402" y="7944"/>
                    <a:pt x="689" y="8136"/>
                    <a:pt x="1704" y="8461"/>
                  </a:cubicBezTo>
                  <a:cubicBezTo>
                    <a:pt x="1512" y="9169"/>
                    <a:pt x="1455" y="9418"/>
                    <a:pt x="1493" y="9610"/>
                  </a:cubicBezTo>
                  <a:cubicBezTo>
                    <a:pt x="1512" y="9992"/>
                    <a:pt x="1838" y="10375"/>
                    <a:pt x="2374" y="10375"/>
                  </a:cubicBezTo>
                  <a:cubicBezTo>
                    <a:pt x="2603" y="10375"/>
                    <a:pt x="2929" y="10299"/>
                    <a:pt x="3541" y="10050"/>
                  </a:cubicBezTo>
                  <a:cubicBezTo>
                    <a:pt x="3618" y="10394"/>
                    <a:pt x="3713" y="10624"/>
                    <a:pt x="3809" y="10758"/>
                  </a:cubicBezTo>
                  <a:lnTo>
                    <a:pt x="3886" y="10815"/>
                  </a:lnTo>
                  <a:cubicBezTo>
                    <a:pt x="4039" y="10988"/>
                    <a:pt x="4288" y="11083"/>
                    <a:pt x="4498" y="11083"/>
                  </a:cubicBezTo>
                  <a:cubicBezTo>
                    <a:pt x="4785" y="11083"/>
                    <a:pt x="5053" y="10968"/>
                    <a:pt x="5723" y="10375"/>
                  </a:cubicBezTo>
                  <a:cubicBezTo>
                    <a:pt x="6221" y="10988"/>
                    <a:pt x="6565" y="11198"/>
                    <a:pt x="6910" y="11198"/>
                  </a:cubicBezTo>
                  <a:lnTo>
                    <a:pt x="7044" y="11198"/>
                  </a:lnTo>
                  <a:cubicBezTo>
                    <a:pt x="7235" y="11198"/>
                    <a:pt x="7427" y="11141"/>
                    <a:pt x="7542" y="10988"/>
                  </a:cubicBezTo>
                  <a:cubicBezTo>
                    <a:pt x="7676" y="10854"/>
                    <a:pt x="7848" y="10509"/>
                    <a:pt x="8039" y="9992"/>
                  </a:cubicBezTo>
                  <a:cubicBezTo>
                    <a:pt x="8345" y="10031"/>
                    <a:pt x="8613" y="10050"/>
                    <a:pt x="8805" y="10050"/>
                  </a:cubicBezTo>
                  <a:cubicBezTo>
                    <a:pt x="9283" y="10050"/>
                    <a:pt x="9647" y="9897"/>
                    <a:pt x="9838" y="9552"/>
                  </a:cubicBezTo>
                  <a:cubicBezTo>
                    <a:pt x="10030" y="9227"/>
                    <a:pt x="9972" y="8863"/>
                    <a:pt x="9781" y="8365"/>
                  </a:cubicBezTo>
                  <a:cubicBezTo>
                    <a:pt x="10623" y="8117"/>
                    <a:pt x="10987" y="7829"/>
                    <a:pt x="11102" y="7408"/>
                  </a:cubicBezTo>
                  <a:cubicBezTo>
                    <a:pt x="11159" y="6853"/>
                    <a:pt x="10872" y="6413"/>
                    <a:pt x="10432" y="6011"/>
                  </a:cubicBezTo>
                  <a:cubicBezTo>
                    <a:pt x="11025" y="5494"/>
                    <a:pt x="11293" y="5073"/>
                    <a:pt x="11121" y="4576"/>
                  </a:cubicBezTo>
                  <a:lnTo>
                    <a:pt x="11121" y="4556"/>
                  </a:lnTo>
                  <a:cubicBezTo>
                    <a:pt x="11025" y="4269"/>
                    <a:pt x="10795" y="4020"/>
                    <a:pt x="10106" y="3772"/>
                  </a:cubicBezTo>
                  <a:cubicBezTo>
                    <a:pt x="10355" y="3197"/>
                    <a:pt x="10355" y="3025"/>
                    <a:pt x="10355" y="2910"/>
                  </a:cubicBezTo>
                  <a:cubicBezTo>
                    <a:pt x="10355" y="2681"/>
                    <a:pt x="10298" y="1992"/>
                    <a:pt x="9207" y="1992"/>
                  </a:cubicBezTo>
                  <a:cubicBezTo>
                    <a:pt x="9073" y="1992"/>
                    <a:pt x="8920" y="1992"/>
                    <a:pt x="8767" y="2011"/>
                  </a:cubicBezTo>
                  <a:cubicBezTo>
                    <a:pt x="8786" y="1513"/>
                    <a:pt x="8709" y="1054"/>
                    <a:pt x="8250" y="862"/>
                  </a:cubicBezTo>
                  <a:cubicBezTo>
                    <a:pt x="8135" y="786"/>
                    <a:pt x="8001" y="767"/>
                    <a:pt x="7829" y="767"/>
                  </a:cubicBezTo>
                  <a:cubicBezTo>
                    <a:pt x="7714" y="767"/>
                    <a:pt x="7484" y="767"/>
                    <a:pt x="6757" y="1130"/>
                  </a:cubicBezTo>
                  <a:cubicBezTo>
                    <a:pt x="6412" y="365"/>
                    <a:pt x="6240" y="192"/>
                    <a:pt x="6010" y="77"/>
                  </a:cubicBezTo>
                  <a:cubicBezTo>
                    <a:pt x="5915" y="39"/>
                    <a:pt x="5800" y="1"/>
                    <a:pt x="5704" y="1"/>
                  </a:cubicBezTo>
                  <a:close/>
                </a:path>
              </a:pathLst>
            </a:custGeom>
            <a:solidFill>
              <a:schemeClr val="lt1"/>
            </a:solidFill>
            <a:ln>
              <a:noFill/>
            </a:ln>
            <a:effectLst>
              <a:outerShdw blurRad="85725" rotWithShape="0" algn="bl" dir="4680000" dist="6667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3"/>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116"/>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64"/>
                    <a:pt x="6144" y="9437"/>
                  </a:cubicBezTo>
                  <a:cubicBezTo>
                    <a:pt x="5991" y="9322"/>
                    <a:pt x="5532" y="8767"/>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67" y="8480"/>
                    <a:pt x="1742" y="8537"/>
                  </a:cubicBezTo>
                  <a:cubicBezTo>
                    <a:pt x="1780" y="8288"/>
                    <a:pt x="1972" y="7618"/>
                    <a:pt x="2125" y="7025"/>
                  </a:cubicBezTo>
                  <a:cubicBezTo>
                    <a:pt x="2163" y="7006"/>
                    <a:pt x="2163" y="6948"/>
                    <a:pt x="2125" y="6929"/>
                  </a:cubicBezTo>
                  <a:cubicBezTo>
                    <a:pt x="2106" y="6910"/>
                    <a:pt x="2086" y="6891"/>
                    <a:pt x="2067" y="6891"/>
                  </a:cubicBezTo>
                  <a:cubicBezTo>
                    <a:pt x="1436" y="6738"/>
                    <a:pt x="689" y="6527"/>
                    <a:pt x="498" y="6412"/>
                  </a:cubicBezTo>
                  <a:cubicBezTo>
                    <a:pt x="651" y="6240"/>
                    <a:pt x="1168" y="5800"/>
                    <a:pt x="1646" y="5455"/>
                  </a:cubicBezTo>
                  <a:cubicBezTo>
                    <a:pt x="1684" y="5417"/>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40"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47" y="0"/>
                    <a:pt x="4307" y="1436"/>
                  </a:cubicBezTo>
                  <a:cubicBezTo>
                    <a:pt x="3369" y="804"/>
                    <a:pt x="2852" y="498"/>
                    <a:pt x="2737" y="498"/>
                  </a:cubicBezTo>
                  <a:lnTo>
                    <a:pt x="2699" y="498"/>
                  </a:lnTo>
                  <a:cubicBezTo>
                    <a:pt x="2603" y="517"/>
                    <a:pt x="2508" y="536"/>
                    <a:pt x="2469" y="2201"/>
                  </a:cubicBezTo>
                  <a:cubicBezTo>
                    <a:pt x="2125" y="2106"/>
                    <a:pt x="1302" y="1914"/>
                    <a:pt x="1034" y="1914"/>
                  </a:cubicBezTo>
                  <a:cubicBezTo>
                    <a:pt x="976" y="1914"/>
                    <a:pt x="938" y="1914"/>
                    <a:pt x="881" y="1933"/>
                  </a:cubicBezTo>
                  <a:cubicBezTo>
                    <a:pt x="823" y="1991"/>
                    <a:pt x="689" y="2048"/>
                    <a:pt x="1512" y="3580"/>
                  </a:cubicBezTo>
                  <a:cubicBezTo>
                    <a:pt x="1015" y="3714"/>
                    <a:pt x="115" y="3962"/>
                    <a:pt x="77" y="4307"/>
                  </a:cubicBezTo>
                  <a:cubicBezTo>
                    <a:pt x="0" y="4632"/>
                    <a:pt x="842" y="5187"/>
                    <a:pt x="1321" y="5474"/>
                  </a:cubicBezTo>
                  <a:cubicBezTo>
                    <a:pt x="153" y="6336"/>
                    <a:pt x="191" y="6489"/>
                    <a:pt x="191" y="6546"/>
                  </a:cubicBezTo>
                  <a:cubicBezTo>
                    <a:pt x="211" y="6623"/>
                    <a:pt x="249" y="6757"/>
                    <a:pt x="1838" y="7178"/>
                  </a:cubicBezTo>
                  <a:cubicBezTo>
                    <a:pt x="1704" y="7676"/>
                    <a:pt x="1436" y="8594"/>
                    <a:pt x="1455" y="8748"/>
                  </a:cubicBezTo>
                  <a:cubicBezTo>
                    <a:pt x="1455" y="8786"/>
                    <a:pt x="1493"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79" y="8422"/>
                  </a:cubicBezTo>
                  <a:cubicBezTo>
                    <a:pt x="8594" y="8212"/>
                    <a:pt x="8250" y="7542"/>
                    <a:pt x="8020" y="7082"/>
                  </a:cubicBezTo>
                  <a:cubicBezTo>
                    <a:pt x="8671" y="6967"/>
                    <a:pt x="9590" y="6738"/>
                    <a:pt x="9666" y="6451"/>
                  </a:cubicBezTo>
                  <a:cubicBezTo>
                    <a:pt x="9743" y="6144"/>
                    <a:pt x="9073" y="5608"/>
                    <a:pt x="8594" y="5283"/>
                  </a:cubicBezTo>
                  <a:cubicBezTo>
                    <a:pt x="9877" y="4345"/>
                    <a:pt x="9781" y="4154"/>
                    <a:pt x="9762" y="4096"/>
                  </a:cubicBezTo>
                  <a:cubicBezTo>
                    <a:pt x="9685" y="3886"/>
                    <a:pt x="8996" y="3656"/>
                    <a:pt x="8384" y="3484"/>
                  </a:cubicBezTo>
                  <a:cubicBezTo>
                    <a:pt x="8594" y="3082"/>
                    <a:pt x="8958" y="2374"/>
                    <a:pt x="8958" y="2201"/>
                  </a:cubicBezTo>
                  <a:cubicBezTo>
                    <a:pt x="8958"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3"/>
            <p:cNvSpPr/>
            <p:nvPr/>
          </p:nvSpPr>
          <p:spPr>
            <a:xfrm>
              <a:off x="7919683" y="1468908"/>
              <a:ext cx="610853" cy="610934"/>
            </a:xfrm>
            <a:custGeom>
              <a:rect b="b" l="l" r="r" t="t"/>
              <a:pathLst>
                <a:path extrusionOk="0" h="7562" w="7561">
                  <a:moveTo>
                    <a:pt x="3771" y="1"/>
                  </a:moveTo>
                  <a:cubicBezTo>
                    <a:pt x="1685" y="1"/>
                    <a:pt x="0" y="1704"/>
                    <a:pt x="0" y="3790"/>
                  </a:cubicBezTo>
                  <a:cubicBezTo>
                    <a:pt x="0" y="5858"/>
                    <a:pt x="1685" y="7561"/>
                    <a:pt x="3771" y="7561"/>
                  </a:cubicBezTo>
                  <a:cubicBezTo>
                    <a:pt x="5857" y="7561"/>
                    <a:pt x="7561" y="5858"/>
                    <a:pt x="7561" y="3790"/>
                  </a:cubicBezTo>
                  <a:cubicBezTo>
                    <a:pt x="7561" y="1704"/>
                    <a:pt x="5857" y="1"/>
                    <a:pt x="37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3"/>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3"/>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097"/>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45"/>
                    <a:pt x="6144" y="9437"/>
                  </a:cubicBezTo>
                  <a:cubicBezTo>
                    <a:pt x="5991" y="9322"/>
                    <a:pt x="5532" y="8786"/>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48" y="8480"/>
                    <a:pt x="1742" y="8537"/>
                  </a:cubicBezTo>
                  <a:cubicBezTo>
                    <a:pt x="1780" y="8288"/>
                    <a:pt x="1972" y="7618"/>
                    <a:pt x="2125" y="7025"/>
                  </a:cubicBezTo>
                  <a:cubicBezTo>
                    <a:pt x="2163" y="7006"/>
                    <a:pt x="2144" y="6948"/>
                    <a:pt x="2125" y="6929"/>
                  </a:cubicBezTo>
                  <a:cubicBezTo>
                    <a:pt x="2106" y="6910"/>
                    <a:pt x="2086" y="6891"/>
                    <a:pt x="2067" y="6891"/>
                  </a:cubicBezTo>
                  <a:cubicBezTo>
                    <a:pt x="1436" y="6738"/>
                    <a:pt x="689" y="6527"/>
                    <a:pt x="498" y="6412"/>
                  </a:cubicBezTo>
                  <a:cubicBezTo>
                    <a:pt x="651" y="6240"/>
                    <a:pt x="1168" y="5800"/>
                    <a:pt x="1646" y="5455"/>
                  </a:cubicBezTo>
                  <a:cubicBezTo>
                    <a:pt x="1684" y="5436"/>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59"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28" y="0"/>
                    <a:pt x="4307" y="1436"/>
                  </a:cubicBezTo>
                  <a:cubicBezTo>
                    <a:pt x="3369" y="804"/>
                    <a:pt x="2852" y="498"/>
                    <a:pt x="2718" y="498"/>
                  </a:cubicBezTo>
                  <a:lnTo>
                    <a:pt x="2699" y="498"/>
                  </a:lnTo>
                  <a:cubicBezTo>
                    <a:pt x="2603" y="517"/>
                    <a:pt x="2508" y="555"/>
                    <a:pt x="2469" y="2201"/>
                  </a:cubicBezTo>
                  <a:cubicBezTo>
                    <a:pt x="2125" y="2106"/>
                    <a:pt x="1283" y="1914"/>
                    <a:pt x="1034" y="1914"/>
                  </a:cubicBezTo>
                  <a:cubicBezTo>
                    <a:pt x="976" y="1914"/>
                    <a:pt x="938" y="1914"/>
                    <a:pt x="881" y="1933"/>
                  </a:cubicBezTo>
                  <a:cubicBezTo>
                    <a:pt x="804" y="1991"/>
                    <a:pt x="689" y="2048"/>
                    <a:pt x="1512" y="3580"/>
                  </a:cubicBezTo>
                  <a:cubicBezTo>
                    <a:pt x="995" y="3714"/>
                    <a:pt x="115" y="3962"/>
                    <a:pt x="77" y="4307"/>
                  </a:cubicBezTo>
                  <a:cubicBezTo>
                    <a:pt x="0" y="4632"/>
                    <a:pt x="842" y="5187"/>
                    <a:pt x="1321" y="5474"/>
                  </a:cubicBezTo>
                  <a:cubicBezTo>
                    <a:pt x="134" y="6336"/>
                    <a:pt x="191" y="6489"/>
                    <a:pt x="191" y="6546"/>
                  </a:cubicBezTo>
                  <a:cubicBezTo>
                    <a:pt x="211" y="6623"/>
                    <a:pt x="230" y="6776"/>
                    <a:pt x="1838" y="7178"/>
                  </a:cubicBezTo>
                  <a:cubicBezTo>
                    <a:pt x="1704" y="7676"/>
                    <a:pt x="1436" y="8594"/>
                    <a:pt x="1455" y="8748"/>
                  </a:cubicBezTo>
                  <a:cubicBezTo>
                    <a:pt x="1455" y="8786"/>
                    <a:pt x="1474"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60" y="8422"/>
                  </a:cubicBezTo>
                  <a:cubicBezTo>
                    <a:pt x="8594" y="8192"/>
                    <a:pt x="8250" y="7523"/>
                    <a:pt x="8020" y="7082"/>
                  </a:cubicBezTo>
                  <a:cubicBezTo>
                    <a:pt x="8652" y="6967"/>
                    <a:pt x="9590" y="6738"/>
                    <a:pt x="9666" y="6451"/>
                  </a:cubicBezTo>
                  <a:cubicBezTo>
                    <a:pt x="9743" y="6144"/>
                    <a:pt x="9073" y="5608"/>
                    <a:pt x="8594" y="5283"/>
                  </a:cubicBezTo>
                  <a:cubicBezTo>
                    <a:pt x="9877" y="4345"/>
                    <a:pt x="9781" y="4154"/>
                    <a:pt x="9762" y="4096"/>
                  </a:cubicBezTo>
                  <a:cubicBezTo>
                    <a:pt x="9685" y="3886"/>
                    <a:pt x="8996" y="3656"/>
                    <a:pt x="8365" y="3484"/>
                  </a:cubicBezTo>
                  <a:cubicBezTo>
                    <a:pt x="8594" y="3082"/>
                    <a:pt x="8939" y="2374"/>
                    <a:pt x="8939" y="2201"/>
                  </a:cubicBezTo>
                  <a:cubicBezTo>
                    <a:pt x="8939"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3"/>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3"/>
            <p:cNvSpPr/>
            <p:nvPr/>
          </p:nvSpPr>
          <p:spPr>
            <a:xfrm>
              <a:off x="8244384" y="1604962"/>
              <a:ext cx="40314" cy="24883"/>
            </a:xfrm>
            <a:custGeom>
              <a:rect b="b" l="l" r="r" t="t"/>
              <a:pathLst>
                <a:path extrusionOk="0" h="308" w="499">
                  <a:moveTo>
                    <a:pt x="1" y="1"/>
                  </a:moveTo>
                  <a:lnTo>
                    <a:pt x="498" y="307"/>
                  </a:lnTo>
                  <a:cubicBezTo>
                    <a:pt x="441"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3"/>
            <p:cNvSpPr/>
            <p:nvPr/>
          </p:nvSpPr>
          <p:spPr>
            <a:xfrm>
              <a:off x="8233558" y="1594136"/>
              <a:ext cx="61966" cy="45000"/>
            </a:xfrm>
            <a:custGeom>
              <a:rect b="b" l="l" r="r" t="t"/>
              <a:pathLst>
                <a:path extrusionOk="0" h="557" w="767">
                  <a:moveTo>
                    <a:pt x="154" y="1"/>
                  </a:moveTo>
                  <a:cubicBezTo>
                    <a:pt x="77" y="1"/>
                    <a:pt x="1" y="39"/>
                    <a:pt x="1" y="97"/>
                  </a:cubicBezTo>
                  <a:cubicBezTo>
                    <a:pt x="1" y="173"/>
                    <a:pt x="39" y="231"/>
                    <a:pt x="96" y="250"/>
                  </a:cubicBezTo>
                  <a:cubicBezTo>
                    <a:pt x="269" y="269"/>
                    <a:pt x="518" y="365"/>
                    <a:pt x="537" y="460"/>
                  </a:cubicBezTo>
                  <a:cubicBezTo>
                    <a:pt x="556" y="537"/>
                    <a:pt x="613" y="556"/>
                    <a:pt x="652" y="556"/>
                  </a:cubicBezTo>
                  <a:cubicBezTo>
                    <a:pt x="728" y="518"/>
                    <a:pt x="766" y="460"/>
                    <a:pt x="747" y="384"/>
                  </a:cubicBezTo>
                  <a:cubicBezTo>
                    <a:pt x="671" y="135"/>
                    <a:pt x="250" y="39"/>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3"/>
            <p:cNvSpPr/>
            <p:nvPr/>
          </p:nvSpPr>
          <p:spPr>
            <a:xfrm>
              <a:off x="8272257" y="1679210"/>
              <a:ext cx="41849" cy="26418"/>
            </a:xfrm>
            <a:custGeom>
              <a:rect b="b" l="l" r="r" t="t"/>
              <a:pathLst>
                <a:path extrusionOk="0" h="327" w="518">
                  <a:moveTo>
                    <a:pt x="0" y="1"/>
                  </a:moveTo>
                  <a:lnTo>
                    <a:pt x="517" y="326"/>
                  </a:lnTo>
                  <a:cubicBezTo>
                    <a:pt x="460" y="96"/>
                    <a:pt x="0" y="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3"/>
            <p:cNvSpPr/>
            <p:nvPr/>
          </p:nvSpPr>
          <p:spPr>
            <a:xfrm>
              <a:off x="8262966" y="1669918"/>
              <a:ext cx="61966" cy="44919"/>
            </a:xfrm>
            <a:custGeom>
              <a:rect b="b" l="l" r="r" t="t"/>
              <a:pathLst>
                <a:path extrusionOk="0" h="556" w="767">
                  <a:moveTo>
                    <a:pt x="154" y="1"/>
                  </a:moveTo>
                  <a:cubicBezTo>
                    <a:pt x="77" y="1"/>
                    <a:pt x="20" y="20"/>
                    <a:pt x="0" y="97"/>
                  </a:cubicBezTo>
                  <a:cubicBezTo>
                    <a:pt x="0" y="173"/>
                    <a:pt x="20" y="211"/>
                    <a:pt x="96" y="250"/>
                  </a:cubicBezTo>
                  <a:cubicBezTo>
                    <a:pt x="268" y="269"/>
                    <a:pt x="498" y="364"/>
                    <a:pt x="536" y="460"/>
                  </a:cubicBezTo>
                  <a:cubicBezTo>
                    <a:pt x="556" y="537"/>
                    <a:pt x="594" y="556"/>
                    <a:pt x="651" y="556"/>
                  </a:cubicBezTo>
                  <a:cubicBezTo>
                    <a:pt x="728" y="498"/>
                    <a:pt x="766" y="460"/>
                    <a:pt x="747" y="384"/>
                  </a:cubicBezTo>
                  <a:cubicBezTo>
                    <a:pt x="670" y="116"/>
                    <a:pt x="249" y="20"/>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3"/>
            <p:cNvSpPr/>
            <p:nvPr/>
          </p:nvSpPr>
          <p:spPr>
            <a:xfrm>
              <a:off x="8355715" y="1679210"/>
              <a:ext cx="37244" cy="31023"/>
            </a:xfrm>
            <a:custGeom>
              <a:rect b="b" l="l" r="r" t="t"/>
              <a:pathLst>
                <a:path extrusionOk="0" h="384" w="461">
                  <a:moveTo>
                    <a:pt x="1" y="1"/>
                  </a:moveTo>
                  <a:lnTo>
                    <a:pt x="460" y="383"/>
                  </a:lnTo>
                  <a:cubicBezTo>
                    <a:pt x="441" y="173"/>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3"/>
            <p:cNvSpPr/>
            <p:nvPr/>
          </p:nvSpPr>
          <p:spPr>
            <a:xfrm>
              <a:off x="8341819" y="1670969"/>
              <a:ext cx="60431" cy="50090"/>
            </a:xfrm>
            <a:custGeom>
              <a:rect b="b" l="l" r="r" t="t"/>
              <a:pathLst>
                <a:path extrusionOk="0" h="620" w="748">
                  <a:moveTo>
                    <a:pt x="141" y="0"/>
                  </a:moveTo>
                  <a:cubicBezTo>
                    <a:pt x="102" y="0"/>
                    <a:pt x="54" y="25"/>
                    <a:pt x="39" y="84"/>
                  </a:cubicBezTo>
                  <a:cubicBezTo>
                    <a:pt x="1" y="141"/>
                    <a:pt x="39" y="198"/>
                    <a:pt x="96" y="237"/>
                  </a:cubicBezTo>
                  <a:cubicBezTo>
                    <a:pt x="269" y="275"/>
                    <a:pt x="479" y="428"/>
                    <a:pt x="479" y="524"/>
                  </a:cubicBezTo>
                  <a:cubicBezTo>
                    <a:pt x="479" y="562"/>
                    <a:pt x="537" y="619"/>
                    <a:pt x="613" y="619"/>
                  </a:cubicBezTo>
                  <a:cubicBezTo>
                    <a:pt x="709" y="619"/>
                    <a:pt x="747" y="543"/>
                    <a:pt x="709" y="485"/>
                  </a:cubicBezTo>
                  <a:cubicBezTo>
                    <a:pt x="671" y="237"/>
                    <a:pt x="249" y="45"/>
                    <a:pt x="173" y="7"/>
                  </a:cubicBezTo>
                  <a:cubicBezTo>
                    <a:pt x="164" y="2"/>
                    <a:pt x="153" y="0"/>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3"/>
            <p:cNvSpPr/>
            <p:nvPr/>
          </p:nvSpPr>
          <p:spPr>
            <a:xfrm>
              <a:off x="8179428" y="1660627"/>
              <a:ext cx="41849" cy="24883"/>
            </a:xfrm>
            <a:custGeom>
              <a:rect b="b" l="l" r="r" t="t"/>
              <a:pathLst>
                <a:path extrusionOk="0" h="308" w="518">
                  <a:moveTo>
                    <a:pt x="1" y="1"/>
                  </a:moveTo>
                  <a:lnTo>
                    <a:pt x="518" y="307"/>
                  </a:lnTo>
                  <a:cubicBezTo>
                    <a:pt x="460"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3"/>
            <p:cNvSpPr/>
            <p:nvPr/>
          </p:nvSpPr>
          <p:spPr>
            <a:xfrm>
              <a:off x="8168601" y="1651417"/>
              <a:ext cx="61966" cy="43384"/>
            </a:xfrm>
            <a:custGeom>
              <a:rect b="b" l="l" r="r" t="t"/>
              <a:pathLst>
                <a:path extrusionOk="0" h="537" w="767">
                  <a:moveTo>
                    <a:pt x="135" y="0"/>
                  </a:moveTo>
                  <a:cubicBezTo>
                    <a:pt x="77" y="0"/>
                    <a:pt x="20" y="19"/>
                    <a:pt x="1" y="96"/>
                  </a:cubicBezTo>
                  <a:cubicBezTo>
                    <a:pt x="1" y="153"/>
                    <a:pt x="20" y="211"/>
                    <a:pt x="97" y="230"/>
                  </a:cubicBezTo>
                  <a:cubicBezTo>
                    <a:pt x="269" y="249"/>
                    <a:pt x="499" y="345"/>
                    <a:pt x="518" y="440"/>
                  </a:cubicBezTo>
                  <a:cubicBezTo>
                    <a:pt x="556" y="517"/>
                    <a:pt x="594" y="536"/>
                    <a:pt x="652" y="536"/>
                  </a:cubicBezTo>
                  <a:cubicBezTo>
                    <a:pt x="709" y="498"/>
                    <a:pt x="767" y="440"/>
                    <a:pt x="747" y="383"/>
                  </a:cubicBezTo>
                  <a:cubicBezTo>
                    <a:pt x="671" y="115"/>
                    <a:pt x="231" y="19"/>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3"/>
            <p:cNvSpPr/>
            <p:nvPr/>
          </p:nvSpPr>
          <p:spPr>
            <a:xfrm>
              <a:off x="8137739" y="1598741"/>
              <a:ext cx="46454" cy="15592"/>
            </a:xfrm>
            <a:custGeom>
              <a:rect b="b" l="l" r="r" t="t"/>
              <a:pathLst>
                <a:path extrusionOk="0" h="193" w="575">
                  <a:moveTo>
                    <a:pt x="30" y="1"/>
                  </a:moveTo>
                  <a:cubicBezTo>
                    <a:pt x="11" y="1"/>
                    <a:pt x="0" y="1"/>
                    <a:pt x="0" y="1"/>
                  </a:cubicBezTo>
                  <a:lnTo>
                    <a:pt x="574" y="193"/>
                  </a:lnTo>
                  <a:cubicBezTo>
                    <a:pt x="477" y="15"/>
                    <a:pt x="133" y="1"/>
                    <a:pt x="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3"/>
            <p:cNvSpPr/>
            <p:nvPr/>
          </p:nvSpPr>
          <p:spPr>
            <a:xfrm>
              <a:off x="8129983" y="1589531"/>
              <a:ext cx="65036" cy="34093"/>
            </a:xfrm>
            <a:custGeom>
              <a:rect b="b" l="l" r="r" t="t"/>
              <a:pathLst>
                <a:path extrusionOk="0" h="422" w="805">
                  <a:moveTo>
                    <a:pt x="115" y="1"/>
                  </a:moveTo>
                  <a:cubicBezTo>
                    <a:pt x="39" y="1"/>
                    <a:pt x="0" y="39"/>
                    <a:pt x="0" y="115"/>
                  </a:cubicBezTo>
                  <a:cubicBezTo>
                    <a:pt x="0" y="192"/>
                    <a:pt x="39" y="230"/>
                    <a:pt x="115" y="230"/>
                  </a:cubicBezTo>
                  <a:cubicBezTo>
                    <a:pt x="268" y="230"/>
                    <a:pt x="517" y="249"/>
                    <a:pt x="575" y="345"/>
                  </a:cubicBezTo>
                  <a:cubicBezTo>
                    <a:pt x="594" y="402"/>
                    <a:pt x="613" y="422"/>
                    <a:pt x="670" y="422"/>
                  </a:cubicBezTo>
                  <a:cubicBezTo>
                    <a:pt x="670" y="422"/>
                    <a:pt x="689" y="422"/>
                    <a:pt x="728" y="402"/>
                  </a:cubicBezTo>
                  <a:cubicBezTo>
                    <a:pt x="804" y="345"/>
                    <a:pt x="804" y="288"/>
                    <a:pt x="785" y="230"/>
                  </a:cubicBezTo>
                  <a:cubicBezTo>
                    <a:pt x="651" y="1"/>
                    <a:pt x="21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3" name="Google Shape;1363;p33"/>
          <p:cNvGrpSpPr/>
          <p:nvPr/>
        </p:nvGrpSpPr>
        <p:grpSpPr>
          <a:xfrm>
            <a:off x="7010629" y="827041"/>
            <a:ext cx="912444" cy="643251"/>
            <a:chOff x="7168004" y="618516"/>
            <a:chExt cx="912444" cy="643251"/>
          </a:xfrm>
        </p:grpSpPr>
        <p:grpSp>
          <p:nvGrpSpPr>
            <p:cNvPr id="1364" name="Google Shape;1364;p33"/>
            <p:cNvGrpSpPr/>
            <p:nvPr/>
          </p:nvGrpSpPr>
          <p:grpSpPr>
            <a:xfrm>
              <a:off x="7168004" y="618516"/>
              <a:ext cx="912444" cy="643251"/>
              <a:chOff x="7168004" y="618516"/>
              <a:chExt cx="912444" cy="643251"/>
            </a:xfrm>
          </p:grpSpPr>
          <p:sp>
            <p:nvSpPr>
              <p:cNvPr id="1365" name="Google Shape;1365;p33"/>
              <p:cNvSpPr/>
              <p:nvPr/>
            </p:nvSpPr>
            <p:spPr>
              <a:xfrm>
                <a:off x="7168004" y="618516"/>
                <a:ext cx="912444" cy="643251"/>
              </a:xfrm>
              <a:custGeom>
                <a:rect b="b" l="l" r="r" t="t"/>
                <a:pathLst>
                  <a:path extrusionOk="0" h="6815" w="9667">
                    <a:moveTo>
                      <a:pt x="5839" y="1"/>
                    </a:moveTo>
                    <a:cubicBezTo>
                      <a:pt x="5437" y="1"/>
                      <a:pt x="5054" y="116"/>
                      <a:pt x="4729" y="326"/>
                    </a:cubicBezTo>
                    <a:cubicBezTo>
                      <a:pt x="4633" y="288"/>
                      <a:pt x="4499" y="269"/>
                      <a:pt x="4384" y="211"/>
                    </a:cubicBezTo>
                    <a:cubicBezTo>
                      <a:pt x="4078" y="97"/>
                      <a:pt x="3791" y="39"/>
                      <a:pt x="3523" y="39"/>
                    </a:cubicBezTo>
                    <a:cubicBezTo>
                      <a:pt x="3025" y="39"/>
                      <a:pt x="2585" y="231"/>
                      <a:pt x="2279" y="575"/>
                    </a:cubicBezTo>
                    <a:lnTo>
                      <a:pt x="2260" y="594"/>
                    </a:lnTo>
                    <a:cubicBezTo>
                      <a:pt x="2068" y="843"/>
                      <a:pt x="1972" y="1092"/>
                      <a:pt x="1896" y="1341"/>
                    </a:cubicBezTo>
                    <a:cubicBezTo>
                      <a:pt x="1207" y="1532"/>
                      <a:pt x="575" y="2145"/>
                      <a:pt x="307" y="2949"/>
                    </a:cubicBezTo>
                    <a:cubicBezTo>
                      <a:pt x="1" y="3867"/>
                      <a:pt x="269" y="4805"/>
                      <a:pt x="1035" y="5360"/>
                    </a:cubicBezTo>
                    <a:cubicBezTo>
                      <a:pt x="1303" y="5571"/>
                      <a:pt x="1609" y="5743"/>
                      <a:pt x="1915" y="5839"/>
                    </a:cubicBezTo>
                    <a:cubicBezTo>
                      <a:pt x="2260" y="6451"/>
                      <a:pt x="2872" y="6815"/>
                      <a:pt x="3638" y="6815"/>
                    </a:cubicBezTo>
                    <a:lnTo>
                      <a:pt x="3638" y="6777"/>
                    </a:lnTo>
                    <a:lnTo>
                      <a:pt x="3791" y="6777"/>
                    </a:lnTo>
                    <a:cubicBezTo>
                      <a:pt x="4461" y="6777"/>
                      <a:pt x="5054" y="6643"/>
                      <a:pt x="5533" y="6451"/>
                    </a:cubicBezTo>
                    <a:cubicBezTo>
                      <a:pt x="5820" y="6643"/>
                      <a:pt x="6126" y="6738"/>
                      <a:pt x="6490" y="6738"/>
                    </a:cubicBezTo>
                    <a:cubicBezTo>
                      <a:pt x="7561" y="6738"/>
                      <a:pt x="8825" y="5839"/>
                      <a:pt x="9342" y="4709"/>
                    </a:cubicBezTo>
                    <a:cubicBezTo>
                      <a:pt x="9667" y="3867"/>
                      <a:pt x="9552" y="3063"/>
                      <a:pt x="8997" y="2470"/>
                    </a:cubicBezTo>
                    <a:cubicBezTo>
                      <a:pt x="8729" y="2202"/>
                      <a:pt x="8461" y="2011"/>
                      <a:pt x="8174" y="1896"/>
                    </a:cubicBezTo>
                    <a:cubicBezTo>
                      <a:pt x="7983" y="1264"/>
                      <a:pt x="7561" y="709"/>
                      <a:pt x="6987" y="365"/>
                    </a:cubicBezTo>
                    <a:cubicBezTo>
                      <a:pt x="6643" y="116"/>
                      <a:pt x="6260" y="1"/>
                      <a:pt x="5839" y="1"/>
                    </a:cubicBezTo>
                    <a:close/>
                  </a:path>
                </a:pathLst>
              </a:custGeom>
              <a:solidFill>
                <a:schemeClr val="lt1"/>
              </a:solidFill>
              <a:ln>
                <a:noFill/>
              </a:ln>
              <a:effectLst>
                <a:outerShdw blurRad="71438" rotWithShape="0" algn="bl" dir="5100000" dist="952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3"/>
              <p:cNvSpPr/>
              <p:nvPr/>
            </p:nvSpPr>
            <p:spPr>
              <a:xfrm>
                <a:off x="7206137" y="697992"/>
                <a:ext cx="847222" cy="482792"/>
              </a:xfrm>
              <a:custGeom>
                <a:rect b="b" l="l" r="r" t="t"/>
                <a:pathLst>
                  <a:path extrusionOk="0" h="5115" w="8976">
                    <a:moveTo>
                      <a:pt x="5465" y="1"/>
                    </a:moveTo>
                    <a:cubicBezTo>
                      <a:pt x="5046" y="1"/>
                      <a:pt x="4674" y="236"/>
                      <a:pt x="4420" y="544"/>
                    </a:cubicBezTo>
                    <a:lnTo>
                      <a:pt x="4420" y="544"/>
                    </a:lnTo>
                    <a:cubicBezTo>
                      <a:pt x="4251" y="408"/>
                      <a:pt x="4031" y="286"/>
                      <a:pt x="3750" y="192"/>
                    </a:cubicBezTo>
                    <a:cubicBezTo>
                      <a:pt x="3513" y="113"/>
                      <a:pt x="3313" y="79"/>
                      <a:pt x="3145" y="79"/>
                    </a:cubicBezTo>
                    <a:cubicBezTo>
                      <a:pt x="2087" y="79"/>
                      <a:pt x="2257" y="1417"/>
                      <a:pt x="2257" y="1417"/>
                    </a:cubicBezTo>
                    <a:cubicBezTo>
                      <a:pt x="2148" y="1352"/>
                      <a:pt x="2030" y="1323"/>
                      <a:pt x="1911" y="1323"/>
                    </a:cubicBezTo>
                    <a:cubicBezTo>
                      <a:pt x="1013" y="1323"/>
                      <a:pt x="0" y="3003"/>
                      <a:pt x="1166" y="3848"/>
                    </a:cubicBezTo>
                    <a:cubicBezTo>
                      <a:pt x="1526" y="4118"/>
                      <a:pt x="1869" y="4241"/>
                      <a:pt x="2164" y="4262"/>
                    </a:cubicBezTo>
                    <a:lnTo>
                      <a:pt x="2164" y="4262"/>
                    </a:lnTo>
                    <a:cubicBezTo>
                      <a:pt x="2265" y="4709"/>
                      <a:pt x="2587" y="5098"/>
                      <a:pt x="3272" y="5112"/>
                    </a:cubicBezTo>
                    <a:cubicBezTo>
                      <a:pt x="3333" y="5114"/>
                      <a:pt x="3394" y="5114"/>
                      <a:pt x="3453" y="5114"/>
                    </a:cubicBezTo>
                    <a:cubicBezTo>
                      <a:pt x="4324" y="5114"/>
                      <a:pt x="4917" y="4910"/>
                      <a:pt x="5259" y="4603"/>
                    </a:cubicBezTo>
                    <a:lnTo>
                      <a:pt x="5259" y="4603"/>
                    </a:lnTo>
                    <a:cubicBezTo>
                      <a:pt x="5331" y="4700"/>
                      <a:pt x="5420" y="4794"/>
                      <a:pt x="5531" y="4882"/>
                    </a:cubicBezTo>
                    <a:cubicBezTo>
                      <a:pt x="5686" y="5004"/>
                      <a:pt x="5875" y="5058"/>
                      <a:pt x="6080" y="5058"/>
                    </a:cubicBezTo>
                    <a:cubicBezTo>
                      <a:pt x="7261" y="5058"/>
                      <a:pt x="8975" y="3259"/>
                      <a:pt x="7981" y="2183"/>
                    </a:cubicBezTo>
                    <a:cubicBezTo>
                      <a:pt x="7700" y="1875"/>
                      <a:pt x="7399" y="1759"/>
                      <a:pt x="7118" y="1759"/>
                    </a:cubicBezTo>
                    <a:cubicBezTo>
                      <a:pt x="7086" y="1759"/>
                      <a:pt x="7055" y="1761"/>
                      <a:pt x="7024" y="1763"/>
                    </a:cubicBezTo>
                    <a:lnTo>
                      <a:pt x="7024" y="1763"/>
                    </a:lnTo>
                    <a:cubicBezTo>
                      <a:pt x="7040" y="1237"/>
                      <a:pt x="6785" y="627"/>
                      <a:pt x="6143" y="212"/>
                    </a:cubicBezTo>
                    <a:cubicBezTo>
                      <a:pt x="5911" y="64"/>
                      <a:pt x="5681" y="1"/>
                      <a:pt x="5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7" name="Google Shape;1367;p33"/>
            <p:cNvSpPr/>
            <p:nvPr/>
          </p:nvSpPr>
          <p:spPr>
            <a:xfrm>
              <a:off x="7240306" y="690818"/>
              <a:ext cx="766143" cy="504124"/>
            </a:xfrm>
            <a:custGeom>
              <a:rect b="b" l="l" r="r" t="t"/>
              <a:pathLst>
                <a:path extrusionOk="0" h="5341" w="8117">
                  <a:moveTo>
                    <a:pt x="4078" y="824"/>
                  </a:moveTo>
                  <a:cubicBezTo>
                    <a:pt x="4403" y="1130"/>
                    <a:pt x="4460" y="1493"/>
                    <a:pt x="4365" y="1723"/>
                  </a:cubicBezTo>
                  <a:cubicBezTo>
                    <a:pt x="4317" y="1853"/>
                    <a:pt x="4234" y="1925"/>
                    <a:pt x="4141" y="1925"/>
                  </a:cubicBezTo>
                  <a:cubicBezTo>
                    <a:pt x="4083" y="1925"/>
                    <a:pt x="4021" y="1897"/>
                    <a:pt x="3963" y="1838"/>
                  </a:cubicBezTo>
                  <a:cubicBezTo>
                    <a:pt x="3733" y="1647"/>
                    <a:pt x="3790" y="1206"/>
                    <a:pt x="4078" y="824"/>
                  </a:cubicBezTo>
                  <a:close/>
                  <a:moveTo>
                    <a:pt x="6547" y="2010"/>
                  </a:moveTo>
                  <a:lnTo>
                    <a:pt x="6547" y="2010"/>
                  </a:lnTo>
                  <a:cubicBezTo>
                    <a:pt x="6489" y="2451"/>
                    <a:pt x="6221" y="2776"/>
                    <a:pt x="5877" y="2833"/>
                  </a:cubicBezTo>
                  <a:lnTo>
                    <a:pt x="5800" y="2833"/>
                  </a:lnTo>
                  <a:cubicBezTo>
                    <a:pt x="5704" y="2833"/>
                    <a:pt x="5704" y="2795"/>
                    <a:pt x="5704" y="2776"/>
                  </a:cubicBezTo>
                  <a:cubicBezTo>
                    <a:pt x="5685" y="2585"/>
                    <a:pt x="6030" y="2125"/>
                    <a:pt x="6547" y="2010"/>
                  </a:cubicBezTo>
                  <a:close/>
                  <a:moveTo>
                    <a:pt x="2278" y="3120"/>
                  </a:moveTo>
                  <a:cubicBezTo>
                    <a:pt x="2355" y="3120"/>
                    <a:pt x="2393" y="3178"/>
                    <a:pt x="2451" y="3235"/>
                  </a:cubicBezTo>
                  <a:cubicBezTo>
                    <a:pt x="2623" y="3446"/>
                    <a:pt x="2661" y="3714"/>
                    <a:pt x="2565" y="3905"/>
                  </a:cubicBezTo>
                  <a:cubicBezTo>
                    <a:pt x="2451" y="4116"/>
                    <a:pt x="2202" y="4250"/>
                    <a:pt x="1895" y="4250"/>
                  </a:cubicBezTo>
                  <a:cubicBezTo>
                    <a:pt x="1819" y="3848"/>
                    <a:pt x="1934" y="3427"/>
                    <a:pt x="2106" y="3235"/>
                  </a:cubicBezTo>
                  <a:cubicBezTo>
                    <a:pt x="2163" y="3159"/>
                    <a:pt x="2221" y="3120"/>
                    <a:pt x="2278" y="3120"/>
                  </a:cubicBezTo>
                  <a:close/>
                  <a:moveTo>
                    <a:pt x="4977" y="3465"/>
                  </a:moveTo>
                  <a:cubicBezTo>
                    <a:pt x="5015" y="3465"/>
                    <a:pt x="5054" y="3522"/>
                    <a:pt x="5111" y="3637"/>
                  </a:cubicBezTo>
                  <a:cubicBezTo>
                    <a:pt x="5207" y="3943"/>
                    <a:pt x="5149" y="4250"/>
                    <a:pt x="4939" y="4499"/>
                  </a:cubicBezTo>
                  <a:cubicBezTo>
                    <a:pt x="4747" y="4173"/>
                    <a:pt x="4767" y="3809"/>
                    <a:pt x="4862" y="3599"/>
                  </a:cubicBezTo>
                  <a:cubicBezTo>
                    <a:pt x="4920" y="3503"/>
                    <a:pt x="4958" y="3465"/>
                    <a:pt x="4977" y="3465"/>
                  </a:cubicBezTo>
                  <a:close/>
                  <a:moveTo>
                    <a:pt x="5084" y="267"/>
                  </a:moveTo>
                  <a:cubicBezTo>
                    <a:pt x="5293" y="267"/>
                    <a:pt x="5505" y="329"/>
                    <a:pt x="5704" y="460"/>
                  </a:cubicBezTo>
                  <a:cubicBezTo>
                    <a:pt x="6202" y="766"/>
                    <a:pt x="6508" y="1264"/>
                    <a:pt x="6547" y="1800"/>
                  </a:cubicBezTo>
                  <a:cubicBezTo>
                    <a:pt x="5915" y="1895"/>
                    <a:pt x="5417" y="2470"/>
                    <a:pt x="5437" y="2795"/>
                  </a:cubicBezTo>
                  <a:cubicBezTo>
                    <a:pt x="5437" y="2948"/>
                    <a:pt x="5532" y="3082"/>
                    <a:pt x="5781" y="3082"/>
                  </a:cubicBezTo>
                  <a:lnTo>
                    <a:pt x="5877" y="3082"/>
                  </a:lnTo>
                  <a:cubicBezTo>
                    <a:pt x="6374" y="3025"/>
                    <a:pt x="6719" y="2585"/>
                    <a:pt x="6776" y="2010"/>
                  </a:cubicBezTo>
                  <a:cubicBezTo>
                    <a:pt x="7044" y="2029"/>
                    <a:pt x="7312" y="2163"/>
                    <a:pt x="7523" y="2393"/>
                  </a:cubicBezTo>
                  <a:cubicBezTo>
                    <a:pt x="7906" y="2795"/>
                    <a:pt x="7810" y="3274"/>
                    <a:pt x="7657" y="3618"/>
                  </a:cubicBezTo>
                  <a:cubicBezTo>
                    <a:pt x="7331" y="4384"/>
                    <a:pt x="6394" y="5073"/>
                    <a:pt x="5704" y="5073"/>
                  </a:cubicBezTo>
                  <a:cubicBezTo>
                    <a:pt x="5513" y="5073"/>
                    <a:pt x="5341" y="4996"/>
                    <a:pt x="5226" y="4901"/>
                  </a:cubicBezTo>
                  <a:cubicBezTo>
                    <a:pt x="5149" y="4843"/>
                    <a:pt x="5073" y="4786"/>
                    <a:pt x="5035" y="4709"/>
                  </a:cubicBezTo>
                  <a:cubicBezTo>
                    <a:pt x="5322" y="4403"/>
                    <a:pt x="5417" y="4001"/>
                    <a:pt x="5303" y="3599"/>
                  </a:cubicBezTo>
                  <a:cubicBezTo>
                    <a:pt x="5207" y="3312"/>
                    <a:pt x="5054" y="3254"/>
                    <a:pt x="4958" y="3254"/>
                  </a:cubicBezTo>
                  <a:cubicBezTo>
                    <a:pt x="4843" y="3254"/>
                    <a:pt x="4728" y="3350"/>
                    <a:pt x="4633" y="3522"/>
                  </a:cubicBezTo>
                  <a:cubicBezTo>
                    <a:pt x="4479" y="3809"/>
                    <a:pt x="4460" y="4269"/>
                    <a:pt x="4728" y="4690"/>
                  </a:cubicBezTo>
                  <a:cubicBezTo>
                    <a:pt x="4460" y="4901"/>
                    <a:pt x="3924" y="5130"/>
                    <a:pt x="3006" y="5130"/>
                  </a:cubicBezTo>
                  <a:lnTo>
                    <a:pt x="2910" y="5130"/>
                  </a:lnTo>
                  <a:cubicBezTo>
                    <a:pt x="2297" y="5092"/>
                    <a:pt x="2049" y="4805"/>
                    <a:pt x="1953" y="4499"/>
                  </a:cubicBezTo>
                  <a:cubicBezTo>
                    <a:pt x="2336" y="4479"/>
                    <a:pt x="2642" y="4288"/>
                    <a:pt x="2757" y="4039"/>
                  </a:cubicBezTo>
                  <a:cubicBezTo>
                    <a:pt x="2910" y="3752"/>
                    <a:pt x="2853" y="3427"/>
                    <a:pt x="2623" y="3140"/>
                  </a:cubicBezTo>
                  <a:cubicBezTo>
                    <a:pt x="2489" y="2967"/>
                    <a:pt x="2374" y="2948"/>
                    <a:pt x="2278" y="2948"/>
                  </a:cubicBezTo>
                  <a:cubicBezTo>
                    <a:pt x="2144" y="2948"/>
                    <a:pt x="2010" y="3006"/>
                    <a:pt x="1915" y="3140"/>
                  </a:cubicBezTo>
                  <a:cubicBezTo>
                    <a:pt x="1723" y="3369"/>
                    <a:pt x="1589" y="3829"/>
                    <a:pt x="1628" y="4288"/>
                  </a:cubicBezTo>
                  <a:cubicBezTo>
                    <a:pt x="1379" y="4231"/>
                    <a:pt x="1111" y="4097"/>
                    <a:pt x="843" y="3905"/>
                  </a:cubicBezTo>
                  <a:cubicBezTo>
                    <a:pt x="230" y="3446"/>
                    <a:pt x="364" y="2814"/>
                    <a:pt x="441" y="2565"/>
                  </a:cubicBezTo>
                  <a:cubicBezTo>
                    <a:pt x="613" y="2010"/>
                    <a:pt x="1111" y="1551"/>
                    <a:pt x="1513" y="1551"/>
                  </a:cubicBezTo>
                  <a:cubicBezTo>
                    <a:pt x="1608" y="1551"/>
                    <a:pt x="1704" y="1570"/>
                    <a:pt x="1800" y="1627"/>
                  </a:cubicBezTo>
                  <a:cubicBezTo>
                    <a:pt x="1809" y="1637"/>
                    <a:pt x="1829" y="1642"/>
                    <a:pt x="1850" y="1642"/>
                  </a:cubicBezTo>
                  <a:cubicBezTo>
                    <a:pt x="1872" y="1642"/>
                    <a:pt x="1895" y="1637"/>
                    <a:pt x="1915" y="1627"/>
                  </a:cubicBezTo>
                  <a:cubicBezTo>
                    <a:pt x="1953" y="1608"/>
                    <a:pt x="1972" y="1551"/>
                    <a:pt x="1972" y="1513"/>
                  </a:cubicBezTo>
                  <a:cubicBezTo>
                    <a:pt x="1972" y="1513"/>
                    <a:pt x="1876" y="862"/>
                    <a:pt x="2183" y="517"/>
                  </a:cubicBezTo>
                  <a:cubicBezTo>
                    <a:pt x="2326" y="385"/>
                    <a:pt x="2501" y="323"/>
                    <a:pt x="2726" y="323"/>
                  </a:cubicBezTo>
                  <a:cubicBezTo>
                    <a:pt x="2891" y="323"/>
                    <a:pt x="3084" y="357"/>
                    <a:pt x="3312" y="422"/>
                  </a:cubicBezTo>
                  <a:cubicBezTo>
                    <a:pt x="3522" y="498"/>
                    <a:pt x="3714" y="575"/>
                    <a:pt x="3867" y="690"/>
                  </a:cubicBezTo>
                  <a:cubicBezTo>
                    <a:pt x="3542" y="1149"/>
                    <a:pt x="3427" y="1742"/>
                    <a:pt x="3790" y="2049"/>
                  </a:cubicBezTo>
                  <a:cubicBezTo>
                    <a:pt x="3886" y="2144"/>
                    <a:pt x="4001" y="2202"/>
                    <a:pt x="4116" y="2202"/>
                  </a:cubicBezTo>
                  <a:cubicBezTo>
                    <a:pt x="4345" y="2202"/>
                    <a:pt x="4499" y="2049"/>
                    <a:pt x="4575" y="1838"/>
                  </a:cubicBezTo>
                  <a:cubicBezTo>
                    <a:pt x="4690" y="1532"/>
                    <a:pt x="4633" y="1053"/>
                    <a:pt x="4212" y="670"/>
                  </a:cubicBezTo>
                  <a:cubicBezTo>
                    <a:pt x="4464" y="407"/>
                    <a:pt x="4771" y="267"/>
                    <a:pt x="5084" y="267"/>
                  </a:cubicBezTo>
                  <a:close/>
                  <a:moveTo>
                    <a:pt x="5073" y="1"/>
                  </a:moveTo>
                  <a:cubicBezTo>
                    <a:pt x="4690" y="1"/>
                    <a:pt x="4307" y="173"/>
                    <a:pt x="4020" y="479"/>
                  </a:cubicBezTo>
                  <a:cubicBezTo>
                    <a:pt x="3867" y="364"/>
                    <a:pt x="3637" y="230"/>
                    <a:pt x="3408" y="173"/>
                  </a:cubicBezTo>
                  <a:cubicBezTo>
                    <a:pt x="3162" y="83"/>
                    <a:pt x="2945" y="40"/>
                    <a:pt x="2755" y="40"/>
                  </a:cubicBezTo>
                  <a:cubicBezTo>
                    <a:pt x="2456" y="40"/>
                    <a:pt x="2224" y="146"/>
                    <a:pt x="2049" y="345"/>
                  </a:cubicBezTo>
                  <a:cubicBezTo>
                    <a:pt x="1800" y="632"/>
                    <a:pt x="1742" y="1053"/>
                    <a:pt x="1742" y="1302"/>
                  </a:cubicBezTo>
                  <a:cubicBezTo>
                    <a:pt x="1685" y="1264"/>
                    <a:pt x="1608" y="1264"/>
                    <a:pt x="1532" y="1264"/>
                  </a:cubicBezTo>
                  <a:cubicBezTo>
                    <a:pt x="1015" y="1264"/>
                    <a:pt x="441" y="1800"/>
                    <a:pt x="230" y="2431"/>
                  </a:cubicBezTo>
                  <a:cubicBezTo>
                    <a:pt x="1" y="3063"/>
                    <a:pt x="173" y="3656"/>
                    <a:pt x="709" y="4039"/>
                  </a:cubicBezTo>
                  <a:cubicBezTo>
                    <a:pt x="1015" y="4288"/>
                    <a:pt x="1379" y="4422"/>
                    <a:pt x="1685" y="4479"/>
                  </a:cubicBezTo>
                  <a:cubicBezTo>
                    <a:pt x="1819" y="4996"/>
                    <a:pt x="2259" y="5341"/>
                    <a:pt x="2872" y="5341"/>
                  </a:cubicBezTo>
                  <a:lnTo>
                    <a:pt x="3006" y="5341"/>
                  </a:lnTo>
                  <a:cubicBezTo>
                    <a:pt x="3810" y="5341"/>
                    <a:pt x="4460" y="5168"/>
                    <a:pt x="4862" y="4881"/>
                  </a:cubicBezTo>
                  <a:cubicBezTo>
                    <a:pt x="4901" y="4958"/>
                    <a:pt x="5015" y="5034"/>
                    <a:pt x="5073" y="5092"/>
                  </a:cubicBezTo>
                  <a:cubicBezTo>
                    <a:pt x="5245" y="5245"/>
                    <a:pt x="5456" y="5302"/>
                    <a:pt x="5704" y="5302"/>
                  </a:cubicBezTo>
                  <a:cubicBezTo>
                    <a:pt x="6489" y="5302"/>
                    <a:pt x="7485" y="4575"/>
                    <a:pt x="7887" y="3714"/>
                  </a:cubicBezTo>
                  <a:cubicBezTo>
                    <a:pt x="8116" y="3140"/>
                    <a:pt x="8040" y="2604"/>
                    <a:pt x="7695" y="2221"/>
                  </a:cubicBezTo>
                  <a:cubicBezTo>
                    <a:pt x="7427" y="1934"/>
                    <a:pt x="7121" y="1761"/>
                    <a:pt x="6776" y="1761"/>
                  </a:cubicBezTo>
                  <a:cubicBezTo>
                    <a:pt x="6738" y="1168"/>
                    <a:pt x="6394" y="594"/>
                    <a:pt x="5819" y="230"/>
                  </a:cubicBezTo>
                  <a:cubicBezTo>
                    <a:pt x="5590" y="77"/>
                    <a:pt x="5341" y="1"/>
                    <a:pt x="50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8" name="Google Shape;1368;p33"/>
          <p:cNvGrpSpPr/>
          <p:nvPr/>
        </p:nvGrpSpPr>
        <p:grpSpPr>
          <a:xfrm>
            <a:off x="1080113" y="2475550"/>
            <a:ext cx="787733" cy="603002"/>
            <a:chOff x="8000975" y="3110625"/>
            <a:chExt cx="787733" cy="603002"/>
          </a:xfrm>
        </p:grpSpPr>
        <p:sp>
          <p:nvSpPr>
            <p:cNvPr id="1369" name="Google Shape;1369;p33"/>
            <p:cNvSpPr/>
            <p:nvPr/>
          </p:nvSpPr>
          <p:spPr>
            <a:xfrm>
              <a:off x="8150072" y="3161565"/>
              <a:ext cx="572670" cy="472446"/>
            </a:xfrm>
            <a:custGeom>
              <a:rect b="b" l="l" r="r" t="t"/>
              <a:pathLst>
                <a:path extrusionOk="0" h="6854" w="8308">
                  <a:moveTo>
                    <a:pt x="6282" y="0"/>
                  </a:moveTo>
                  <a:cubicBezTo>
                    <a:pt x="5509" y="0"/>
                    <a:pt x="4690" y="243"/>
                    <a:pt x="4633" y="391"/>
                  </a:cubicBezTo>
                  <a:cubicBezTo>
                    <a:pt x="4346" y="486"/>
                    <a:pt x="4078" y="620"/>
                    <a:pt x="3810" y="773"/>
                  </a:cubicBezTo>
                  <a:cubicBezTo>
                    <a:pt x="3618" y="632"/>
                    <a:pt x="3218" y="406"/>
                    <a:pt x="2679" y="406"/>
                  </a:cubicBezTo>
                  <a:cubicBezTo>
                    <a:pt x="2195" y="406"/>
                    <a:pt x="1599" y="587"/>
                    <a:pt x="939" y="1175"/>
                  </a:cubicBezTo>
                  <a:cubicBezTo>
                    <a:pt x="1" y="2056"/>
                    <a:pt x="1092" y="1941"/>
                    <a:pt x="1781" y="2228"/>
                  </a:cubicBezTo>
                  <a:cubicBezTo>
                    <a:pt x="1723" y="2266"/>
                    <a:pt x="1704" y="2324"/>
                    <a:pt x="1666" y="2343"/>
                  </a:cubicBezTo>
                  <a:cubicBezTo>
                    <a:pt x="1589" y="2439"/>
                    <a:pt x="1532" y="2515"/>
                    <a:pt x="1570" y="2592"/>
                  </a:cubicBezTo>
                  <a:cubicBezTo>
                    <a:pt x="1570" y="2611"/>
                    <a:pt x="1589" y="2611"/>
                    <a:pt x="1589" y="2630"/>
                  </a:cubicBezTo>
                  <a:cubicBezTo>
                    <a:pt x="1628" y="2707"/>
                    <a:pt x="1781" y="2898"/>
                    <a:pt x="1972" y="3185"/>
                  </a:cubicBezTo>
                  <a:cubicBezTo>
                    <a:pt x="1762" y="3376"/>
                    <a:pt x="1532" y="3587"/>
                    <a:pt x="1570" y="3778"/>
                  </a:cubicBezTo>
                  <a:cubicBezTo>
                    <a:pt x="1608" y="3970"/>
                    <a:pt x="2719" y="5597"/>
                    <a:pt x="3006" y="5597"/>
                  </a:cubicBezTo>
                  <a:cubicBezTo>
                    <a:pt x="3025" y="5597"/>
                    <a:pt x="3044" y="5597"/>
                    <a:pt x="3044" y="5616"/>
                  </a:cubicBezTo>
                  <a:cubicBezTo>
                    <a:pt x="3121" y="5578"/>
                    <a:pt x="3331" y="5425"/>
                    <a:pt x="3542" y="5271"/>
                  </a:cubicBezTo>
                  <a:cubicBezTo>
                    <a:pt x="3733" y="5482"/>
                    <a:pt x="3886" y="5616"/>
                    <a:pt x="3982" y="5693"/>
                  </a:cubicBezTo>
                  <a:cubicBezTo>
                    <a:pt x="4020" y="5712"/>
                    <a:pt x="4078" y="5750"/>
                    <a:pt x="4116" y="5750"/>
                  </a:cubicBezTo>
                  <a:cubicBezTo>
                    <a:pt x="4173" y="5750"/>
                    <a:pt x="4212" y="5712"/>
                    <a:pt x="4288" y="5712"/>
                  </a:cubicBezTo>
                  <a:cubicBezTo>
                    <a:pt x="4273" y="6255"/>
                    <a:pt x="4056" y="6854"/>
                    <a:pt x="4439" y="6854"/>
                  </a:cubicBezTo>
                  <a:cubicBezTo>
                    <a:pt x="4555" y="6854"/>
                    <a:pt x="4727" y="6798"/>
                    <a:pt x="4977" y="6669"/>
                  </a:cubicBezTo>
                  <a:cubicBezTo>
                    <a:pt x="7025" y="5654"/>
                    <a:pt x="6355" y="3989"/>
                    <a:pt x="6355" y="3989"/>
                  </a:cubicBezTo>
                  <a:lnTo>
                    <a:pt x="6317" y="3989"/>
                  </a:lnTo>
                  <a:cubicBezTo>
                    <a:pt x="6508" y="3778"/>
                    <a:pt x="6681" y="3549"/>
                    <a:pt x="6834" y="3319"/>
                  </a:cubicBezTo>
                  <a:lnTo>
                    <a:pt x="6853" y="3357"/>
                  </a:lnTo>
                  <a:cubicBezTo>
                    <a:pt x="6987" y="3185"/>
                    <a:pt x="8308" y="1539"/>
                    <a:pt x="7542" y="448"/>
                  </a:cubicBezTo>
                  <a:cubicBezTo>
                    <a:pt x="7317" y="114"/>
                    <a:pt x="6810" y="0"/>
                    <a:pt x="62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0" name="Google Shape;1370;p33"/>
            <p:cNvGrpSpPr/>
            <p:nvPr/>
          </p:nvGrpSpPr>
          <p:grpSpPr>
            <a:xfrm>
              <a:off x="8000975" y="3110625"/>
              <a:ext cx="787733" cy="603002"/>
              <a:chOff x="8000975" y="3110625"/>
              <a:chExt cx="787733" cy="603002"/>
            </a:xfrm>
          </p:grpSpPr>
          <p:sp>
            <p:nvSpPr>
              <p:cNvPr id="1371" name="Google Shape;1371;p33"/>
              <p:cNvSpPr/>
              <p:nvPr/>
            </p:nvSpPr>
            <p:spPr>
              <a:xfrm>
                <a:off x="8134218" y="3110625"/>
                <a:ext cx="654490" cy="572670"/>
              </a:xfrm>
              <a:custGeom>
                <a:rect b="b" l="l" r="r" t="t"/>
                <a:pathLst>
                  <a:path extrusionOk="0" h="8308" w="9495">
                    <a:moveTo>
                      <a:pt x="6528" y="0"/>
                    </a:moveTo>
                    <a:cubicBezTo>
                      <a:pt x="5973" y="0"/>
                      <a:pt x="5494" y="96"/>
                      <a:pt x="5265" y="173"/>
                    </a:cubicBezTo>
                    <a:cubicBezTo>
                      <a:pt x="4920" y="268"/>
                      <a:pt x="4652" y="364"/>
                      <a:pt x="4499" y="498"/>
                    </a:cubicBezTo>
                    <a:cubicBezTo>
                      <a:pt x="4365" y="555"/>
                      <a:pt x="4250" y="594"/>
                      <a:pt x="4116" y="670"/>
                    </a:cubicBezTo>
                    <a:cubicBezTo>
                      <a:pt x="3829" y="517"/>
                      <a:pt x="3446" y="402"/>
                      <a:pt x="2968" y="402"/>
                    </a:cubicBezTo>
                    <a:cubicBezTo>
                      <a:pt x="2202" y="402"/>
                      <a:pt x="1456" y="708"/>
                      <a:pt x="728" y="1359"/>
                    </a:cubicBezTo>
                    <a:cubicBezTo>
                      <a:pt x="518" y="1570"/>
                      <a:pt x="1" y="2029"/>
                      <a:pt x="173" y="2661"/>
                    </a:cubicBezTo>
                    <a:cubicBezTo>
                      <a:pt x="288" y="3139"/>
                      <a:pt x="728" y="3331"/>
                      <a:pt x="1130" y="3426"/>
                    </a:cubicBezTo>
                    <a:lnTo>
                      <a:pt x="1130" y="3465"/>
                    </a:lnTo>
                    <a:cubicBezTo>
                      <a:pt x="1149" y="3541"/>
                      <a:pt x="1169" y="3637"/>
                      <a:pt x="1207" y="3714"/>
                    </a:cubicBezTo>
                    <a:cubicBezTo>
                      <a:pt x="1207" y="3733"/>
                      <a:pt x="1245" y="3733"/>
                      <a:pt x="1245" y="3752"/>
                    </a:cubicBezTo>
                    <a:cubicBezTo>
                      <a:pt x="1245" y="3771"/>
                      <a:pt x="1264" y="3809"/>
                      <a:pt x="1283" y="3848"/>
                    </a:cubicBezTo>
                    <a:cubicBezTo>
                      <a:pt x="1149" y="4058"/>
                      <a:pt x="1054" y="4326"/>
                      <a:pt x="1092" y="4632"/>
                    </a:cubicBezTo>
                    <a:lnTo>
                      <a:pt x="1092" y="4690"/>
                    </a:lnTo>
                    <a:cubicBezTo>
                      <a:pt x="1169" y="4996"/>
                      <a:pt x="1647" y="5666"/>
                      <a:pt x="1838" y="5934"/>
                    </a:cubicBezTo>
                    <a:cubicBezTo>
                      <a:pt x="2336" y="6623"/>
                      <a:pt x="2662" y="6929"/>
                      <a:pt x="2987" y="7025"/>
                    </a:cubicBezTo>
                    <a:cubicBezTo>
                      <a:pt x="3083" y="7044"/>
                      <a:pt x="3178" y="7082"/>
                      <a:pt x="3274" y="7082"/>
                    </a:cubicBezTo>
                    <a:cubicBezTo>
                      <a:pt x="3370" y="7082"/>
                      <a:pt x="3485" y="7044"/>
                      <a:pt x="3580" y="7006"/>
                    </a:cubicBezTo>
                    <a:cubicBezTo>
                      <a:pt x="3619" y="7006"/>
                      <a:pt x="3638" y="6987"/>
                      <a:pt x="3676" y="6967"/>
                    </a:cubicBezTo>
                    <a:cubicBezTo>
                      <a:pt x="3714" y="6967"/>
                      <a:pt x="3714" y="6987"/>
                      <a:pt x="3733" y="6987"/>
                    </a:cubicBezTo>
                    <a:cubicBezTo>
                      <a:pt x="3714" y="7312"/>
                      <a:pt x="3714" y="7695"/>
                      <a:pt x="3963" y="7982"/>
                    </a:cubicBezTo>
                    <a:cubicBezTo>
                      <a:pt x="4155" y="8173"/>
                      <a:pt x="4403" y="8307"/>
                      <a:pt x="4690" y="8307"/>
                    </a:cubicBezTo>
                    <a:cubicBezTo>
                      <a:pt x="4920" y="8307"/>
                      <a:pt x="5188" y="8231"/>
                      <a:pt x="5552" y="8020"/>
                    </a:cubicBezTo>
                    <a:cubicBezTo>
                      <a:pt x="7294" y="7121"/>
                      <a:pt x="7523" y="5742"/>
                      <a:pt x="7370" y="4862"/>
                    </a:cubicBezTo>
                    <a:cubicBezTo>
                      <a:pt x="7408" y="4785"/>
                      <a:pt x="7485" y="4709"/>
                      <a:pt x="7523" y="4632"/>
                    </a:cubicBezTo>
                    <a:cubicBezTo>
                      <a:pt x="7581" y="4594"/>
                      <a:pt x="7619" y="4575"/>
                      <a:pt x="7657" y="4517"/>
                    </a:cubicBezTo>
                    <a:cubicBezTo>
                      <a:pt x="7715" y="4422"/>
                      <a:pt x="9495" y="2316"/>
                      <a:pt x="8385" y="766"/>
                    </a:cubicBezTo>
                    <a:cubicBezTo>
                      <a:pt x="8155" y="421"/>
                      <a:pt x="7657" y="0"/>
                      <a:pt x="6528" y="0"/>
                    </a:cubicBezTo>
                    <a:close/>
                  </a:path>
                </a:pathLst>
              </a:custGeom>
              <a:solidFill>
                <a:schemeClr val="lt1"/>
              </a:solidFill>
              <a:ln>
                <a:noFill/>
              </a:ln>
              <a:effectLst>
                <a:outerShdw blurRad="85725" rotWithShape="0" algn="bl" dir="5100000" dist="76200">
                  <a:srgbClr val="000000">
                    <a:alpha val="2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3"/>
              <p:cNvSpPr/>
              <p:nvPr/>
            </p:nvSpPr>
            <p:spPr>
              <a:xfrm>
                <a:off x="8000975" y="3388967"/>
                <a:ext cx="390626" cy="324660"/>
              </a:xfrm>
              <a:custGeom>
                <a:rect b="b" l="l" r="r" t="t"/>
                <a:pathLst>
                  <a:path extrusionOk="0" h="4710" w="5667">
                    <a:moveTo>
                      <a:pt x="2910" y="1"/>
                    </a:moveTo>
                    <a:cubicBezTo>
                      <a:pt x="2546" y="1"/>
                      <a:pt x="2145" y="116"/>
                      <a:pt x="1685" y="365"/>
                    </a:cubicBezTo>
                    <a:cubicBezTo>
                      <a:pt x="1" y="1226"/>
                      <a:pt x="422" y="3886"/>
                      <a:pt x="422" y="3906"/>
                    </a:cubicBezTo>
                    <a:cubicBezTo>
                      <a:pt x="537" y="4614"/>
                      <a:pt x="1436" y="4710"/>
                      <a:pt x="2164" y="4710"/>
                    </a:cubicBezTo>
                    <a:cubicBezTo>
                      <a:pt x="2776" y="4710"/>
                      <a:pt x="4250" y="4614"/>
                      <a:pt x="4920" y="3733"/>
                    </a:cubicBezTo>
                    <a:cubicBezTo>
                      <a:pt x="5666" y="2757"/>
                      <a:pt x="5360" y="1838"/>
                      <a:pt x="4939" y="1436"/>
                    </a:cubicBezTo>
                    <a:cubicBezTo>
                      <a:pt x="4327" y="633"/>
                      <a:pt x="3771" y="1"/>
                      <a:pt x="2910" y="1"/>
                    </a:cubicBezTo>
                    <a:close/>
                  </a:path>
                </a:pathLst>
              </a:custGeom>
              <a:solidFill>
                <a:schemeClr val="lt1"/>
              </a:solidFill>
              <a:ln>
                <a:noFill/>
              </a:ln>
              <a:effectLst>
                <a:outerShdw blurRad="85725" rotWithShape="0" algn="bl" dir="5100000" dist="76200">
                  <a:srgbClr val="000000">
                    <a:alpha val="2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3" name="Google Shape;1373;p33"/>
            <p:cNvSpPr/>
            <p:nvPr/>
          </p:nvSpPr>
          <p:spPr>
            <a:xfrm>
              <a:off x="8063012" y="3438321"/>
              <a:ext cx="283716" cy="226435"/>
            </a:xfrm>
            <a:custGeom>
              <a:rect b="b" l="l" r="r" t="t"/>
              <a:pathLst>
                <a:path extrusionOk="0" h="3285" w="4116">
                  <a:moveTo>
                    <a:pt x="2026" y="1"/>
                  </a:moveTo>
                  <a:cubicBezTo>
                    <a:pt x="1772" y="1"/>
                    <a:pt x="1487" y="99"/>
                    <a:pt x="1130" y="299"/>
                  </a:cubicBezTo>
                  <a:cubicBezTo>
                    <a:pt x="0" y="854"/>
                    <a:pt x="192" y="2769"/>
                    <a:pt x="249" y="3075"/>
                  </a:cubicBezTo>
                  <a:cubicBezTo>
                    <a:pt x="265" y="3195"/>
                    <a:pt x="708" y="3284"/>
                    <a:pt x="1267" y="3284"/>
                  </a:cubicBezTo>
                  <a:cubicBezTo>
                    <a:pt x="2048" y="3284"/>
                    <a:pt x="3055" y="3109"/>
                    <a:pt x="3446" y="2596"/>
                  </a:cubicBezTo>
                  <a:cubicBezTo>
                    <a:pt x="4116" y="1697"/>
                    <a:pt x="3522" y="1199"/>
                    <a:pt x="3522" y="1199"/>
                  </a:cubicBezTo>
                  <a:cubicBezTo>
                    <a:pt x="2930" y="414"/>
                    <a:pt x="2546" y="1"/>
                    <a:pt x="20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3"/>
            <p:cNvSpPr/>
            <p:nvPr/>
          </p:nvSpPr>
          <p:spPr>
            <a:xfrm>
              <a:off x="8262221" y="3373182"/>
              <a:ext cx="162330" cy="166397"/>
            </a:xfrm>
            <a:custGeom>
              <a:rect b="b" l="l" r="r" t="t"/>
              <a:pathLst>
                <a:path extrusionOk="0" h="2414" w="2355">
                  <a:moveTo>
                    <a:pt x="709" y="0"/>
                  </a:moveTo>
                  <a:cubicBezTo>
                    <a:pt x="709" y="0"/>
                    <a:pt x="1" y="479"/>
                    <a:pt x="58" y="689"/>
                  </a:cubicBezTo>
                  <a:cubicBezTo>
                    <a:pt x="96" y="915"/>
                    <a:pt x="1185" y="2414"/>
                    <a:pt x="1388" y="2414"/>
                  </a:cubicBezTo>
                  <a:cubicBezTo>
                    <a:pt x="1391" y="2414"/>
                    <a:pt x="1395" y="2413"/>
                    <a:pt x="1398" y="2412"/>
                  </a:cubicBezTo>
                  <a:cubicBezTo>
                    <a:pt x="1532" y="2335"/>
                    <a:pt x="2355" y="1723"/>
                    <a:pt x="2355" y="1723"/>
                  </a:cubicBezTo>
                  <a:lnTo>
                    <a:pt x="70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3"/>
            <p:cNvSpPr/>
            <p:nvPr/>
          </p:nvSpPr>
          <p:spPr>
            <a:xfrm>
              <a:off x="8254294" y="3363118"/>
              <a:ext cx="176874" cy="185560"/>
            </a:xfrm>
            <a:custGeom>
              <a:rect b="b" l="l" r="r" t="t"/>
              <a:pathLst>
                <a:path extrusionOk="0" h="2692" w="2566">
                  <a:moveTo>
                    <a:pt x="786" y="280"/>
                  </a:moveTo>
                  <a:lnTo>
                    <a:pt x="2279" y="1869"/>
                  </a:lnTo>
                  <a:cubicBezTo>
                    <a:pt x="1991" y="2079"/>
                    <a:pt x="1628" y="2367"/>
                    <a:pt x="1494" y="2443"/>
                  </a:cubicBezTo>
                  <a:cubicBezTo>
                    <a:pt x="1245" y="2252"/>
                    <a:pt x="345" y="1008"/>
                    <a:pt x="288" y="816"/>
                  </a:cubicBezTo>
                  <a:cubicBezTo>
                    <a:pt x="269" y="740"/>
                    <a:pt x="498" y="491"/>
                    <a:pt x="786" y="280"/>
                  </a:cubicBezTo>
                  <a:close/>
                  <a:moveTo>
                    <a:pt x="800" y="1"/>
                  </a:moveTo>
                  <a:cubicBezTo>
                    <a:pt x="780" y="1"/>
                    <a:pt x="761" y="5"/>
                    <a:pt x="747" y="12"/>
                  </a:cubicBezTo>
                  <a:cubicBezTo>
                    <a:pt x="537" y="185"/>
                    <a:pt x="1" y="567"/>
                    <a:pt x="58" y="854"/>
                  </a:cubicBezTo>
                  <a:cubicBezTo>
                    <a:pt x="96" y="1046"/>
                    <a:pt x="1207" y="2673"/>
                    <a:pt x="1494" y="2673"/>
                  </a:cubicBezTo>
                  <a:cubicBezTo>
                    <a:pt x="1513" y="2673"/>
                    <a:pt x="1532" y="2673"/>
                    <a:pt x="1532" y="2692"/>
                  </a:cubicBezTo>
                  <a:cubicBezTo>
                    <a:pt x="1685" y="2615"/>
                    <a:pt x="2374" y="2079"/>
                    <a:pt x="2508" y="1984"/>
                  </a:cubicBezTo>
                  <a:cubicBezTo>
                    <a:pt x="2546" y="1965"/>
                    <a:pt x="2566" y="1907"/>
                    <a:pt x="2566" y="1888"/>
                  </a:cubicBezTo>
                  <a:cubicBezTo>
                    <a:pt x="2566" y="1831"/>
                    <a:pt x="2566" y="1811"/>
                    <a:pt x="2546" y="1792"/>
                  </a:cubicBezTo>
                  <a:lnTo>
                    <a:pt x="881" y="51"/>
                  </a:lnTo>
                  <a:cubicBezTo>
                    <a:pt x="869" y="14"/>
                    <a:pt x="834" y="1"/>
                    <a:pt x="8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3"/>
            <p:cNvSpPr/>
            <p:nvPr/>
          </p:nvSpPr>
          <p:spPr>
            <a:xfrm>
              <a:off x="8136906" y="3189482"/>
              <a:ext cx="286335" cy="148958"/>
            </a:xfrm>
            <a:custGeom>
              <a:rect b="b" l="l" r="r" t="t"/>
              <a:pathLst>
                <a:path extrusionOk="0" h="2161" w="4154">
                  <a:moveTo>
                    <a:pt x="2885" y="0"/>
                  </a:moveTo>
                  <a:cubicBezTo>
                    <a:pt x="2400" y="0"/>
                    <a:pt x="1804" y="181"/>
                    <a:pt x="1149" y="770"/>
                  </a:cubicBezTo>
                  <a:cubicBezTo>
                    <a:pt x="0" y="1823"/>
                    <a:pt x="1799" y="1440"/>
                    <a:pt x="2297" y="2053"/>
                  </a:cubicBezTo>
                  <a:cubicBezTo>
                    <a:pt x="2356" y="2128"/>
                    <a:pt x="2427" y="2160"/>
                    <a:pt x="2509" y="2160"/>
                  </a:cubicBezTo>
                  <a:cubicBezTo>
                    <a:pt x="3092" y="2160"/>
                    <a:pt x="4154" y="464"/>
                    <a:pt x="4154" y="464"/>
                  </a:cubicBezTo>
                  <a:cubicBezTo>
                    <a:pt x="4154" y="464"/>
                    <a:pt x="3661" y="0"/>
                    <a:pt x="28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3"/>
            <p:cNvSpPr/>
            <p:nvPr/>
          </p:nvSpPr>
          <p:spPr>
            <a:xfrm>
              <a:off x="8412628" y="3436460"/>
              <a:ext cx="221748" cy="197209"/>
            </a:xfrm>
            <a:custGeom>
              <a:rect b="b" l="l" r="r" t="t"/>
              <a:pathLst>
                <a:path extrusionOk="0" h="2861" w="3217">
                  <a:moveTo>
                    <a:pt x="2546" y="1"/>
                  </a:moveTo>
                  <a:lnTo>
                    <a:pt x="2546" y="1"/>
                  </a:lnTo>
                  <a:cubicBezTo>
                    <a:pt x="2546" y="1"/>
                    <a:pt x="1" y="460"/>
                    <a:pt x="383" y="1149"/>
                  </a:cubicBezTo>
                  <a:cubicBezTo>
                    <a:pt x="698" y="1700"/>
                    <a:pt x="94" y="2860"/>
                    <a:pt x="636" y="2860"/>
                  </a:cubicBezTo>
                  <a:cubicBezTo>
                    <a:pt x="753" y="2860"/>
                    <a:pt x="924" y="2806"/>
                    <a:pt x="1168" y="2681"/>
                  </a:cubicBezTo>
                  <a:cubicBezTo>
                    <a:pt x="3216" y="1666"/>
                    <a:pt x="2546" y="1"/>
                    <a:pt x="25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3"/>
            <p:cNvSpPr/>
            <p:nvPr/>
          </p:nvSpPr>
          <p:spPr>
            <a:xfrm>
              <a:off x="8262221" y="3177557"/>
              <a:ext cx="443565" cy="371119"/>
            </a:xfrm>
            <a:custGeom>
              <a:rect b="b" l="l" r="r" t="t"/>
              <a:pathLst>
                <a:path extrusionOk="0" h="5384" w="6435">
                  <a:moveTo>
                    <a:pt x="4356" y="1"/>
                  </a:moveTo>
                  <a:cubicBezTo>
                    <a:pt x="2612" y="1"/>
                    <a:pt x="0" y="2089"/>
                    <a:pt x="58" y="2321"/>
                  </a:cubicBezTo>
                  <a:cubicBezTo>
                    <a:pt x="58" y="2321"/>
                    <a:pt x="1953" y="5078"/>
                    <a:pt x="2393" y="5365"/>
                  </a:cubicBezTo>
                  <a:cubicBezTo>
                    <a:pt x="2413" y="5377"/>
                    <a:pt x="2438" y="5383"/>
                    <a:pt x="2469" y="5383"/>
                  </a:cubicBezTo>
                  <a:cubicBezTo>
                    <a:pt x="3154" y="5383"/>
                    <a:pt x="6435" y="2402"/>
                    <a:pt x="5647" y="771"/>
                  </a:cubicBezTo>
                  <a:cubicBezTo>
                    <a:pt x="5383" y="214"/>
                    <a:pt x="4914" y="1"/>
                    <a:pt x="43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3"/>
            <p:cNvSpPr/>
            <p:nvPr/>
          </p:nvSpPr>
          <p:spPr>
            <a:xfrm>
              <a:off x="8255604" y="3168665"/>
              <a:ext cx="422265" cy="389248"/>
            </a:xfrm>
            <a:custGeom>
              <a:rect b="b" l="l" r="r" t="t"/>
              <a:pathLst>
                <a:path extrusionOk="0" h="5647" w="6126">
                  <a:moveTo>
                    <a:pt x="4461" y="249"/>
                  </a:moveTo>
                  <a:cubicBezTo>
                    <a:pt x="5035" y="249"/>
                    <a:pt x="5418" y="498"/>
                    <a:pt x="5647" y="977"/>
                  </a:cubicBezTo>
                  <a:cubicBezTo>
                    <a:pt x="5973" y="1570"/>
                    <a:pt x="5609" y="2355"/>
                    <a:pt x="5245" y="2929"/>
                  </a:cubicBezTo>
                  <a:cubicBezTo>
                    <a:pt x="4403" y="4250"/>
                    <a:pt x="2949" y="5398"/>
                    <a:pt x="2585" y="5398"/>
                  </a:cubicBezTo>
                  <a:lnTo>
                    <a:pt x="2566" y="5398"/>
                  </a:lnTo>
                  <a:cubicBezTo>
                    <a:pt x="2202" y="5188"/>
                    <a:pt x="824" y="3254"/>
                    <a:pt x="269" y="2450"/>
                  </a:cubicBezTo>
                  <a:cubicBezTo>
                    <a:pt x="479" y="2106"/>
                    <a:pt x="2815" y="249"/>
                    <a:pt x="4461" y="249"/>
                  </a:cubicBezTo>
                  <a:close/>
                  <a:moveTo>
                    <a:pt x="4461" y="0"/>
                  </a:moveTo>
                  <a:cubicBezTo>
                    <a:pt x="2853" y="0"/>
                    <a:pt x="556" y="1685"/>
                    <a:pt x="135" y="2240"/>
                  </a:cubicBezTo>
                  <a:cubicBezTo>
                    <a:pt x="58" y="2336"/>
                    <a:pt x="1" y="2412"/>
                    <a:pt x="39" y="2489"/>
                  </a:cubicBezTo>
                  <a:cubicBezTo>
                    <a:pt x="39" y="2508"/>
                    <a:pt x="58" y="2508"/>
                    <a:pt x="58" y="2527"/>
                  </a:cubicBezTo>
                  <a:cubicBezTo>
                    <a:pt x="250" y="2814"/>
                    <a:pt x="1972" y="5302"/>
                    <a:pt x="2451" y="5590"/>
                  </a:cubicBezTo>
                  <a:cubicBezTo>
                    <a:pt x="2489" y="5609"/>
                    <a:pt x="2547" y="5647"/>
                    <a:pt x="2585" y="5647"/>
                  </a:cubicBezTo>
                  <a:cubicBezTo>
                    <a:pt x="3102" y="5647"/>
                    <a:pt x="4633" y="4345"/>
                    <a:pt x="5437" y="3025"/>
                  </a:cubicBezTo>
                  <a:cubicBezTo>
                    <a:pt x="5992" y="2144"/>
                    <a:pt x="6126" y="1379"/>
                    <a:pt x="5877" y="824"/>
                  </a:cubicBezTo>
                  <a:cubicBezTo>
                    <a:pt x="5609" y="288"/>
                    <a:pt x="5131" y="0"/>
                    <a:pt x="44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3"/>
            <p:cNvSpPr/>
            <p:nvPr/>
          </p:nvSpPr>
          <p:spPr>
            <a:xfrm>
              <a:off x="8469909" y="3160875"/>
              <a:ext cx="254145" cy="232156"/>
            </a:xfrm>
            <a:custGeom>
              <a:rect b="b" l="l" r="r" t="t"/>
              <a:pathLst>
                <a:path extrusionOk="0" h="3368" w="3687">
                  <a:moveTo>
                    <a:pt x="1658" y="1"/>
                  </a:moveTo>
                  <a:cubicBezTo>
                    <a:pt x="854" y="1"/>
                    <a:pt x="0" y="270"/>
                    <a:pt x="12" y="420"/>
                  </a:cubicBezTo>
                  <a:cubicBezTo>
                    <a:pt x="31" y="649"/>
                    <a:pt x="2232" y="3367"/>
                    <a:pt x="2232" y="3367"/>
                  </a:cubicBezTo>
                  <a:cubicBezTo>
                    <a:pt x="2385" y="3195"/>
                    <a:pt x="3687" y="1549"/>
                    <a:pt x="2921" y="458"/>
                  </a:cubicBezTo>
                  <a:cubicBezTo>
                    <a:pt x="2694" y="117"/>
                    <a:pt x="2186" y="1"/>
                    <a:pt x="16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3"/>
            <p:cNvSpPr/>
            <p:nvPr/>
          </p:nvSpPr>
          <p:spPr>
            <a:xfrm>
              <a:off x="8379679" y="3280815"/>
              <a:ext cx="154403" cy="154403"/>
            </a:xfrm>
            <a:custGeom>
              <a:rect b="b" l="l" r="r" t="t"/>
              <a:pathLst>
                <a:path extrusionOk="0" h="2240" w="2240">
                  <a:moveTo>
                    <a:pt x="1129" y="0"/>
                  </a:moveTo>
                  <a:cubicBezTo>
                    <a:pt x="498" y="0"/>
                    <a:pt x="0" y="498"/>
                    <a:pt x="0" y="1111"/>
                  </a:cubicBezTo>
                  <a:cubicBezTo>
                    <a:pt x="0" y="1742"/>
                    <a:pt x="498" y="2240"/>
                    <a:pt x="1129" y="2240"/>
                  </a:cubicBezTo>
                  <a:cubicBezTo>
                    <a:pt x="1742" y="2240"/>
                    <a:pt x="2240" y="1742"/>
                    <a:pt x="2240" y="1111"/>
                  </a:cubicBezTo>
                  <a:cubicBezTo>
                    <a:pt x="2240" y="498"/>
                    <a:pt x="1742" y="0"/>
                    <a:pt x="11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3"/>
            <p:cNvSpPr/>
            <p:nvPr/>
          </p:nvSpPr>
          <p:spPr>
            <a:xfrm>
              <a:off x="8367754" y="3271578"/>
              <a:ext cx="187421" cy="171567"/>
            </a:xfrm>
            <a:custGeom>
              <a:rect b="b" l="l" r="r" t="t"/>
              <a:pathLst>
                <a:path extrusionOk="0" h="2489" w="2719">
                  <a:moveTo>
                    <a:pt x="1302" y="268"/>
                  </a:moveTo>
                  <a:cubicBezTo>
                    <a:pt x="1609" y="268"/>
                    <a:pt x="1915" y="422"/>
                    <a:pt x="2145" y="709"/>
                  </a:cubicBezTo>
                  <a:cubicBezTo>
                    <a:pt x="2451" y="1149"/>
                    <a:pt x="2336" y="1780"/>
                    <a:pt x="1877" y="2087"/>
                  </a:cubicBezTo>
                  <a:cubicBezTo>
                    <a:pt x="1704" y="2182"/>
                    <a:pt x="1494" y="2259"/>
                    <a:pt x="1302" y="2259"/>
                  </a:cubicBezTo>
                  <a:cubicBezTo>
                    <a:pt x="996" y="2259"/>
                    <a:pt x="671" y="2087"/>
                    <a:pt x="479" y="1819"/>
                  </a:cubicBezTo>
                  <a:cubicBezTo>
                    <a:pt x="326" y="1608"/>
                    <a:pt x="269" y="1340"/>
                    <a:pt x="326" y="1072"/>
                  </a:cubicBezTo>
                  <a:cubicBezTo>
                    <a:pt x="365" y="823"/>
                    <a:pt x="518" y="575"/>
                    <a:pt x="728" y="441"/>
                  </a:cubicBezTo>
                  <a:cubicBezTo>
                    <a:pt x="900" y="345"/>
                    <a:pt x="1111" y="268"/>
                    <a:pt x="1302" y="268"/>
                  </a:cubicBezTo>
                  <a:close/>
                  <a:moveTo>
                    <a:pt x="1302" y="0"/>
                  </a:moveTo>
                  <a:cubicBezTo>
                    <a:pt x="1054" y="0"/>
                    <a:pt x="824" y="77"/>
                    <a:pt x="613" y="230"/>
                  </a:cubicBezTo>
                  <a:cubicBezTo>
                    <a:pt x="326" y="422"/>
                    <a:pt x="154" y="670"/>
                    <a:pt x="77" y="1015"/>
                  </a:cubicBezTo>
                  <a:cubicBezTo>
                    <a:pt x="1" y="1340"/>
                    <a:pt x="77" y="1685"/>
                    <a:pt x="269" y="1953"/>
                  </a:cubicBezTo>
                  <a:cubicBezTo>
                    <a:pt x="518" y="2297"/>
                    <a:pt x="900" y="2489"/>
                    <a:pt x="1302" y="2489"/>
                  </a:cubicBezTo>
                  <a:cubicBezTo>
                    <a:pt x="1532" y="2489"/>
                    <a:pt x="1781" y="2431"/>
                    <a:pt x="2011" y="2278"/>
                  </a:cubicBezTo>
                  <a:cubicBezTo>
                    <a:pt x="2566" y="1895"/>
                    <a:pt x="2719" y="1130"/>
                    <a:pt x="2336" y="555"/>
                  </a:cubicBezTo>
                  <a:cubicBezTo>
                    <a:pt x="2087" y="192"/>
                    <a:pt x="1704" y="0"/>
                    <a:pt x="13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3"/>
            <p:cNvSpPr/>
            <p:nvPr/>
          </p:nvSpPr>
          <p:spPr>
            <a:xfrm>
              <a:off x="8063012" y="3438321"/>
              <a:ext cx="283716" cy="226435"/>
            </a:xfrm>
            <a:custGeom>
              <a:rect b="b" l="l" r="r" t="t"/>
              <a:pathLst>
                <a:path extrusionOk="0" h="3285" w="4116">
                  <a:moveTo>
                    <a:pt x="2026" y="1"/>
                  </a:moveTo>
                  <a:cubicBezTo>
                    <a:pt x="1772" y="1"/>
                    <a:pt x="1487" y="99"/>
                    <a:pt x="1130" y="299"/>
                  </a:cubicBezTo>
                  <a:cubicBezTo>
                    <a:pt x="0" y="874"/>
                    <a:pt x="192" y="2788"/>
                    <a:pt x="249" y="3075"/>
                  </a:cubicBezTo>
                  <a:cubicBezTo>
                    <a:pt x="265" y="3195"/>
                    <a:pt x="708" y="3284"/>
                    <a:pt x="1267" y="3284"/>
                  </a:cubicBezTo>
                  <a:cubicBezTo>
                    <a:pt x="2048" y="3284"/>
                    <a:pt x="3055" y="3109"/>
                    <a:pt x="3446" y="2596"/>
                  </a:cubicBezTo>
                  <a:cubicBezTo>
                    <a:pt x="4116" y="1697"/>
                    <a:pt x="3522" y="1199"/>
                    <a:pt x="3522" y="1199"/>
                  </a:cubicBezTo>
                  <a:cubicBezTo>
                    <a:pt x="2930" y="414"/>
                    <a:pt x="2546" y="1"/>
                    <a:pt x="20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3"/>
            <p:cNvSpPr/>
            <p:nvPr/>
          </p:nvSpPr>
          <p:spPr>
            <a:xfrm>
              <a:off x="8154069" y="3473338"/>
              <a:ext cx="145167" cy="117112"/>
            </a:xfrm>
            <a:custGeom>
              <a:rect b="b" l="l" r="r" t="t"/>
              <a:pathLst>
                <a:path extrusionOk="0" h="1699" w="2106">
                  <a:moveTo>
                    <a:pt x="1029" y="0"/>
                  </a:moveTo>
                  <a:cubicBezTo>
                    <a:pt x="902" y="0"/>
                    <a:pt x="756" y="45"/>
                    <a:pt x="574" y="136"/>
                  </a:cubicBezTo>
                  <a:cubicBezTo>
                    <a:pt x="0" y="423"/>
                    <a:pt x="96" y="1418"/>
                    <a:pt x="115" y="1571"/>
                  </a:cubicBezTo>
                  <a:cubicBezTo>
                    <a:pt x="123" y="1645"/>
                    <a:pt x="367" y="1698"/>
                    <a:pt x="668" y="1698"/>
                  </a:cubicBezTo>
                  <a:cubicBezTo>
                    <a:pt x="1070" y="1698"/>
                    <a:pt x="1575" y="1604"/>
                    <a:pt x="1761" y="1342"/>
                  </a:cubicBezTo>
                  <a:cubicBezTo>
                    <a:pt x="2106" y="882"/>
                    <a:pt x="1799" y="614"/>
                    <a:pt x="1799" y="614"/>
                  </a:cubicBezTo>
                  <a:cubicBezTo>
                    <a:pt x="1498" y="209"/>
                    <a:pt x="1305" y="0"/>
                    <a:pt x="102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3"/>
            <p:cNvSpPr/>
            <p:nvPr/>
          </p:nvSpPr>
          <p:spPr>
            <a:xfrm>
              <a:off x="8490450" y="3334925"/>
              <a:ext cx="31777" cy="58108"/>
            </a:xfrm>
            <a:custGeom>
              <a:rect b="b" l="l" r="r" t="t"/>
              <a:pathLst>
                <a:path extrusionOk="0" h="843" w="461">
                  <a:moveTo>
                    <a:pt x="1" y="0"/>
                  </a:moveTo>
                  <a:lnTo>
                    <a:pt x="1" y="842"/>
                  </a:lnTo>
                  <a:cubicBezTo>
                    <a:pt x="460" y="402"/>
                    <a:pt x="1" y="0"/>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3"/>
            <p:cNvSpPr/>
            <p:nvPr/>
          </p:nvSpPr>
          <p:spPr>
            <a:xfrm>
              <a:off x="8479904" y="3327412"/>
              <a:ext cx="30467" cy="73548"/>
            </a:xfrm>
            <a:custGeom>
              <a:rect b="b" l="l" r="r" t="t"/>
              <a:pathLst>
                <a:path extrusionOk="0" h="1067" w="442">
                  <a:moveTo>
                    <a:pt x="125" y="1"/>
                  </a:moveTo>
                  <a:cubicBezTo>
                    <a:pt x="88" y="1"/>
                    <a:pt x="50" y="10"/>
                    <a:pt x="39" y="33"/>
                  </a:cubicBezTo>
                  <a:cubicBezTo>
                    <a:pt x="1" y="90"/>
                    <a:pt x="1" y="147"/>
                    <a:pt x="58" y="205"/>
                  </a:cubicBezTo>
                  <a:cubicBezTo>
                    <a:pt x="58" y="205"/>
                    <a:pt x="231" y="339"/>
                    <a:pt x="231" y="530"/>
                  </a:cubicBezTo>
                  <a:cubicBezTo>
                    <a:pt x="231" y="626"/>
                    <a:pt x="173" y="760"/>
                    <a:pt x="58" y="856"/>
                  </a:cubicBezTo>
                  <a:cubicBezTo>
                    <a:pt x="1" y="894"/>
                    <a:pt x="1" y="970"/>
                    <a:pt x="58" y="1009"/>
                  </a:cubicBezTo>
                  <a:cubicBezTo>
                    <a:pt x="77" y="1047"/>
                    <a:pt x="135" y="1066"/>
                    <a:pt x="154" y="1066"/>
                  </a:cubicBezTo>
                  <a:cubicBezTo>
                    <a:pt x="173" y="1066"/>
                    <a:pt x="192" y="1047"/>
                    <a:pt x="192" y="1009"/>
                  </a:cubicBezTo>
                  <a:cubicBezTo>
                    <a:pt x="364" y="875"/>
                    <a:pt x="441" y="703"/>
                    <a:pt x="441" y="511"/>
                  </a:cubicBezTo>
                  <a:cubicBezTo>
                    <a:pt x="441" y="224"/>
                    <a:pt x="192" y="13"/>
                    <a:pt x="192" y="13"/>
                  </a:cubicBezTo>
                  <a:cubicBezTo>
                    <a:pt x="176" y="6"/>
                    <a:pt x="151"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7" name="Google Shape;1387;p33"/>
          <p:cNvGrpSpPr/>
          <p:nvPr/>
        </p:nvGrpSpPr>
        <p:grpSpPr>
          <a:xfrm>
            <a:off x="1087402" y="3822955"/>
            <a:ext cx="773154" cy="349422"/>
            <a:chOff x="6892614" y="3632855"/>
            <a:chExt cx="773154" cy="349422"/>
          </a:xfrm>
        </p:grpSpPr>
        <p:sp>
          <p:nvSpPr>
            <p:cNvPr id="1388" name="Google Shape;1388;p33"/>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3"/>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0" name="Google Shape;1390;p33"/>
          <p:cNvGrpSpPr/>
          <p:nvPr/>
        </p:nvGrpSpPr>
        <p:grpSpPr>
          <a:xfrm>
            <a:off x="575414" y="3387630"/>
            <a:ext cx="773154" cy="349422"/>
            <a:chOff x="6892614" y="3632855"/>
            <a:chExt cx="773154" cy="349422"/>
          </a:xfrm>
        </p:grpSpPr>
        <p:sp>
          <p:nvSpPr>
            <p:cNvPr id="1391" name="Google Shape;1391;p33"/>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3"/>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3" name="Google Shape;1393;p33"/>
          <p:cNvGrpSpPr/>
          <p:nvPr/>
        </p:nvGrpSpPr>
        <p:grpSpPr>
          <a:xfrm>
            <a:off x="6853256" y="2855543"/>
            <a:ext cx="660189" cy="1695789"/>
            <a:chOff x="7985331" y="3006068"/>
            <a:chExt cx="660189" cy="1695789"/>
          </a:xfrm>
        </p:grpSpPr>
        <p:sp>
          <p:nvSpPr>
            <p:cNvPr id="1394" name="Google Shape;1394;p33"/>
            <p:cNvSpPr/>
            <p:nvPr/>
          </p:nvSpPr>
          <p:spPr>
            <a:xfrm>
              <a:off x="8082231" y="4117371"/>
              <a:ext cx="131785" cy="130282"/>
            </a:xfrm>
            <a:custGeom>
              <a:rect b="b" l="l" r="r" t="t"/>
              <a:pathLst>
                <a:path extrusionOk="0" h="1647" w="1666">
                  <a:moveTo>
                    <a:pt x="861" y="249"/>
                  </a:moveTo>
                  <a:cubicBezTo>
                    <a:pt x="995" y="249"/>
                    <a:pt x="1149" y="287"/>
                    <a:pt x="1263" y="441"/>
                  </a:cubicBezTo>
                  <a:cubicBezTo>
                    <a:pt x="1378" y="536"/>
                    <a:pt x="1436" y="670"/>
                    <a:pt x="1436" y="843"/>
                  </a:cubicBezTo>
                  <a:cubicBezTo>
                    <a:pt x="1436" y="1149"/>
                    <a:pt x="1149" y="1417"/>
                    <a:pt x="823" y="1417"/>
                  </a:cubicBezTo>
                  <a:cubicBezTo>
                    <a:pt x="517" y="1417"/>
                    <a:pt x="249" y="1149"/>
                    <a:pt x="249" y="823"/>
                  </a:cubicBezTo>
                  <a:cubicBezTo>
                    <a:pt x="249" y="498"/>
                    <a:pt x="517" y="249"/>
                    <a:pt x="861" y="249"/>
                  </a:cubicBezTo>
                  <a:close/>
                  <a:moveTo>
                    <a:pt x="823" y="0"/>
                  </a:moveTo>
                  <a:cubicBezTo>
                    <a:pt x="383" y="0"/>
                    <a:pt x="0" y="364"/>
                    <a:pt x="0" y="823"/>
                  </a:cubicBezTo>
                  <a:cubicBezTo>
                    <a:pt x="0" y="1264"/>
                    <a:pt x="383" y="1646"/>
                    <a:pt x="823" y="1646"/>
                  </a:cubicBezTo>
                  <a:cubicBezTo>
                    <a:pt x="1283" y="1646"/>
                    <a:pt x="1665" y="1302"/>
                    <a:pt x="1665" y="823"/>
                  </a:cubicBezTo>
                  <a:cubicBezTo>
                    <a:pt x="1665" y="594"/>
                    <a:pt x="1570" y="402"/>
                    <a:pt x="1436" y="249"/>
                  </a:cubicBezTo>
                  <a:cubicBezTo>
                    <a:pt x="1263" y="96"/>
                    <a:pt x="1053" y="0"/>
                    <a:pt x="8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3"/>
            <p:cNvSpPr/>
            <p:nvPr/>
          </p:nvSpPr>
          <p:spPr>
            <a:xfrm>
              <a:off x="8048850" y="4489783"/>
              <a:ext cx="210571" cy="212074"/>
            </a:xfrm>
            <a:custGeom>
              <a:rect b="b" l="l" r="r" t="t"/>
              <a:pathLst>
                <a:path extrusionOk="0" h="2681" w="2662">
                  <a:moveTo>
                    <a:pt x="1417" y="345"/>
                  </a:moveTo>
                  <a:cubicBezTo>
                    <a:pt x="1437" y="441"/>
                    <a:pt x="1494" y="613"/>
                    <a:pt x="1513" y="690"/>
                  </a:cubicBezTo>
                  <a:cubicBezTo>
                    <a:pt x="1590" y="996"/>
                    <a:pt x="1609" y="1035"/>
                    <a:pt x="1628" y="1092"/>
                  </a:cubicBezTo>
                  <a:cubicBezTo>
                    <a:pt x="1685" y="1130"/>
                    <a:pt x="1724" y="1149"/>
                    <a:pt x="1992" y="1245"/>
                  </a:cubicBezTo>
                  <a:cubicBezTo>
                    <a:pt x="2087" y="1283"/>
                    <a:pt x="2240" y="1322"/>
                    <a:pt x="2336" y="1379"/>
                  </a:cubicBezTo>
                  <a:cubicBezTo>
                    <a:pt x="2183" y="1437"/>
                    <a:pt x="1953" y="1532"/>
                    <a:pt x="1724" y="1609"/>
                  </a:cubicBezTo>
                  <a:lnTo>
                    <a:pt x="1666" y="1685"/>
                  </a:lnTo>
                  <a:cubicBezTo>
                    <a:pt x="1571" y="1915"/>
                    <a:pt x="1437" y="2183"/>
                    <a:pt x="1341" y="2355"/>
                  </a:cubicBezTo>
                  <a:cubicBezTo>
                    <a:pt x="1283" y="2183"/>
                    <a:pt x="1207" y="1896"/>
                    <a:pt x="1130" y="1628"/>
                  </a:cubicBezTo>
                  <a:cubicBezTo>
                    <a:pt x="1111" y="1590"/>
                    <a:pt x="1092" y="1532"/>
                    <a:pt x="1035" y="1532"/>
                  </a:cubicBezTo>
                  <a:cubicBezTo>
                    <a:pt x="805" y="1494"/>
                    <a:pt x="518" y="1437"/>
                    <a:pt x="346" y="1398"/>
                  </a:cubicBezTo>
                  <a:cubicBezTo>
                    <a:pt x="518" y="1303"/>
                    <a:pt x="824" y="1149"/>
                    <a:pt x="1092" y="1035"/>
                  </a:cubicBezTo>
                  <a:cubicBezTo>
                    <a:pt x="1111" y="1015"/>
                    <a:pt x="1149" y="977"/>
                    <a:pt x="1149" y="958"/>
                  </a:cubicBezTo>
                  <a:cubicBezTo>
                    <a:pt x="1226" y="747"/>
                    <a:pt x="1341" y="479"/>
                    <a:pt x="1417" y="345"/>
                  </a:cubicBezTo>
                  <a:close/>
                  <a:moveTo>
                    <a:pt x="1437" y="1"/>
                  </a:moveTo>
                  <a:cubicBezTo>
                    <a:pt x="1379" y="1"/>
                    <a:pt x="1245" y="1"/>
                    <a:pt x="939" y="843"/>
                  </a:cubicBezTo>
                  <a:cubicBezTo>
                    <a:pt x="58" y="1207"/>
                    <a:pt x="39" y="1322"/>
                    <a:pt x="1" y="1379"/>
                  </a:cubicBezTo>
                  <a:cubicBezTo>
                    <a:pt x="1" y="1398"/>
                    <a:pt x="1" y="1475"/>
                    <a:pt x="39" y="1494"/>
                  </a:cubicBezTo>
                  <a:cubicBezTo>
                    <a:pt x="58" y="1513"/>
                    <a:pt x="135" y="1609"/>
                    <a:pt x="920" y="1762"/>
                  </a:cubicBezTo>
                  <a:cubicBezTo>
                    <a:pt x="1149" y="2681"/>
                    <a:pt x="1226" y="2681"/>
                    <a:pt x="1322" y="2681"/>
                  </a:cubicBezTo>
                  <a:cubicBezTo>
                    <a:pt x="1398" y="2681"/>
                    <a:pt x="1494" y="2681"/>
                    <a:pt x="1858" y="1819"/>
                  </a:cubicBezTo>
                  <a:cubicBezTo>
                    <a:pt x="2068" y="1762"/>
                    <a:pt x="2528" y="1590"/>
                    <a:pt x="2623" y="1494"/>
                  </a:cubicBezTo>
                  <a:cubicBezTo>
                    <a:pt x="2642" y="1475"/>
                    <a:pt x="2662" y="1417"/>
                    <a:pt x="2662" y="1379"/>
                  </a:cubicBezTo>
                  <a:cubicBezTo>
                    <a:pt x="2642" y="1245"/>
                    <a:pt x="2528" y="1207"/>
                    <a:pt x="2068" y="1035"/>
                  </a:cubicBezTo>
                  <a:cubicBezTo>
                    <a:pt x="1972" y="996"/>
                    <a:pt x="1877" y="958"/>
                    <a:pt x="1819" y="939"/>
                  </a:cubicBezTo>
                  <a:cubicBezTo>
                    <a:pt x="1800" y="862"/>
                    <a:pt x="1781" y="747"/>
                    <a:pt x="1762" y="652"/>
                  </a:cubicBezTo>
                  <a:cubicBezTo>
                    <a:pt x="1685" y="345"/>
                    <a:pt x="1609" y="135"/>
                    <a:pt x="1571" y="58"/>
                  </a:cubicBezTo>
                  <a:cubicBezTo>
                    <a:pt x="1532" y="39"/>
                    <a:pt x="1494" y="1"/>
                    <a:pt x="14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3"/>
            <p:cNvSpPr/>
            <p:nvPr/>
          </p:nvSpPr>
          <p:spPr>
            <a:xfrm>
              <a:off x="7985331" y="3006068"/>
              <a:ext cx="660189" cy="585991"/>
            </a:xfrm>
            <a:custGeom>
              <a:rect b="b" l="l" r="r" t="t"/>
              <a:pathLst>
                <a:path extrusionOk="0" h="7408" w="8346">
                  <a:moveTo>
                    <a:pt x="2431" y="0"/>
                  </a:moveTo>
                  <a:cubicBezTo>
                    <a:pt x="1455" y="0"/>
                    <a:pt x="593" y="287"/>
                    <a:pt x="555" y="287"/>
                  </a:cubicBezTo>
                  <a:cubicBezTo>
                    <a:pt x="268" y="383"/>
                    <a:pt x="77" y="651"/>
                    <a:pt x="38" y="938"/>
                  </a:cubicBezTo>
                  <a:lnTo>
                    <a:pt x="38" y="1359"/>
                  </a:lnTo>
                  <a:cubicBezTo>
                    <a:pt x="19" y="1474"/>
                    <a:pt x="0" y="1570"/>
                    <a:pt x="0" y="1665"/>
                  </a:cubicBezTo>
                  <a:cubicBezTo>
                    <a:pt x="0" y="1819"/>
                    <a:pt x="19" y="1991"/>
                    <a:pt x="115" y="2163"/>
                  </a:cubicBezTo>
                  <a:cubicBezTo>
                    <a:pt x="268" y="3063"/>
                    <a:pt x="613" y="3828"/>
                    <a:pt x="1129" y="4403"/>
                  </a:cubicBezTo>
                  <a:cubicBezTo>
                    <a:pt x="1627" y="4977"/>
                    <a:pt x="2412" y="5302"/>
                    <a:pt x="3388" y="5302"/>
                  </a:cubicBezTo>
                  <a:cubicBezTo>
                    <a:pt x="3637" y="5302"/>
                    <a:pt x="3847" y="5264"/>
                    <a:pt x="4058" y="5245"/>
                  </a:cubicBezTo>
                  <a:cubicBezTo>
                    <a:pt x="4058" y="5991"/>
                    <a:pt x="4307" y="6776"/>
                    <a:pt x="5053" y="7274"/>
                  </a:cubicBezTo>
                  <a:cubicBezTo>
                    <a:pt x="5168" y="7350"/>
                    <a:pt x="5302" y="7408"/>
                    <a:pt x="5455" y="7408"/>
                  </a:cubicBezTo>
                  <a:cubicBezTo>
                    <a:pt x="5493" y="7408"/>
                    <a:pt x="5570" y="7408"/>
                    <a:pt x="5647" y="7350"/>
                  </a:cubicBezTo>
                  <a:cubicBezTo>
                    <a:pt x="5838" y="7293"/>
                    <a:pt x="6010" y="7159"/>
                    <a:pt x="6106" y="6987"/>
                  </a:cubicBezTo>
                  <a:cubicBezTo>
                    <a:pt x="6240" y="6757"/>
                    <a:pt x="6699" y="5819"/>
                    <a:pt x="6642" y="4958"/>
                  </a:cubicBezTo>
                  <a:cubicBezTo>
                    <a:pt x="7082" y="4785"/>
                    <a:pt x="7637" y="4422"/>
                    <a:pt x="8173" y="3733"/>
                  </a:cubicBezTo>
                  <a:cubicBezTo>
                    <a:pt x="8307" y="3599"/>
                    <a:pt x="8345" y="3445"/>
                    <a:pt x="8345" y="3273"/>
                  </a:cubicBezTo>
                  <a:cubicBezTo>
                    <a:pt x="8345" y="2642"/>
                    <a:pt x="7465" y="2316"/>
                    <a:pt x="6891" y="2316"/>
                  </a:cubicBezTo>
                  <a:cubicBezTo>
                    <a:pt x="6527" y="2316"/>
                    <a:pt x="6163" y="2393"/>
                    <a:pt x="5819" y="2565"/>
                  </a:cubicBezTo>
                  <a:cubicBezTo>
                    <a:pt x="5647" y="2106"/>
                    <a:pt x="5379" y="1531"/>
                    <a:pt x="4881" y="957"/>
                  </a:cubicBezTo>
                  <a:cubicBezTo>
                    <a:pt x="4345" y="345"/>
                    <a:pt x="3522" y="0"/>
                    <a:pt x="2431" y="0"/>
                  </a:cubicBezTo>
                  <a:close/>
                </a:path>
              </a:pathLst>
            </a:custGeom>
            <a:solidFill>
              <a:schemeClr val="lt1"/>
            </a:solidFill>
            <a:ln>
              <a:noFill/>
            </a:ln>
            <a:effectLst>
              <a:outerShdw blurRad="71438" rotWithShape="0" algn="bl" dir="504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3"/>
            <p:cNvSpPr/>
            <p:nvPr/>
          </p:nvSpPr>
          <p:spPr>
            <a:xfrm>
              <a:off x="8041335" y="3063971"/>
              <a:ext cx="545095" cy="470581"/>
            </a:xfrm>
            <a:custGeom>
              <a:rect b="b" l="l" r="r" t="t"/>
              <a:pathLst>
                <a:path extrusionOk="0" h="5949" w="6891">
                  <a:moveTo>
                    <a:pt x="1740" y="0"/>
                  </a:moveTo>
                  <a:cubicBezTo>
                    <a:pt x="854" y="0"/>
                    <a:pt x="58" y="263"/>
                    <a:pt x="58" y="263"/>
                  </a:cubicBezTo>
                  <a:cubicBezTo>
                    <a:pt x="58" y="263"/>
                    <a:pt x="39" y="474"/>
                    <a:pt x="58" y="838"/>
                  </a:cubicBezTo>
                  <a:cubicBezTo>
                    <a:pt x="0" y="857"/>
                    <a:pt x="0" y="876"/>
                    <a:pt x="0" y="933"/>
                  </a:cubicBezTo>
                  <a:cubicBezTo>
                    <a:pt x="0" y="991"/>
                    <a:pt x="39" y="1067"/>
                    <a:pt x="96" y="1163"/>
                  </a:cubicBezTo>
                  <a:cubicBezTo>
                    <a:pt x="192" y="1756"/>
                    <a:pt x="421" y="2580"/>
                    <a:pt x="957" y="3192"/>
                  </a:cubicBezTo>
                  <a:cubicBezTo>
                    <a:pt x="1411" y="3704"/>
                    <a:pt x="2093" y="3848"/>
                    <a:pt x="2716" y="3848"/>
                  </a:cubicBezTo>
                  <a:cubicBezTo>
                    <a:pt x="3512" y="3848"/>
                    <a:pt x="4211" y="3613"/>
                    <a:pt x="4211" y="3613"/>
                  </a:cubicBezTo>
                  <a:lnTo>
                    <a:pt x="4211" y="3613"/>
                  </a:lnTo>
                  <a:cubicBezTo>
                    <a:pt x="4211" y="3613"/>
                    <a:pt x="3694" y="5259"/>
                    <a:pt x="4747" y="5948"/>
                  </a:cubicBezTo>
                  <a:cubicBezTo>
                    <a:pt x="4747" y="5948"/>
                    <a:pt x="5608" y="4321"/>
                    <a:pt x="4977" y="3709"/>
                  </a:cubicBezTo>
                  <a:lnTo>
                    <a:pt x="4977" y="3709"/>
                  </a:lnTo>
                  <a:cubicBezTo>
                    <a:pt x="4977" y="3709"/>
                    <a:pt x="5010" y="3714"/>
                    <a:pt x="5072" y="3714"/>
                  </a:cubicBezTo>
                  <a:cubicBezTo>
                    <a:pt x="5328" y="3714"/>
                    <a:pt x="6072" y="3615"/>
                    <a:pt x="6891" y="2580"/>
                  </a:cubicBezTo>
                  <a:cubicBezTo>
                    <a:pt x="6891" y="2559"/>
                    <a:pt x="6645" y="2326"/>
                    <a:pt x="6174" y="2326"/>
                  </a:cubicBezTo>
                  <a:cubicBezTo>
                    <a:pt x="5785" y="2326"/>
                    <a:pt x="5241" y="2486"/>
                    <a:pt x="4556" y="3058"/>
                  </a:cubicBezTo>
                  <a:cubicBezTo>
                    <a:pt x="4556" y="3058"/>
                    <a:pt x="4690" y="1967"/>
                    <a:pt x="3618" y="704"/>
                  </a:cubicBezTo>
                  <a:cubicBezTo>
                    <a:pt x="3152" y="155"/>
                    <a:pt x="2420" y="0"/>
                    <a:pt x="17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3"/>
            <p:cNvSpPr/>
            <p:nvPr/>
          </p:nvSpPr>
          <p:spPr>
            <a:xfrm>
              <a:off x="8288134" y="3898734"/>
              <a:ext cx="36387" cy="52129"/>
            </a:xfrm>
            <a:custGeom>
              <a:rect b="b" l="l" r="r" t="t"/>
              <a:pathLst>
                <a:path extrusionOk="0" h="659" w="460">
                  <a:moveTo>
                    <a:pt x="326" y="1"/>
                  </a:moveTo>
                  <a:cubicBezTo>
                    <a:pt x="272" y="1"/>
                    <a:pt x="225" y="22"/>
                    <a:pt x="211" y="66"/>
                  </a:cubicBezTo>
                  <a:cubicBezTo>
                    <a:pt x="134" y="200"/>
                    <a:pt x="77" y="353"/>
                    <a:pt x="19" y="506"/>
                  </a:cubicBezTo>
                  <a:cubicBezTo>
                    <a:pt x="0" y="563"/>
                    <a:pt x="19" y="640"/>
                    <a:pt x="96" y="659"/>
                  </a:cubicBezTo>
                  <a:cubicBezTo>
                    <a:pt x="153" y="659"/>
                    <a:pt x="211" y="601"/>
                    <a:pt x="268" y="601"/>
                  </a:cubicBezTo>
                  <a:cubicBezTo>
                    <a:pt x="306" y="468"/>
                    <a:pt x="364" y="314"/>
                    <a:pt x="421" y="180"/>
                  </a:cubicBezTo>
                  <a:cubicBezTo>
                    <a:pt x="460" y="104"/>
                    <a:pt x="421" y="27"/>
                    <a:pt x="383" y="8"/>
                  </a:cubicBezTo>
                  <a:cubicBezTo>
                    <a:pt x="364" y="3"/>
                    <a:pt x="345" y="1"/>
                    <a:pt x="3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3"/>
            <p:cNvSpPr/>
            <p:nvPr/>
          </p:nvSpPr>
          <p:spPr>
            <a:xfrm>
              <a:off x="8312339" y="4111597"/>
              <a:ext cx="45484" cy="49755"/>
            </a:xfrm>
            <a:custGeom>
              <a:rect b="b" l="l" r="r" t="t"/>
              <a:pathLst>
                <a:path extrusionOk="0" h="629" w="575">
                  <a:moveTo>
                    <a:pt x="140" y="0"/>
                  </a:moveTo>
                  <a:cubicBezTo>
                    <a:pt x="116" y="0"/>
                    <a:pt x="93" y="11"/>
                    <a:pt x="77" y="35"/>
                  </a:cubicBezTo>
                  <a:cubicBezTo>
                    <a:pt x="20" y="73"/>
                    <a:pt x="0" y="150"/>
                    <a:pt x="58" y="188"/>
                  </a:cubicBezTo>
                  <a:cubicBezTo>
                    <a:pt x="154" y="341"/>
                    <a:pt x="249" y="456"/>
                    <a:pt x="364" y="571"/>
                  </a:cubicBezTo>
                  <a:cubicBezTo>
                    <a:pt x="383" y="628"/>
                    <a:pt x="422" y="628"/>
                    <a:pt x="460" y="628"/>
                  </a:cubicBezTo>
                  <a:cubicBezTo>
                    <a:pt x="479" y="628"/>
                    <a:pt x="517" y="628"/>
                    <a:pt x="517" y="571"/>
                  </a:cubicBezTo>
                  <a:cubicBezTo>
                    <a:pt x="575" y="533"/>
                    <a:pt x="575" y="456"/>
                    <a:pt x="517" y="418"/>
                  </a:cubicBezTo>
                  <a:cubicBezTo>
                    <a:pt x="402" y="284"/>
                    <a:pt x="307" y="169"/>
                    <a:pt x="230" y="54"/>
                  </a:cubicBezTo>
                  <a:cubicBezTo>
                    <a:pt x="208" y="21"/>
                    <a:pt x="173" y="0"/>
                    <a:pt x="14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3"/>
            <p:cNvSpPr/>
            <p:nvPr/>
          </p:nvSpPr>
          <p:spPr>
            <a:xfrm>
              <a:off x="8344138" y="4468584"/>
              <a:ext cx="27290" cy="57666"/>
            </a:xfrm>
            <a:custGeom>
              <a:rect b="b" l="l" r="r" t="t"/>
              <a:pathLst>
                <a:path extrusionOk="0" h="729" w="345">
                  <a:moveTo>
                    <a:pt x="134" y="1"/>
                  </a:moveTo>
                  <a:cubicBezTo>
                    <a:pt x="58" y="1"/>
                    <a:pt x="0" y="58"/>
                    <a:pt x="0" y="135"/>
                  </a:cubicBezTo>
                  <a:cubicBezTo>
                    <a:pt x="39" y="192"/>
                    <a:pt x="39" y="250"/>
                    <a:pt x="39" y="326"/>
                  </a:cubicBezTo>
                  <a:cubicBezTo>
                    <a:pt x="39" y="441"/>
                    <a:pt x="58" y="537"/>
                    <a:pt x="77" y="633"/>
                  </a:cubicBezTo>
                  <a:cubicBezTo>
                    <a:pt x="96" y="690"/>
                    <a:pt x="154" y="728"/>
                    <a:pt x="192" y="728"/>
                  </a:cubicBezTo>
                  <a:lnTo>
                    <a:pt x="230" y="728"/>
                  </a:lnTo>
                  <a:cubicBezTo>
                    <a:pt x="288" y="709"/>
                    <a:pt x="345" y="652"/>
                    <a:pt x="326" y="575"/>
                  </a:cubicBezTo>
                  <a:cubicBezTo>
                    <a:pt x="288" y="480"/>
                    <a:pt x="268" y="403"/>
                    <a:pt x="268" y="288"/>
                  </a:cubicBezTo>
                  <a:cubicBezTo>
                    <a:pt x="249" y="250"/>
                    <a:pt x="249" y="173"/>
                    <a:pt x="249" y="135"/>
                  </a:cubicBezTo>
                  <a:cubicBezTo>
                    <a:pt x="249" y="58"/>
                    <a:pt x="192" y="1"/>
                    <a:pt x="1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3"/>
            <p:cNvSpPr/>
            <p:nvPr/>
          </p:nvSpPr>
          <p:spPr>
            <a:xfrm>
              <a:off x="8280540" y="3967157"/>
              <a:ext cx="21279" cy="57903"/>
            </a:xfrm>
            <a:custGeom>
              <a:rect b="b" l="l" r="r" t="t"/>
              <a:pathLst>
                <a:path extrusionOk="0" h="732" w="269">
                  <a:moveTo>
                    <a:pt x="117" y="1"/>
                  </a:moveTo>
                  <a:cubicBezTo>
                    <a:pt x="77" y="1"/>
                    <a:pt x="20" y="50"/>
                    <a:pt x="20" y="100"/>
                  </a:cubicBezTo>
                  <a:cubicBezTo>
                    <a:pt x="1" y="196"/>
                    <a:pt x="1" y="292"/>
                    <a:pt x="1" y="387"/>
                  </a:cubicBezTo>
                  <a:lnTo>
                    <a:pt x="1" y="617"/>
                  </a:lnTo>
                  <a:cubicBezTo>
                    <a:pt x="1" y="674"/>
                    <a:pt x="39" y="732"/>
                    <a:pt x="115" y="732"/>
                  </a:cubicBezTo>
                  <a:cubicBezTo>
                    <a:pt x="192" y="732"/>
                    <a:pt x="230" y="674"/>
                    <a:pt x="211" y="579"/>
                  </a:cubicBezTo>
                  <a:lnTo>
                    <a:pt x="211" y="387"/>
                  </a:lnTo>
                  <a:cubicBezTo>
                    <a:pt x="211" y="292"/>
                    <a:pt x="230" y="234"/>
                    <a:pt x="230" y="138"/>
                  </a:cubicBezTo>
                  <a:cubicBezTo>
                    <a:pt x="268" y="81"/>
                    <a:pt x="211" y="4"/>
                    <a:pt x="134" y="4"/>
                  </a:cubicBezTo>
                  <a:cubicBezTo>
                    <a:pt x="129" y="2"/>
                    <a:pt x="124" y="1"/>
                    <a:pt x="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3"/>
            <p:cNvSpPr/>
            <p:nvPr/>
          </p:nvSpPr>
          <p:spPr>
            <a:xfrm>
              <a:off x="8268437" y="3722178"/>
              <a:ext cx="21279" cy="56084"/>
            </a:xfrm>
            <a:custGeom>
              <a:rect b="b" l="l" r="r" t="t"/>
              <a:pathLst>
                <a:path extrusionOk="0" h="709" w="269">
                  <a:moveTo>
                    <a:pt x="134" y="1"/>
                  </a:moveTo>
                  <a:cubicBezTo>
                    <a:pt x="77" y="1"/>
                    <a:pt x="0" y="39"/>
                    <a:pt x="0" y="116"/>
                  </a:cubicBezTo>
                  <a:lnTo>
                    <a:pt x="0" y="269"/>
                  </a:lnTo>
                  <a:cubicBezTo>
                    <a:pt x="0" y="383"/>
                    <a:pt x="0" y="498"/>
                    <a:pt x="39" y="613"/>
                  </a:cubicBezTo>
                  <a:cubicBezTo>
                    <a:pt x="58" y="671"/>
                    <a:pt x="96" y="709"/>
                    <a:pt x="154" y="709"/>
                  </a:cubicBezTo>
                  <a:cubicBezTo>
                    <a:pt x="249" y="709"/>
                    <a:pt x="268" y="651"/>
                    <a:pt x="268" y="575"/>
                  </a:cubicBezTo>
                  <a:cubicBezTo>
                    <a:pt x="249" y="479"/>
                    <a:pt x="249" y="364"/>
                    <a:pt x="249" y="269"/>
                  </a:cubicBezTo>
                  <a:lnTo>
                    <a:pt x="249" y="116"/>
                  </a:lnTo>
                  <a:cubicBezTo>
                    <a:pt x="249" y="77"/>
                    <a:pt x="192" y="1"/>
                    <a:pt x="1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3"/>
            <p:cNvSpPr/>
            <p:nvPr/>
          </p:nvSpPr>
          <p:spPr>
            <a:xfrm>
              <a:off x="8283546" y="4042857"/>
              <a:ext cx="34963" cy="57903"/>
            </a:xfrm>
            <a:custGeom>
              <a:rect b="b" l="l" r="r" t="t"/>
              <a:pathLst>
                <a:path extrusionOk="0" h="732" w="442">
                  <a:moveTo>
                    <a:pt x="158" y="1"/>
                  </a:moveTo>
                  <a:cubicBezTo>
                    <a:pt x="150" y="1"/>
                    <a:pt x="142" y="2"/>
                    <a:pt x="135" y="4"/>
                  </a:cubicBezTo>
                  <a:cubicBezTo>
                    <a:pt x="58" y="43"/>
                    <a:pt x="1" y="81"/>
                    <a:pt x="39" y="158"/>
                  </a:cubicBezTo>
                  <a:cubicBezTo>
                    <a:pt x="39" y="215"/>
                    <a:pt x="58" y="272"/>
                    <a:pt x="77" y="349"/>
                  </a:cubicBezTo>
                  <a:cubicBezTo>
                    <a:pt x="96" y="445"/>
                    <a:pt x="135" y="540"/>
                    <a:pt x="173" y="636"/>
                  </a:cubicBezTo>
                  <a:cubicBezTo>
                    <a:pt x="192" y="674"/>
                    <a:pt x="250" y="694"/>
                    <a:pt x="288" y="694"/>
                  </a:cubicBezTo>
                  <a:cubicBezTo>
                    <a:pt x="326" y="713"/>
                    <a:pt x="345" y="713"/>
                    <a:pt x="345" y="732"/>
                  </a:cubicBezTo>
                  <a:cubicBezTo>
                    <a:pt x="422" y="674"/>
                    <a:pt x="441" y="636"/>
                    <a:pt x="422" y="560"/>
                  </a:cubicBezTo>
                  <a:cubicBezTo>
                    <a:pt x="364" y="464"/>
                    <a:pt x="345" y="387"/>
                    <a:pt x="326" y="292"/>
                  </a:cubicBezTo>
                  <a:cubicBezTo>
                    <a:pt x="288" y="215"/>
                    <a:pt x="288" y="158"/>
                    <a:pt x="269" y="100"/>
                  </a:cubicBezTo>
                  <a:cubicBezTo>
                    <a:pt x="252" y="50"/>
                    <a:pt x="207" y="1"/>
                    <a:pt x="1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3"/>
            <p:cNvSpPr/>
            <p:nvPr/>
          </p:nvSpPr>
          <p:spPr>
            <a:xfrm>
              <a:off x="8321436" y="3838379"/>
              <a:ext cx="68186" cy="48885"/>
            </a:xfrm>
            <a:custGeom>
              <a:rect b="b" l="l" r="r" t="t"/>
              <a:pathLst>
                <a:path extrusionOk="0" h="618" w="862">
                  <a:moveTo>
                    <a:pt x="498" y="1"/>
                  </a:moveTo>
                  <a:cubicBezTo>
                    <a:pt x="469" y="1"/>
                    <a:pt x="441" y="15"/>
                    <a:pt x="421" y="44"/>
                  </a:cubicBezTo>
                  <a:cubicBezTo>
                    <a:pt x="345" y="82"/>
                    <a:pt x="287" y="139"/>
                    <a:pt x="249" y="178"/>
                  </a:cubicBezTo>
                  <a:cubicBezTo>
                    <a:pt x="211" y="178"/>
                    <a:pt x="192" y="197"/>
                    <a:pt x="173" y="235"/>
                  </a:cubicBezTo>
                  <a:cubicBezTo>
                    <a:pt x="153" y="254"/>
                    <a:pt x="153" y="254"/>
                    <a:pt x="153" y="273"/>
                  </a:cubicBezTo>
                  <a:cubicBezTo>
                    <a:pt x="134" y="331"/>
                    <a:pt x="77" y="350"/>
                    <a:pt x="58" y="388"/>
                  </a:cubicBezTo>
                  <a:cubicBezTo>
                    <a:pt x="0" y="446"/>
                    <a:pt x="39" y="522"/>
                    <a:pt x="77" y="561"/>
                  </a:cubicBezTo>
                  <a:cubicBezTo>
                    <a:pt x="98" y="582"/>
                    <a:pt x="119" y="590"/>
                    <a:pt x="140" y="590"/>
                  </a:cubicBezTo>
                  <a:cubicBezTo>
                    <a:pt x="176" y="590"/>
                    <a:pt x="213" y="566"/>
                    <a:pt x="249" y="541"/>
                  </a:cubicBezTo>
                  <a:lnTo>
                    <a:pt x="326" y="465"/>
                  </a:lnTo>
                  <a:lnTo>
                    <a:pt x="670" y="618"/>
                  </a:lnTo>
                  <a:lnTo>
                    <a:pt x="709" y="618"/>
                  </a:lnTo>
                  <a:cubicBezTo>
                    <a:pt x="747" y="618"/>
                    <a:pt x="804" y="580"/>
                    <a:pt x="842" y="522"/>
                  </a:cubicBezTo>
                  <a:cubicBezTo>
                    <a:pt x="862" y="465"/>
                    <a:pt x="842" y="388"/>
                    <a:pt x="766" y="369"/>
                  </a:cubicBezTo>
                  <a:cubicBezTo>
                    <a:pt x="670" y="350"/>
                    <a:pt x="575" y="331"/>
                    <a:pt x="517" y="273"/>
                  </a:cubicBezTo>
                  <a:lnTo>
                    <a:pt x="575" y="197"/>
                  </a:lnTo>
                  <a:cubicBezTo>
                    <a:pt x="632" y="159"/>
                    <a:pt x="632" y="82"/>
                    <a:pt x="575" y="44"/>
                  </a:cubicBezTo>
                  <a:cubicBezTo>
                    <a:pt x="555" y="15"/>
                    <a:pt x="527" y="1"/>
                    <a:pt x="4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3"/>
            <p:cNvSpPr/>
            <p:nvPr/>
          </p:nvSpPr>
          <p:spPr>
            <a:xfrm>
              <a:off x="8282043" y="3794319"/>
              <a:ext cx="42478" cy="52129"/>
            </a:xfrm>
            <a:custGeom>
              <a:rect b="b" l="l" r="r" t="t"/>
              <a:pathLst>
                <a:path extrusionOk="0" h="659" w="537">
                  <a:moveTo>
                    <a:pt x="112" y="0"/>
                  </a:moveTo>
                  <a:cubicBezTo>
                    <a:pt x="99" y="0"/>
                    <a:pt x="87" y="3"/>
                    <a:pt x="77" y="7"/>
                  </a:cubicBezTo>
                  <a:cubicBezTo>
                    <a:pt x="20" y="65"/>
                    <a:pt x="1" y="141"/>
                    <a:pt x="20" y="180"/>
                  </a:cubicBezTo>
                  <a:cubicBezTo>
                    <a:pt x="96" y="314"/>
                    <a:pt x="173" y="429"/>
                    <a:pt x="269" y="543"/>
                  </a:cubicBezTo>
                  <a:cubicBezTo>
                    <a:pt x="269" y="563"/>
                    <a:pt x="288" y="601"/>
                    <a:pt x="307" y="620"/>
                  </a:cubicBezTo>
                  <a:cubicBezTo>
                    <a:pt x="345" y="639"/>
                    <a:pt x="383" y="658"/>
                    <a:pt x="403" y="658"/>
                  </a:cubicBezTo>
                  <a:cubicBezTo>
                    <a:pt x="441" y="658"/>
                    <a:pt x="460" y="639"/>
                    <a:pt x="479" y="601"/>
                  </a:cubicBezTo>
                  <a:cubicBezTo>
                    <a:pt x="537" y="543"/>
                    <a:pt x="537" y="467"/>
                    <a:pt x="479" y="429"/>
                  </a:cubicBezTo>
                  <a:cubicBezTo>
                    <a:pt x="460" y="429"/>
                    <a:pt x="460" y="390"/>
                    <a:pt x="441" y="371"/>
                  </a:cubicBezTo>
                  <a:cubicBezTo>
                    <a:pt x="364" y="275"/>
                    <a:pt x="288" y="161"/>
                    <a:pt x="249" y="65"/>
                  </a:cubicBezTo>
                  <a:cubicBezTo>
                    <a:pt x="206" y="22"/>
                    <a:pt x="153" y="0"/>
                    <a:pt x="1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3"/>
            <p:cNvSpPr/>
            <p:nvPr/>
          </p:nvSpPr>
          <p:spPr>
            <a:xfrm>
              <a:off x="8274449" y="3651777"/>
              <a:ext cx="36466" cy="53869"/>
            </a:xfrm>
            <a:custGeom>
              <a:rect b="b" l="l" r="r" t="t"/>
              <a:pathLst>
                <a:path extrusionOk="0" h="681" w="461">
                  <a:moveTo>
                    <a:pt x="287" y="1"/>
                  </a:moveTo>
                  <a:cubicBezTo>
                    <a:pt x="242" y="1"/>
                    <a:pt x="205" y="30"/>
                    <a:pt x="192" y="68"/>
                  </a:cubicBezTo>
                  <a:cubicBezTo>
                    <a:pt x="116" y="221"/>
                    <a:pt x="78" y="374"/>
                    <a:pt x="20" y="527"/>
                  </a:cubicBezTo>
                  <a:cubicBezTo>
                    <a:pt x="1" y="584"/>
                    <a:pt x="20" y="642"/>
                    <a:pt x="97" y="680"/>
                  </a:cubicBezTo>
                  <a:lnTo>
                    <a:pt x="116" y="680"/>
                  </a:lnTo>
                  <a:cubicBezTo>
                    <a:pt x="192" y="680"/>
                    <a:pt x="250" y="623"/>
                    <a:pt x="250" y="623"/>
                  </a:cubicBezTo>
                  <a:cubicBezTo>
                    <a:pt x="288" y="470"/>
                    <a:pt x="326" y="336"/>
                    <a:pt x="403" y="202"/>
                  </a:cubicBezTo>
                  <a:cubicBezTo>
                    <a:pt x="460" y="125"/>
                    <a:pt x="441" y="49"/>
                    <a:pt x="365" y="29"/>
                  </a:cubicBezTo>
                  <a:cubicBezTo>
                    <a:pt x="338" y="9"/>
                    <a:pt x="311" y="1"/>
                    <a:pt x="2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3"/>
            <p:cNvSpPr/>
            <p:nvPr/>
          </p:nvSpPr>
          <p:spPr>
            <a:xfrm>
              <a:off x="8304745" y="3584936"/>
              <a:ext cx="42478" cy="49518"/>
            </a:xfrm>
            <a:custGeom>
              <a:rect b="b" l="l" r="r" t="t"/>
              <a:pathLst>
                <a:path extrusionOk="0" h="626" w="537">
                  <a:moveTo>
                    <a:pt x="416" y="0"/>
                  </a:moveTo>
                  <a:cubicBezTo>
                    <a:pt x="381" y="0"/>
                    <a:pt x="341" y="10"/>
                    <a:pt x="307" y="32"/>
                  </a:cubicBezTo>
                  <a:cubicBezTo>
                    <a:pt x="307" y="32"/>
                    <a:pt x="173" y="204"/>
                    <a:pt x="20" y="434"/>
                  </a:cubicBezTo>
                  <a:cubicBezTo>
                    <a:pt x="1" y="492"/>
                    <a:pt x="20" y="587"/>
                    <a:pt x="77" y="606"/>
                  </a:cubicBezTo>
                  <a:cubicBezTo>
                    <a:pt x="96" y="626"/>
                    <a:pt x="116" y="626"/>
                    <a:pt x="154" y="626"/>
                  </a:cubicBezTo>
                  <a:cubicBezTo>
                    <a:pt x="173" y="626"/>
                    <a:pt x="211" y="626"/>
                    <a:pt x="250" y="568"/>
                  </a:cubicBezTo>
                  <a:cubicBezTo>
                    <a:pt x="384" y="319"/>
                    <a:pt x="498" y="185"/>
                    <a:pt x="498" y="185"/>
                  </a:cubicBezTo>
                  <a:cubicBezTo>
                    <a:pt x="537" y="128"/>
                    <a:pt x="537" y="51"/>
                    <a:pt x="479" y="13"/>
                  </a:cubicBezTo>
                  <a:cubicBezTo>
                    <a:pt x="463" y="5"/>
                    <a:pt x="441" y="0"/>
                    <a:pt x="4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3"/>
            <p:cNvSpPr/>
            <p:nvPr/>
          </p:nvSpPr>
          <p:spPr>
            <a:xfrm>
              <a:off x="8347144" y="4392883"/>
              <a:ext cx="24284" cy="57666"/>
            </a:xfrm>
            <a:custGeom>
              <a:rect b="b" l="l" r="r" t="t"/>
              <a:pathLst>
                <a:path extrusionOk="0" h="729" w="307">
                  <a:moveTo>
                    <a:pt x="211" y="1"/>
                  </a:moveTo>
                  <a:cubicBezTo>
                    <a:pt x="135" y="1"/>
                    <a:pt x="96" y="39"/>
                    <a:pt x="58" y="97"/>
                  </a:cubicBezTo>
                  <a:cubicBezTo>
                    <a:pt x="39" y="269"/>
                    <a:pt x="20" y="422"/>
                    <a:pt x="1" y="575"/>
                  </a:cubicBezTo>
                  <a:cubicBezTo>
                    <a:pt x="1" y="652"/>
                    <a:pt x="39" y="728"/>
                    <a:pt x="116" y="728"/>
                  </a:cubicBezTo>
                  <a:cubicBezTo>
                    <a:pt x="192" y="728"/>
                    <a:pt x="230" y="709"/>
                    <a:pt x="230" y="613"/>
                  </a:cubicBezTo>
                  <a:cubicBezTo>
                    <a:pt x="230" y="460"/>
                    <a:pt x="288" y="326"/>
                    <a:pt x="307" y="154"/>
                  </a:cubicBezTo>
                  <a:cubicBezTo>
                    <a:pt x="307" y="78"/>
                    <a:pt x="288" y="39"/>
                    <a:pt x="2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3"/>
            <p:cNvSpPr/>
            <p:nvPr/>
          </p:nvSpPr>
          <p:spPr>
            <a:xfrm>
              <a:off x="8082231" y="4117371"/>
              <a:ext cx="131785" cy="130282"/>
            </a:xfrm>
            <a:custGeom>
              <a:rect b="b" l="l" r="r" t="t"/>
              <a:pathLst>
                <a:path extrusionOk="0" h="1647" w="1666">
                  <a:moveTo>
                    <a:pt x="861" y="249"/>
                  </a:moveTo>
                  <a:cubicBezTo>
                    <a:pt x="995" y="249"/>
                    <a:pt x="1149" y="287"/>
                    <a:pt x="1263" y="441"/>
                  </a:cubicBezTo>
                  <a:cubicBezTo>
                    <a:pt x="1378" y="536"/>
                    <a:pt x="1436" y="670"/>
                    <a:pt x="1436" y="843"/>
                  </a:cubicBezTo>
                  <a:cubicBezTo>
                    <a:pt x="1436" y="1149"/>
                    <a:pt x="1149" y="1417"/>
                    <a:pt x="823" y="1417"/>
                  </a:cubicBezTo>
                  <a:cubicBezTo>
                    <a:pt x="517" y="1417"/>
                    <a:pt x="249" y="1149"/>
                    <a:pt x="249" y="823"/>
                  </a:cubicBezTo>
                  <a:cubicBezTo>
                    <a:pt x="249" y="498"/>
                    <a:pt x="517" y="249"/>
                    <a:pt x="861" y="249"/>
                  </a:cubicBezTo>
                  <a:close/>
                  <a:moveTo>
                    <a:pt x="823" y="0"/>
                  </a:moveTo>
                  <a:cubicBezTo>
                    <a:pt x="383" y="0"/>
                    <a:pt x="0" y="364"/>
                    <a:pt x="0" y="823"/>
                  </a:cubicBezTo>
                  <a:cubicBezTo>
                    <a:pt x="0" y="1264"/>
                    <a:pt x="383" y="1646"/>
                    <a:pt x="823" y="1646"/>
                  </a:cubicBezTo>
                  <a:cubicBezTo>
                    <a:pt x="1283" y="1646"/>
                    <a:pt x="1665" y="1302"/>
                    <a:pt x="1665" y="823"/>
                  </a:cubicBezTo>
                  <a:cubicBezTo>
                    <a:pt x="1665" y="594"/>
                    <a:pt x="1570" y="402"/>
                    <a:pt x="1436" y="249"/>
                  </a:cubicBezTo>
                  <a:cubicBezTo>
                    <a:pt x="1263" y="96"/>
                    <a:pt x="1053" y="0"/>
                    <a:pt x="8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3"/>
            <p:cNvSpPr/>
            <p:nvPr/>
          </p:nvSpPr>
          <p:spPr>
            <a:xfrm>
              <a:off x="8048850" y="4489783"/>
              <a:ext cx="210571" cy="212074"/>
            </a:xfrm>
            <a:custGeom>
              <a:rect b="b" l="l" r="r" t="t"/>
              <a:pathLst>
                <a:path extrusionOk="0" h="2681" w="2662">
                  <a:moveTo>
                    <a:pt x="1417" y="345"/>
                  </a:moveTo>
                  <a:cubicBezTo>
                    <a:pt x="1437" y="441"/>
                    <a:pt x="1494" y="613"/>
                    <a:pt x="1513" y="709"/>
                  </a:cubicBezTo>
                  <a:cubicBezTo>
                    <a:pt x="1590" y="996"/>
                    <a:pt x="1609" y="1035"/>
                    <a:pt x="1628" y="1092"/>
                  </a:cubicBezTo>
                  <a:cubicBezTo>
                    <a:pt x="1685" y="1130"/>
                    <a:pt x="1724" y="1149"/>
                    <a:pt x="1992" y="1245"/>
                  </a:cubicBezTo>
                  <a:cubicBezTo>
                    <a:pt x="2087" y="1283"/>
                    <a:pt x="2221" y="1322"/>
                    <a:pt x="2317" y="1379"/>
                  </a:cubicBezTo>
                  <a:cubicBezTo>
                    <a:pt x="2183" y="1437"/>
                    <a:pt x="1934" y="1532"/>
                    <a:pt x="1724" y="1609"/>
                  </a:cubicBezTo>
                  <a:lnTo>
                    <a:pt x="1666" y="1685"/>
                  </a:lnTo>
                  <a:cubicBezTo>
                    <a:pt x="1571" y="1915"/>
                    <a:pt x="1437" y="2183"/>
                    <a:pt x="1341" y="2355"/>
                  </a:cubicBezTo>
                  <a:cubicBezTo>
                    <a:pt x="1283" y="2183"/>
                    <a:pt x="1207" y="1896"/>
                    <a:pt x="1130" y="1628"/>
                  </a:cubicBezTo>
                  <a:cubicBezTo>
                    <a:pt x="1111" y="1590"/>
                    <a:pt x="1092" y="1532"/>
                    <a:pt x="1035" y="1532"/>
                  </a:cubicBezTo>
                  <a:cubicBezTo>
                    <a:pt x="805" y="1494"/>
                    <a:pt x="518" y="1437"/>
                    <a:pt x="346" y="1398"/>
                  </a:cubicBezTo>
                  <a:cubicBezTo>
                    <a:pt x="518" y="1303"/>
                    <a:pt x="824" y="1149"/>
                    <a:pt x="1092" y="1035"/>
                  </a:cubicBezTo>
                  <a:cubicBezTo>
                    <a:pt x="1111" y="1015"/>
                    <a:pt x="1149" y="996"/>
                    <a:pt x="1149" y="958"/>
                  </a:cubicBezTo>
                  <a:cubicBezTo>
                    <a:pt x="1226" y="747"/>
                    <a:pt x="1341" y="479"/>
                    <a:pt x="1417" y="345"/>
                  </a:cubicBezTo>
                  <a:close/>
                  <a:moveTo>
                    <a:pt x="1437" y="1"/>
                  </a:moveTo>
                  <a:cubicBezTo>
                    <a:pt x="1360" y="1"/>
                    <a:pt x="1245" y="1"/>
                    <a:pt x="939" y="843"/>
                  </a:cubicBezTo>
                  <a:cubicBezTo>
                    <a:pt x="58" y="1207"/>
                    <a:pt x="20" y="1322"/>
                    <a:pt x="1" y="1379"/>
                  </a:cubicBezTo>
                  <a:cubicBezTo>
                    <a:pt x="1" y="1398"/>
                    <a:pt x="1" y="1475"/>
                    <a:pt x="20" y="1494"/>
                  </a:cubicBezTo>
                  <a:cubicBezTo>
                    <a:pt x="58" y="1513"/>
                    <a:pt x="135" y="1609"/>
                    <a:pt x="920" y="1762"/>
                  </a:cubicBezTo>
                  <a:cubicBezTo>
                    <a:pt x="1149" y="2681"/>
                    <a:pt x="1226" y="2681"/>
                    <a:pt x="1322" y="2681"/>
                  </a:cubicBezTo>
                  <a:cubicBezTo>
                    <a:pt x="1398" y="2681"/>
                    <a:pt x="1494" y="2681"/>
                    <a:pt x="1838" y="1819"/>
                  </a:cubicBezTo>
                  <a:cubicBezTo>
                    <a:pt x="2068" y="1762"/>
                    <a:pt x="2508" y="1590"/>
                    <a:pt x="2604" y="1494"/>
                  </a:cubicBezTo>
                  <a:cubicBezTo>
                    <a:pt x="2642" y="1475"/>
                    <a:pt x="2662" y="1417"/>
                    <a:pt x="2662" y="1379"/>
                  </a:cubicBezTo>
                  <a:cubicBezTo>
                    <a:pt x="2642" y="1245"/>
                    <a:pt x="2508" y="1207"/>
                    <a:pt x="2068" y="1035"/>
                  </a:cubicBezTo>
                  <a:cubicBezTo>
                    <a:pt x="1972" y="996"/>
                    <a:pt x="1877" y="958"/>
                    <a:pt x="1819" y="939"/>
                  </a:cubicBezTo>
                  <a:cubicBezTo>
                    <a:pt x="1800" y="862"/>
                    <a:pt x="1781" y="747"/>
                    <a:pt x="1743" y="652"/>
                  </a:cubicBezTo>
                  <a:cubicBezTo>
                    <a:pt x="1685" y="345"/>
                    <a:pt x="1609" y="135"/>
                    <a:pt x="1551" y="58"/>
                  </a:cubicBezTo>
                  <a:cubicBezTo>
                    <a:pt x="1532" y="39"/>
                    <a:pt x="1494" y="1"/>
                    <a:pt x="1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3"/>
            <p:cNvSpPr/>
            <p:nvPr/>
          </p:nvSpPr>
          <p:spPr>
            <a:xfrm>
              <a:off x="8036747" y="3063971"/>
              <a:ext cx="549683" cy="470581"/>
            </a:xfrm>
            <a:custGeom>
              <a:rect b="b" l="l" r="r" t="t"/>
              <a:pathLst>
                <a:path extrusionOk="0" h="5949" w="6949">
                  <a:moveTo>
                    <a:pt x="1798" y="0"/>
                  </a:moveTo>
                  <a:cubicBezTo>
                    <a:pt x="912" y="0"/>
                    <a:pt x="116" y="263"/>
                    <a:pt x="116" y="263"/>
                  </a:cubicBezTo>
                  <a:cubicBezTo>
                    <a:pt x="116" y="263"/>
                    <a:pt x="1" y="2044"/>
                    <a:pt x="1015" y="3192"/>
                  </a:cubicBezTo>
                  <a:cubicBezTo>
                    <a:pt x="1469" y="3704"/>
                    <a:pt x="2151" y="3848"/>
                    <a:pt x="2774" y="3848"/>
                  </a:cubicBezTo>
                  <a:cubicBezTo>
                    <a:pt x="3570" y="3848"/>
                    <a:pt x="4269" y="3613"/>
                    <a:pt x="4269" y="3613"/>
                  </a:cubicBezTo>
                  <a:lnTo>
                    <a:pt x="4269" y="3613"/>
                  </a:lnTo>
                  <a:cubicBezTo>
                    <a:pt x="4269" y="3613"/>
                    <a:pt x="3752" y="5259"/>
                    <a:pt x="4805" y="5948"/>
                  </a:cubicBezTo>
                  <a:cubicBezTo>
                    <a:pt x="4805" y="5948"/>
                    <a:pt x="5666" y="4321"/>
                    <a:pt x="5035" y="3709"/>
                  </a:cubicBezTo>
                  <a:lnTo>
                    <a:pt x="5035" y="3709"/>
                  </a:lnTo>
                  <a:cubicBezTo>
                    <a:pt x="5035" y="3709"/>
                    <a:pt x="5068" y="3714"/>
                    <a:pt x="5130" y="3714"/>
                  </a:cubicBezTo>
                  <a:cubicBezTo>
                    <a:pt x="5386" y="3714"/>
                    <a:pt x="6130" y="3615"/>
                    <a:pt x="6949" y="2580"/>
                  </a:cubicBezTo>
                  <a:cubicBezTo>
                    <a:pt x="6949" y="2569"/>
                    <a:pt x="6700" y="2332"/>
                    <a:pt x="6223" y="2332"/>
                  </a:cubicBezTo>
                  <a:cubicBezTo>
                    <a:pt x="5834" y="2332"/>
                    <a:pt x="5294" y="2490"/>
                    <a:pt x="4614" y="3058"/>
                  </a:cubicBezTo>
                  <a:cubicBezTo>
                    <a:pt x="4614" y="3058"/>
                    <a:pt x="4748" y="1967"/>
                    <a:pt x="3676" y="704"/>
                  </a:cubicBezTo>
                  <a:cubicBezTo>
                    <a:pt x="3210" y="155"/>
                    <a:pt x="2478" y="0"/>
                    <a:pt x="1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3"/>
            <p:cNvSpPr/>
            <p:nvPr/>
          </p:nvSpPr>
          <p:spPr>
            <a:xfrm>
              <a:off x="8153344" y="3096877"/>
              <a:ext cx="115173" cy="192377"/>
            </a:xfrm>
            <a:custGeom>
              <a:rect b="b" l="l" r="r" t="t"/>
              <a:pathLst>
                <a:path extrusionOk="0" h="2432" w="1456">
                  <a:moveTo>
                    <a:pt x="1053" y="1"/>
                  </a:moveTo>
                  <a:cubicBezTo>
                    <a:pt x="977" y="20"/>
                    <a:pt x="939" y="77"/>
                    <a:pt x="958" y="154"/>
                  </a:cubicBezTo>
                  <a:cubicBezTo>
                    <a:pt x="977" y="192"/>
                    <a:pt x="1207" y="1513"/>
                    <a:pt x="77" y="2202"/>
                  </a:cubicBezTo>
                  <a:cubicBezTo>
                    <a:pt x="1" y="2259"/>
                    <a:pt x="1" y="2317"/>
                    <a:pt x="20" y="2374"/>
                  </a:cubicBezTo>
                  <a:cubicBezTo>
                    <a:pt x="58" y="2393"/>
                    <a:pt x="77" y="2431"/>
                    <a:pt x="116" y="2431"/>
                  </a:cubicBezTo>
                  <a:lnTo>
                    <a:pt x="192" y="2412"/>
                  </a:lnTo>
                  <a:cubicBezTo>
                    <a:pt x="1455" y="1628"/>
                    <a:pt x="1207" y="115"/>
                    <a:pt x="1207" y="96"/>
                  </a:cubicBezTo>
                  <a:cubicBezTo>
                    <a:pt x="1168" y="20"/>
                    <a:pt x="1130" y="1"/>
                    <a:pt x="10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3"/>
            <p:cNvSpPr/>
            <p:nvPr/>
          </p:nvSpPr>
          <p:spPr>
            <a:xfrm>
              <a:off x="8118539" y="3083588"/>
              <a:ext cx="75780" cy="73961"/>
            </a:xfrm>
            <a:custGeom>
              <a:rect b="b" l="l" r="r" t="t"/>
              <a:pathLst>
                <a:path extrusionOk="0" h="935" w="958">
                  <a:moveTo>
                    <a:pt x="278" y="0"/>
                  </a:moveTo>
                  <a:cubicBezTo>
                    <a:pt x="238" y="0"/>
                    <a:pt x="200" y="32"/>
                    <a:pt x="173" y="73"/>
                  </a:cubicBezTo>
                  <a:cubicBezTo>
                    <a:pt x="134" y="169"/>
                    <a:pt x="0" y="647"/>
                    <a:pt x="173" y="877"/>
                  </a:cubicBezTo>
                  <a:cubicBezTo>
                    <a:pt x="230" y="915"/>
                    <a:pt x="268" y="934"/>
                    <a:pt x="345" y="934"/>
                  </a:cubicBezTo>
                  <a:cubicBezTo>
                    <a:pt x="556" y="934"/>
                    <a:pt x="824" y="609"/>
                    <a:pt x="919" y="513"/>
                  </a:cubicBezTo>
                  <a:cubicBezTo>
                    <a:pt x="957" y="456"/>
                    <a:pt x="938" y="398"/>
                    <a:pt x="900" y="341"/>
                  </a:cubicBezTo>
                  <a:cubicBezTo>
                    <a:pt x="878" y="326"/>
                    <a:pt x="856" y="320"/>
                    <a:pt x="834" y="320"/>
                  </a:cubicBezTo>
                  <a:cubicBezTo>
                    <a:pt x="799" y="320"/>
                    <a:pt x="763" y="336"/>
                    <a:pt x="728" y="360"/>
                  </a:cubicBezTo>
                  <a:cubicBezTo>
                    <a:pt x="575" y="532"/>
                    <a:pt x="422" y="724"/>
                    <a:pt x="364" y="724"/>
                  </a:cubicBezTo>
                  <a:cubicBezTo>
                    <a:pt x="307" y="647"/>
                    <a:pt x="326" y="360"/>
                    <a:pt x="383" y="149"/>
                  </a:cubicBezTo>
                  <a:cubicBezTo>
                    <a:pt x="422" y="111"/>
                    <a:pt x="383" y="35"/>
                    <a:pt x="326" y="15"/>
                  </a:cubicBezTo>
                  <a:cubicBezTo>
                    <a:pt x="310" y="5"/>
                    <a:pt x="294" y="0"/>
                    <a:pt x="2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3"/>
            <p:cNvSpPr/>
            <p:nvPr/>
          </p:nvSpPr>
          <p:spPr>
            <a:xfrm>
              <a:off x="8210930" y="3168306"/>
              <a:ext cx="171099" cy="189055"/>
            </a:xfrm>
            <a:custGeom>
              <a:rect b="b" l="l" r="r" t="t"/>
              <a:pathLst>
                <a:path extrusionOk="0" h="2390" w="2163">
                  <a:moveTo>
                    <a:pt x="1358" y="1"/>
                  </a:moveTo>
                  <a:cubicBezTo>
                    <a:pt x="1321" y="1"/>
                    <a:pt x="1277" y="32"/>
                    <a:pt x="1263" y="74"/>
                  </a:cubicBezTo>
                  <a:cubicBezTo>
                    <a:pt x="1244" y="131"/>
                    <a:pt x="1263" y="208"/>
                    <a:pt x="1340" y="227"/>
                  </a:cubicBezTo>
                  <a:cubicBezTo>
                    <a:pt x="1550" y="303"/>
                    <a:pt x="1914" y="495"/>
                    <a:pt x="1933" y="610"/>
                  </a:cubicBezTo>
                  <a:cubicBezTo>
                    <a:pt x="1933" y="610"/>
                    <a:pt x="1933" y="629"/>
                    <a:pt x="1914" y="648"/>
                  </a:cubicBezTo>
                  <a:cubicBezTo>
                    <a:pt x="1825" y="747"/>
                    <a:pt x="1658" y="780"/>
                    <a:pt x="1494" y="780"/>
                  </a:cubicBezTo>
                  <a:cubicBezTo>
                    <a:pt x="1342" y="780"/>
                    <a:pt x="1193" y="752"/>
                    <a:pt x="1110" y="725"/>
                  </a:cubicBezTo>
                  <a:cubicBezTo>
                    <a:pt x="1072" y="725"/>
                    <a:pt x="995" y="744"/>
                    <a:pt x="976" y="801"/>
                  </a:cubicBezTo>
                  <a:cubicBezTo>
                    <a:pt x="957" y="839"/>
                    <a:pt x="976" y="916"/>
                    <a:pt x="1014" y="935"/>
                  </a:cubicBezTo>
                  <a:cubicBezTo>
                    <a:pt x="1282" y="1107"/>
                    <a:pt x="1550" y="1356"/>
                    <a:pt x="1550" y="1414"/>
                  </a:cubicBezTo>
                  <a:cubicBezTo>
                    <a:pt x="1531" y="1433"/>
                    <a:pt x="1480" y="1443"/>
                    <a:pt x="1407" y="1443"/>
                  </a:cubicBezTo>
                  <a:cubicBezTo>
                    <a:pt x="1261" y="1443"/>
                    <a:pt x="1027" y="1401"/>
                    <a:pt x="785" y="1299"/>
                  </a:cubicBezTo>
                  <a:cubicBezTo>
                    <a:pt x="770" y="1294"/>
                    <a:pt x="756" y="1292"/>
                    <a:pt x="742" y="1292"/>
                  </a:cubicBezTo>
                  <a:cubicBezTo>
                    <a:pt x="700" y="1292"/>
                    <a:pt x="660" y="1313"/>
                    <a:pt x="632" y="1356"/>
                  </a:cubicBezTo>
                  <a:cubicBezTo>
                    <a:pt x="593" y="1394"/>
                    <a:pt x="593" y="1452"/>
                    <a:pt x="632" y="1490"/>
                  </a:cubicBezTo>
                  <a:cubicBezTo>
                    <a:pt x="766" y="1643"/>
                    <a:pt x="976" y="1930"/>
                    <a:pt x="957" y="2064"/>
                  </a:cubicBezTo>
                  <a:cubicBezTo>
                    <a:pt x="957" y="2084"/>
                    <a:pt x="957" y="2122"/>
                    <a:pt x="919" y="2122"/>
                  </a:cubicBezTo>
                  <a:cubicBezTo>
                    <a:pt x="897" y="2140"/>
                    <a:pt x="867" y="2148"/>
                    <a:pt x="830" y="2148"/>
                  </a:cubicBezTo>
                  <a:cubicBezTo>
                    <a:pt x="667" y="2148"/>
                    <a:pt x="382" y="1998"/>
                    <a:pt x="211" y="1873"/>
                  </a:cubicBezTo>
                  <a:cubicBezTo>
                    <a:pt x="190" y="1859"/>
                    <a:pt x="167" y="1853"/>
                    <a:pt x="145" y="1853"/>
                  </a:cubicBezTo>
                  <a:cubicBezTo>
                    <a:pt x="104" y="1853"/>
                    <a:pt x="63" y="1874"/>
                    <a:pt x="38" y="1911"/>
                  </a:cubicBezTo>
                  <a:cubicBezTo>
                    <a:pt x="0" y="1950"/>
                    <a:pt x="19" y="2026"/>
                    <a:pt x="57" y="2064"/>
                  </a:cubicBezTo>
                  <a:cubicBezTo>
                    <a:pt x="134" y="2122"/>
                    <a:pt x="517" y="2390"/>
                    <a:pt x="823" y="2390"/>
                  </a:cubicBezTo>
                  <a:cubicBezTo>
                    <a:pt x="919" y="2390"/>
                    <a:pt x="995" y="2352"/>
                    <a:pt x="1091" y="2352"/>
                  </a:cubicBezTo>
                  <a:cubicBezTo>
                    <a:pt x="1168" y="2313"/>
                    <a:pt x="1206" y="2237"/>
                    <a:pt x="1206" y="2141"/>
                  </a:cubicBezTo>
                  <a:cubicBezTo>
                    <a:pt x="1244" y="1988"/>
                    <a:pt x="1168" y="1835"/>
                    <a:pt x="1072" y="1682"/>
                  </a:cubicBezTo>
                  <a:lnTo>
                    <a:pt x="1072" y="1682"/>
                  </a:lnTo>
                  <a:cubicBezTo>
                    <a:pt x="1166" y="1705"/>
                    <a:pt x="1277" y="1722"/>
                    <a:pt x="1383" y="1722"/>
                  </a:cubicBezTo>
                  <a:cubicBezTo>
                    <a:pt x="1534" y="1722"/>
                    <a:pt x="1674" y="1687"/>
                    <a:pt x="1742" y="1586"/>
                  </a:cubicBezTo>
                  <a:cubicBezTo>
                    <a:pt x="1761" y="1548"/>
                    <a:pt x="1780" y="1471"/>
                    <a:pt x="1761" y="1394"/>
                  </a:cubicBezTo>
                  <a:cubicBezTo>
                    <a:pt x="1742" y="1280"/>
                    <a:pt x="1627" y="1165"/>
                    <a:pt x="1493" y="1031"/>
                  </a:cubicBezTo>
                  <a:cubicBezTo>
                    <a:pt x="1723" y="1031"/>
                    <a:pt x="1933" y="993"/>
                    <a:pt x="2067" y="820"/>
                  </a:cubicBezTo>
                  <a:cubicBezTo>
                    <a:pt x="2144" y="744"/>
                    <a:pt x="2163" y="648"/>
                    <a:pt x="2144" y="552"/>
                  </a:cubicBezTo>
                  <a:cubicBezTo>
                    <a:pt x="2067" y="265"/>
                    <a:pt x="1531" y="55"/>
                    <a:pt x="1397" y="16"/>
                  </a:cubicBezTo>
                  <a:cubicBezTo>
                    <a:pt x="1387" y="6"/>
                    <a:pt x="1373" y="1"/>
                    <a:pt x="13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3"/>
            <p:cNvSpPr/>
            <p:nvPr/>
          </p:nvSpPr>
          <p:spPr>
            <a:xfrm>
              <a:off x="8268437" y="3583829"/>
              <a:ext cx="325586" cy="1048425"/>
            </a:xfrm>
            <a:custGeom>
              <a:rect b="b" l="l" r="r" t="t"/>
              <a:pathLst>
                <a:path extrusionOk="0" h="13254" w="4116">
                  <a:moveTo>
                    <a:pt x="869" y="0"/>
                  </a:moveTo>
                  <a:cubicBezTo>
                    <a:pt x="835" y="0"/>
                    <a:pt x="798" y="15"/>
                    <a:pt x="766" y="46"/>
                  </a:cubicBezTo>
                  <a:cubicBezTo>
                    <a:pt x="766" y="46"/>
                    <a:pt x="632" y="218"/>
                    <a:pt x="479" y="448"/>
                  </a:cubicBezTo>
                  <a:cubicBezTo>
                    <a:pt x="460" y="506"/>
                    <a:pt x="479" y="601"/>
                    <a:pt x="536" y="620"/>
                  </a:cubicBezTo>
                  <a:cubicBezTo>
                    <a:pt x="555" y="640"/>
                    <a:pt x="575" y="640"/>
                    <a:pt x="613" y="640"/>
                  </a:cubicBezTo>
                  <a:cubicBezTo>
                    <a:pt x="632" y="640"/>
                    <a:pt x="670" y="640"/>
                    <a:pt x="709" y="582"/>
                  </a:cubicBezTo>
                  <a:cubicBezTo>
                    <a:pt x="843" y="333"/>
                    <a:pt x="957" y="180"/>
                    <a:pt x="957" y="180"/>
                  </a:cubicBezTo>
                  <a:cubicBezTo>
                    <a:pt x="996" y="142"/>
                    <a:pt x="996" y="65"/>
                    <a:pt x="938" y="27"/>
                  </a:cubicBezTo>
                  <a:cubicBezTo>
                    <a:pt x="921" y="10"/>
                    <a:pt x="896" y="0"/>
                    <a:pt x="869" y="0"/>
                  </a:cubicBezTo>
                  <a:close/>
                  <a:moveTo>
                    <a:pt x="363" y="860"/>
                  </a:moveTo>
                  <a:cubicBezTo>
                    <a:pt x="318" y="860"/>
                    <a:pt x="281" y="889"/>
                    <a:pt x="268" y="927"/>
                  </a:cubicBezTo>
                  <a:cubicBezTo>
                    <a:pt x="192" y="1080"/>
                    <a:pt x="154" y="1233"/>
                    <a:pt x="96" y="1386"/>
                  </a:cubicBezTo>
                  <a:cubicBezTo>
                    <a:pt x="77" y="1443"/>
                    <a:pt x="96" y="1501"/>
                    <a:pt x="192" y="1539"/>
                  </a:cubicBezTo>
                  <a:cubicBezTo>
                    <a:pt x="268" y="1539"/>
                    <a:pt x="326" y="1482"/>
                    <a:pt x="326" y="1482"/>
                  </a:cubicBezTo>
                  <a:cubicBezTo>
                    <a:pt x="364" y="1348"/>
                    <a:pt x="421" y="1195"/>
                    <a:pt x="479" y="1061"/>
                  </a:cubicBezTo>
                  <a:cubicBezTo>
                    <a:pt x="536" y="984"/>
                    <a:pt x="517" y="908"/>
                    <a:pt x="441" y="888"/>
                  </a:cubicBezTo>
                  <a:cubicBezTo>
                    <a:pt x="414" y="868"/>
                    <a:pt x="387" y="860"/>
                    <a:pt x="363" y="860"/>
                  </a:cubicBezTo>
                  <a:close/>
                  <a:moveTo>
                    <a:pt x="134" y="1750"/>
                  </a:moveTo>
                  <a:cubicBezTo>
                    <a:pt x="77" y="1750"/>
                    <a:pt x="0" y="1788"/>
                    <a:pt x="0" y="1865"/>
                  </a:cubicBezTo>
                  <a:lnTo>
                    <a:pt x="0" y="2018"/>
                  </a:lnTo>
                  <a:cubicBezTo>
                    <a:pt x="0" y="2132"/>
                    <a:pt x="0" y="2247"/>
                    <a:pt x="39" y="2362"/>
                  </a:cubicBezTo>
                  <a:cubicBezTo>
                    <a:pt x="58" y="2420"/>
                    <a:pt x="96" y="2458"/>
                    <a:pt x="154" y="2458"/>
                  </a:cubicBezTo>
                  <a:cubicBezTo>
                    <a:pt x="249" y="2458"/>
                    <a:pt x="268" y="2400"/>
                    <a:pt x="268" y="2324"/>
                  </a:cubicBezTo>
                  <a:cubicBezTo>
                    <a:pt x="249" y="2228"/>
                    <a:pt x="249" y="2094"/>
                    <a:pt x="249" y="2018"/>
                  </a:cubicBezTo>
                  <a:lnTo>
                    <a:pt x="249" y="1865"/>
                  </a:lnTo>
                  <a:cubicBezTo>
                    <a:pt x="249" y="1807"/>
                    <a:pt x="192" y="1750"/>
                    <a:pt x="134" y="1750"/>
                  </a:cubicBezTo>
                  <a:close/>
                  <a:moveTo>
                    <a:pt x="2431" y="2630"/>
                  </a:moveTo>
                  <a:cubicBezTo>
                    <a:pt x="2355" y="2630"/>
                    <a:pt x="2297" y="2688"/>
                    <a:pt x="2297" y="2745"/>
                  </a:cubicBezTo>
                  <a:cubicBezTo>
                    <a:pt x="2297" y="2822"/>
                    <a:pt x="2355" y="2879"/>
                    <a:pt x="2431" y="2879"/>
                  </a:cubicBezTo>
                  <a:cubicBezTo>
                    <a:pt x="2565" y="2879"/>
                    <a:pt x="2718" y="2898"/>
                    <a:pt x="2814" y="2975"/>
                  </a:cubicBezTo>
                  <a:cubicBezTo>
                    <a:pt x="2833" y="2994"/>
                    <a:pt x="2852" y="2994"/>
                    <a:pt x="2871" y="2994"/>
                  </a:cubicBezTo>
                  <a:cubicBezTo>
                    <a:pt x="2929" y="2994"/>
                    <a:pt x="2948" y="2975"/>
                    <a:pt x="3005" y="2936"/>
                  </a:cubicBezTo>
                  <a:cubicBezTo>
                    <a:pt x="3025" y="2898"/>
                    <a:pt x="3005" y="2802"/>
                    <a:pt x="2948" y="2783"/>
                  </a:cubicBezTo>
                  <a:cubicBezTo>
                    <a:pt x="2814" y="2688"/>
                    <a:pt x="2642" y="2630"/>
                    <a:pt x="2431" y="2630"/>
                  </a:cubicBezTo>
                  <a:close/>
                  <a:moveTo>
                    <a:pt x="1953" y="2721"/>
                  </a:moveTo>
                  <a:cubicBezTo>
                    <a:pt x="1941" y="2721"/>
                    <a:pt x="1928" y="2722"/>
                    <a:pt x="1914" y="2726"/>
                  </a:cubicBezTo>
                  <a:cubicBezTo>
                    <a:pt x="1780" y="2764"/>
                    <a:pt x="1608" y="2841"/>
                    <a:pt x="1474" y="2936"/>
                  </a:cubicBezTo>
                  <a:cubicBezTo>
                    <a:pt x="1398" y="2994"/>
                    <a:pt x="1398" y="3051"/>
                    <a:pt x="1417" y="3109"/>
                  </a:cubicBezTo>
                  <a:cubicBezTo>
                    <a:pt x="1436" y="3128"/>
                    <a:pt x="1474" y="3166"/>
                    <a:pt x="1512" y="3166"/>
                  </a:cubicBezTo>
                  <a:cubicBezTo>
                    <a:pt x="1532" y="3166"/>
                    <a:pt x="1570" y="3166"/>
                    <a:pt x="1589" y="3128"/>
                  </a:cubicBezTo>
                  <a:cubicBezTo>
                    <a:pt x="1723" y="3051"/>
                    <a:pt x="1857" y="2994"/>
                    <a:pt x="1991" y="2936"/>
                  </a:cubicBezTo>
                  <a:cubicBezTo>
                    <a:pt x="2048" y="2917"/>
                    <a:pt x="2087" y="2860"/>
                    <a:pt x="2068" y="2802"/>
                  </a:cubicBezTo>
                  <a:cubicBezTo>
                    <a:pt x="2052" y="2755"/>
                    <a:pt x="2010" y="2721"/>
                    <a:pt x="1953" y="2721"/>
                  </a:cubicBezTo>
                  <a:close/>
                  <a:moveTo>
                    <a:pt x="284" y="2661"/>
                  </a:moveTo>
                  <a:cubicBezTo>
                    <a:pt x="271" y="2661"/>
                    <a:pt x="259" y="2664"/>
                    <a:pt x="249" y="2668"/>
                  </a:cubicBezTo>
                  <a:cubicBezTo>
                    <a:pt x="192" y="2726"/>
                    <a:pt x="173" y="2802"/>
                    <a:pt x="192" y="2841"/>
                  </a:cubicBezTo>
                  <a:cubicBezTo>
                    <a:pt x="268" y="2975"/>
                    <a:pt x="345" y="3090"/>
                    <a:pt x="441" y="3204"/>
                  </a:cubicBezTo>
                  <a:cubicBezTo>
                    <a:pt x="441" y="3224"/>
                    <a:pt x="460" y="3243"/>
                    <a:pt x="479" y="3281"/>
                  </a:cubicBezTo>
                  <a:cubicBezTo>
                    <a:pt x="517" y="3300"/>
                    <a:pt x="555" y="3319"/>
                    <a:pt x="575" y="3319"/>
                  </a:cubicBezTo>
                  <a:cubicBezTo>
                    <a:pt x="613" y="3319"/>
                    <a:pt x="632" y="3300"/>
                    <a:pt x="651" y="3262"/>
                  </a:cubicBezTo>
                  <a:cubicBezTo>
                    <a:pt x="709" y="3204"/>
                    <a:pt x="709" y="3128"/>
                    <a:pt x="651" y="3090"/>
                  </a:cubicBezTo>
                  <a:cubicBezTo>
                    <a:pt x="632" y="3090"/>
                    <a:pt x="632" y="3051"/>
                    <a:pt x="613" y="3032"/>
                  </a:cubicBezTo>
                  <a:cubicBezTo>
                    <a:pt x="536" y="2936"/>
                    <a:pt x="460" y="2822"/>
                    <a:pt x="421" y="2726"/>
                  </a:cubicBezTo>
                  <a:cubicBezTo>
                    <a:pt x="378" y="2683"/>
                    <a:pt x="325" y="2661"/>
                    <a:pt x="284" y="2661"/>
                  </a:cubicBezTo>
                  <a:close/>
                  <a:moveTo>
                    <a:pt x="3073" y="3151"/>
                  </a:moveTo>
                  <a:cubicBezTo>
                    <a:pt x="3032" y="3151"/>
                    <a:pt x="2995" y="3182"/>
                    <a:pt x="2967" y="3224"/>
                  </a:cubicBezTo>
                  <a:cubicBezTo>
                    <a:pt x="2948" y="3319"/>
                    <a:pt x="2852" y="3415"/>
                    <a:pt x="2718" y="3491"/>
                  </a:cubicBezTo>
                  <a:cubicBezTo>
                    <a:pt x="2661" y="3549"/>
                    <a:pt x="2642" y="3606"/>
                    <a:pt x="2661" y="3664"/>
                  </a:cubicBezTo>
                  <a:cubicBezTo>
                    <a:pt x="2680" y="3702"/>
                    <a:pt x="2718" y="3740"/>
                    <a:pt x="2757" y="3740"/>
                  </a:cubicBezTo>
                  <a:cubicBezTo>
                    <a:pt x="2776" y="3740"/>
                    <a:pt x="2814" y="3702"/>
                    <a:pt x="2814" y="3702"/>
                  </a:cubicBezTo>
                  <a:cubicBezTo>
                    <a:pt x="3025" y="3587"/>
                    <a:pt x="3139" y="3453"/>
                    <a:pt x="3197" y="3300"/>
                  </a:cubicBezTo>
                  <a:cubicBezTo>
                    <a:pt x="3216" y="3262"/>
                    <a:pt x="3197" y="3185"/>
                    <a:pt x="3120" y="3166"/>
                  </a:cubicBezTo>
                  <a:cubicBezTo>
                    <a:pt x="3104" y="3155"/>
                    <a:pt x="3088" y="3151"/>
                    <a:pt x="3073" y="3151"/>
                  </a:cubicBezTo>
                  <a:close/>
                  <a:moveTo>
                    <a:pt x="1168" y="3214"/>
                  </a:moveTo>
                  <a:cubicBezTo>
                    <a:pt x="1139" y="3214"/>
                    <a:pt x="1111" y="3224"/>
                    <a:pt x="1091" y="3243"/>
                  </a:cubicBezTo>
                  <a:cubicBezTo>
                    <a:pt x="1015" y="3300"/>
                    <a:pt x="957" y="3338"/>
                    <a:pt x="919" y="3396"/>
                  </a:cubicBezTo>
                  <a:cubicBezTo>
                    <a:pt x="900" y="3396"/>
                    <a:pt x="862" y="3415"/>
                    <a:pt x="843" y="3434"/>
                  </a:cubicBezTo>
                  <a:cubicBezTo>
                    <a:pt x="823" y="3472"/>
                    <a:pt x="823" y="3472"/>
                    <a:pt x="823" y="3491"/>
                  </a:cubicBezTo>
                  <a:cubicBezTo>
                    <a:pt x="804" y="3530"/>
                    <a:pt x="747" y="3568"/>
                    <a:pt x="728" y="3606"/>
                  </a:cubicBezTo>
                  <a:cubicBezTo>
                    <a:pt x="670" y="3664"/>
                    <a:pt x="709" y="3740"/>
                    <a:pt x="747" y="3779"/>
                  </a:cubicBezTo>
                  <a:cubicBezTo>
                    <a:pt x="769" y="3793"/>
                    <a:pt x="791" y="3799"/>
                    <a:pt x="813" y="3799"/>
                  </a:cubicBezTo>
                  <a:cubicBezTo>
                    <a:pt x="848" y="3799"/>
                    <a:pt x="884" y="3783"/>
                    <a:pt x="919" y="3759"/>
                  </a:cubicBezTo>
                  <a:lnTo>
                    <a:pt x="996" y="3683"/>
                  </a:lnTo>
                  <a:cubicBezTo>
                    <a:pt x="1111" y="3740"/>
                    <a:pt x="1225" y="3779"/>
                    <a:pt x="1379" y="3836"/>
                  </a:cubicBezTo>
                  <a:cubicBezTo>
                    <a:pt x="1417" y="3836"/>
                    <a:pt x="1474" y="3798"/>
                    <a:pt x="1512" y="3721"/>
                  </a:cubicBezTo>
                  <a:cubicBezTo>
                    <a:pt x="1532" y="3683"/>
                    <a:pt x="1512" y="3606"/>
                    <a:pt x="1436" y="3587"/>
                  </a:cubicBezTo>
                  <a:cubicBezTo>
                    <a:pt x="1340" y="3568"/>
                    <a:pt x="1245" y="3530"/>
                    <a:pt x="1187" y="3491"/>
                  </a:cubicBezTo>
                  <a:lnTo>
                    <a:pt x="1245" y="3415"/>
                  </a:lnTo>
                  <a:cubicBezTo>
                    <a:pt x="1302" y="3377"/>
                    <a:pt x="1302" y="3300"/>
                    <a:pt x="1245" y="3243"/>
                  </a:cubicBezTo>
                  <a:cubicBezTo>
                    <a:pt x="1225" y="3224"/>
                    <a:pt x="1197" y="3214"/>
                    <a:pt x="1168" y="3214"/>
                  </a:cubicBezTo>
                  <a:close/>
                  <a:moveTo>
                    <a:pt x="2278" y="3664"/>
                  </a:moveTo>
                  <a:cubicBezTo>
                    <a:pt x="2163" y="3683"/>
                    <a:pt x="2048" y="3683"/>
                    <a:pt x="1914" y="3683"/>
                  </a:cubicBezTo>
                  <a:lnTo>
                    <a:pt x="1819" y="3683"/>
                  </a:lnTo>
                  <a:cubicBezTo>
                    <a:pt x="1780" y="3683"/>
                    <a:pt x="1704" y="3740"/>
                    <a:pt x="1704" y="3798"/>
                  </a:cubicBezTo>
                  <a:cubicBezTo>
                    <a:pt x="1704" y="3874"/>
                    <a:pt x="1761" y="3932"/>
                    <a:pt x="1819" y="3932"/>
                  </a:cubicBezTo>
                  <a:lnTo>
                    <a:pt x="1914" y="3932"/>
                  </a:lnTo>
                  <a:cubicBezTo>
                    <a:pt x="2068" y="3932"/>
                    <a:pt x="2202" y="3893"/>
                    <a:pt x="2336" y="3893"/>
                  </a:cubicBezTo>
                  <a:cubicBezTo>
                    <a:pt x="2393" y="3874"/>
                    <a:pt x="2450" y="3817"/>
                    <a:pt x="2431" y="3759"/>
                  </a:cubicBezTo>
                  <a:cubicBezTo>
                    <a:pt x="2393" y="3683"/>
                    <a:pt x="2355" y="3664"/>
                    <a:pt x="2278" y="3664"/>
                  </a:cubicBezTo>
                  <a:close/>
                  <a:moveTo>
                    <a:pt x="575" y="3982"/>
                  </a:moveTo>
                  <a:cubicBezTo>
                    <a:pt x="521" y="3982"/>
                    <a:pt x="474" y="4003"/>
                    <a:pt x="460" y="4047"/>
                  </a:cubicBezTo>
                  <a:cubicBezTo>
                    <a:pt x="383" y="4181"/>
                    <a:pt x="326" y="4334"/>
                    <a:pt x="268" y="4487"/>
                  </a:cubicBezTo>
                  <a:cubicBezTo>
                    <a:pt x="249" y="4544"/>
                    <a:pt x="268" y="4621"/>
                    <a:pt x="364" y="4640"/>
                  </a:cubicBezTo>
                  <a:cubicBezTo>
                    <a:pt x="421" y="4640"/>
                    <a:pt x="460" y="4602"/>
                    <a:pt x="517" y="4582"/>
                  </a:cubicBezTo>
                  <a:cubicBezTo>
                    <a:pt x="555" y="4449"/>
                    <a:pt x="613" y="4315"/>
                    <a:pt x="670" y="4161"/>
                  </a:cubicBezTo>
                  <a:cubicBezTo>
                    <a:pt x="709" y="4085"/>
                    <a:pt x="670" y="4008"/>
                    <a:pt x="632" y="3989"/>
                  </a:cubicBezTo>
                  <a:cubicBezTo>
                    <a:pt x="613" y="3984"/>
                    <a:pt x="594" y="3982"/>
                    <a:pt x="575" y="3982"/>
                  </a:cubicBezTo>
                  <a:close/>
                  <a:moveTo>
                    <a:pt x="270" y="4847"/>
                  </a:moveTo>
                  <a:cubicBezTo>
                    <a:pt x="230" y="4847"/>
                    <a:pt x="173" y="4896"/>
                    <a:pt x="173" y="4946"/>
                  </a:cubicBezTo>
                  <a:cubicBezTo>
                    <a:pt x="154" y="5042"/>
                    <a:pt x="154" y="5138"/>
                    <a:pt x="154" y="5233"/>
                  </a:cubicBezTo>
                  <a:lnTo>
                    <a:pt x="154" y="5444"/>
                  </a:lnTo>
                  <a:cubicBezTo>
                    <a:pt x="154" y="5520"/>
                    <a:pt x="192" y="5578"/>
                    <a:pt x="268" y="5578"/>
                  </a:cubicBezTo>
                  <a:cubicBezTo>
                    <a:pt x="345" y="5578"/>
                    <a:pt x="383" y="5520"/>
                    <a:pt x="364" y="5425"/>
                  </a:cubicBezTo>
                  <a:lnTo>
                    <a:pt x="364" y="5233"/>
                  </a:lnTo>
                  <a:cubicBezTo>
                    <a:pt x="364" y="5138"/>
                    <a:pt x="383" y="5061"/>
                    <a:pt x="383" y="4965"/>
                  </a:cubicBezTo>
                  <a:cubicBezTo>
                    <a:pt x="421" y="4927"/>
                    <a:pt x="364" y="4850"/>
                    <a:pt x="287" y="4850"/>
                  </a:cubicBezTo>
                  <a:cubicBezTo>
                    <a:pt x="282" y="4848"/>
                    <a:pt x="277" y="4847"/>
                    <a:pt x="270" y="4847"/>
                  </a:cubicBezTo>
                  <a:close/>
                  <a:moveTo>
                    <a:pt x="349" y="5804"/>
                  </a:moveTo>
                  <a:cubicBezTo>
                    <a:pt x="341" y="5804"/>
                    <a:pt x="333" y="5805"/>
                    <a:pt x="326" y="5807"/>
                  </a:cubicBezTo>
                  <a:cubicBezTo>
                    <a:pt x="249" y="5846"/>
                    <a:pt x="192" y="5884"/>
                    <a:pt x="230" y="5961"/>
                  </a:cubicBezTo>
                  <a:cubicBezTo>
                    <a:pt x="230" y="6037"/>
                    <a:pt x="249" y="6075"/>
                    <a:pt x="268" y="6152"/>
                  </a:cubicBezTo>
                  <a:cubicBezTo>
                    <a:pt x="287" y="6248"/>
                    <a:pt x="326" y="6343"/>
                    <a:pt x="364" y="6439"/>
                  </a:cubicBezTo>
                  <a:cubicBezTo>
                    <a:pt x="383" y="6477"/>
                    <a:pt x="441" y="6516"/>
                    <a:pt x="479" y="6516"/>
                  </a:cubicBezTo>
                  <a:cubicBezTo>
                    <a:pt x="517" y="6516"/>
                    <a:pt x="536" y="6516"/>
                    <a:pt x="536" y="6535"/>
                  </a:cubicBezTo>
                  <a:cubicBezTo>
                    <a:pt x="613" y="6477"/>
                    <a:pt x="632" y="6439"/>
                    <a:pt x="613" y="6363"/>
                  </a:cubicBezTo>
                  <a:cubicBezTo>
                    <a:pt x="555" y="6267"/>
                    <a:pt x="536" y="6190"/>
                    <a:pt x="517" y="6095"/>
                  </a:cubicBezTo>
                  <a:cubicBezTo>
                    <a:pt x="479" y="6037"/>
                    <a:pt x="479" y="5961"/>
                    <a:pt x="460" y="5903"/>
                  </a:cubicBezTo>
                  <a:cubicBezTo>
                    <a:pt x="443" y="5853"/>
                    <a:pt x="398" y="5804"/>
                    <a:pt x="349" y="5804"/>
                  </a:cubicBezTo>
                  <a:close/>
                  <a:moveTo>
                    <a:pt x="685" y="6668"/>
                  </a:moveTo>
                  <a:cubicBezTo>
                    <a:pt x="664" y="6668"/>
                    <a:pt x="646" y="6674"/>
                    <a:pt x="632" y="6688"/>
                  </a:cubicBezTo>
                  <a:cubicBezTo>
                    <a:pt x="575" y="6745"/>
                    <a:pt x="555" y="6822"/>
                    <a:pt x="613" y="6860"/>
                  </a:cubicBezTo>
                  <a:cubicBezTo>
                    <a:pt x="709" y="7013"/>
                    <a:pt x="804" y="7128"/>
                    <a:pt x="919" y="7243"/>
                  </a:cubicBezTo>
                  <a:cubicBezTo>
                    <a:pt x="938" y="7300"/>
                    <a:pt x="996" y="7300"/>
                    <a:pt x="1015" y="7300"/>
                  </a:cubicBezTo>
                  <a:cubicBezTo>
                    <a:pt x="1034" y="7300"/>
                    <a:pt x="1091" y="7300"/>
                    <a:pt x="1091" y="7243"/>
                  </a:cubicBezTo>
                  <a:cubicBezTo>
                    <a:pt x="1130" y="7205"/>
                    <a:pt x="1130" y="7128"/>
                    <a:pt x="1091" y="7071"/>
                  </a:cubicBezTo>
                  <a:cubicBezTo>
                    <a:pt x="957" y="6956"/>
                    <a:pt x="862" y="6841"/>
                    <a:pt x="804" y="6726"/>
                  </a:cubicBezTo>
                  <a:cubicBezTo>
                    <a:pt x="767" y="6689"/>
                    <a:pt x="722" y="6668"/>
                    <a:pt x="685" y="6668"/>
                  </a:cubicBezTo>
                  <a:close/>
                  <a:moveTo>
                    <a:pt x="3186" y="7121"/>
                  </a:moveTo>
                  <a:cubicBezTo>
                    <a:pt x="3170" y="7121"/>
                    <a:pt x="3155" y="7123"/>
                    <a:pt x="3139" y="7128"/>
                  </a:cubicBezTo>
                  <a:cubicBezTo>
                    <a:pt x="3025" y="7205"/>
                    <a:pt x="2871" y="7300"/>
                    <a:pt x="2737" y="7415"/>
                  </a:cubicBezTo>
                  <a:cubicBezTo>
                    <a:pt x="2680" y="7454"/>
                    <a:pt x="2680" y="7530"/>
                    <a:pt x="2737" y="7588"/>
                  </a:cubicBezTo>
                  <a:cubicBezTo>
                    <a:pt x="2757" y="7607"/>
                    <a:pt x="2814" y="7626"/>
                    <a:pt x="2833" y="7626"/>
                  </a:cubicBezTo>
                  <a:cubicBezTo>
                    <a:pt x="2852" y="7626"/>
                    <a:pt x="2871" y="7607"/>
                    <a:pt x="2910" y="7607"/>
                  </a:cubicBezTo>
                  <a:cubicBezTo>
                    <a:pt x="3025" y="7492"/>
                    <a:pt x="3139" y="7396"/>
                    <a:pt x="3254" y="7339"/>
                  </a:cubicBezTo>
                  <a:cubicBezTo>
                    <a:pt x="3312" y="7300"/>
                    <a:pt x="3331" y="7224"/>
                    <a:pt x="3312" y="7166"/>
                  </a:cubicBezTo>
                  <a:cubicBezTo>
                    <a:pt x="3270" y="7138"/>
                    <a:pt x="3228" y="7121"/>
                    <a:pt x="3186" y="7121"/>
                  </a:cubicBezTo>
                  <a:close/>
                  <a:moveTo>
                    <a:pt x="3681" y="7045"/>
                  </a:moveTo>
                  <a:cubicBezTo>
                    <a:pt x="3642" y="7045"/>
                    <a:pt x="3594" y="7070"/>
                    <a:pt x="3580" y="7128"/>
                  </a:cubicBezTo>
                  <a:cubicBezTo>
                    <a:pt x="3541" y="7186"/>
                    <a:pt x="3580" y="7243"/>
                    <a:pt x="3637" y="7281"/>
                  </a:cubicBezTo>
                  <a:cubicBezTo>
                    <a:pt x="3695" y="7300"/>
                    <a:pt x="3733" y="7339"/>
                    <a:pt x="3752" y="7396"/>
                  </a:cubicBezTo>
                  <a:cubicBezTo>
                    <a:pt x="3790" y="7434"/>
                    <a:pt x="3809" y="7492"/>
                    <a:pt x="3809" y="7530"/>
                  </a:cubicBezTo>
                  <a:cubicBezTo>
                    <a:pt x="3809" y="7607"/>
                    <a:pt x="3867" y="7664"/>
                    <a:pt x="3924" y="7664"/>
                  </a:cubicBezTo>
                  <a:cubicBezTo>
                    <a:pt x="4001" y="7664"/>
                    <a:pt x="4058" y="7607"/>
                    <a:pt x="4058" y="7568"/>
                  </a:cubicBezTo>
                  <a:cubicBezTo>
                    <a:pt x="4058" y="7454"/>
                    <a:pt x="4001" y="7358"/>
                    <a:pt x="3962" y="7281"/>
                  </a:cubicBezTo>
                  <a:cubicBezTo>
                    <a:pt x="3905" y="7186"/>
                    <a:pt x="3809" y="7109"/>
                    <a:pt x="3714" y="7052"/>
                  </a:cubicBezTo>
                  <a:cubicBezTo>
                    <a:pt x="3705" y="7047"/>
                    <a:pt x="3693" y="7045"/>
                    <a:pt x="3681" y="7045"/>
                  </a:cubicBezTo>
                  <a:close/>
                  <a:moveTo>
                    <a:pt x="1406" y="7386"/>
                  </a:moveTo>
                  <a:cubicBezTo>
                    <a:pt x="1366" y="7386"/>
                    <a:pt x="1326" y="7410"/>
                    <a:pt x="1302" y="7434"/>
                  </a:cubicBezTo>
                  <a:cubicBezTo>
                    <a:pt x="1245" y="7492"/>
                    <a:pt x="1283" y="7549"/>
                    <a:pt x="1321" y="7607"/>
                  </a:cubicBezTo>
                  <a:cubicBezTo>
                    <a:pt x="1455" y="7702"/>
                    <a:pt x="1608" y="7779"/>
                    <a:pt x="1761" y="7836"/>
                  </a:cubicBezTo>
                  <a:lnTo>
                    <a:pt x="1800" y="7836"/>
                  </a:lnTo>
                  <a:cubicBezTo>
                    <a:pt x="1857" y="7836"/>
                    <a:pt x="1876" y="7817"/>
                    <a:pt x="1914" y="7817"/>
                  </a:cubicBezTo>
                  <a:cubicBezTo>
                    <a:pt x="1972" y="7741"/>
                    <a:pt x="1914" y="7683"/>
                    <a:pt x="1876" y="7645"/>
                  </a:cubicBezTo>
                  <a:cubicBezTo>
                    <a:pt x="1723" y="7588"/>
                    <a:pt x="1589" y="7511"/>
                    <a:pt x="1474" y="7415"/>
                  </a:cubicBezTo>
                  <a:cubicBezTo>
                    <a:pt x="1453" y="7394"/>
                    <a:pt x="1429" y="7386"/>
                    <a:pt x="1406" y="7386"/>
                  </a:cubicBezTo>
                  <a:close/>
                  <a:moveTo>
                    <a:pt x="3672" y="7771"/>
                  </a:moveTo>
                  <a:cubicBezTo>
                    <a:pt x="3656" y="7771"/>
                    <a:pt x="3638" y="7774"/>
                    <a:pt x="3618" y="7779"/>
                  </a:cubicBezTo>
                  <a:cubicBezTo>
                    <a:pt x="3503" y="7817"/>
                    <a:pt x="3350" y="7836"/>
                    <a:pt x="3197" y="7875"/>
                  </a:cubicBezTo>
                  <a:cubicBezTo>
                    <a:pt x="3120" y="7875"/>
                    <a:pt x="3063" y="7913"/>
                    <a:pt x="3063" y="7990"/>
                  </a:cubicBezTo>
                  <a:cubicBezTo>
                    <a:pt x="3063" y="8066"/>
                    <a:pt x="3120" y="8104"/>
                    <a:pt x="3197" y="8104"/>
                  </a:cubicBezTo>
                  <a:cubicBezTo>
                    <a:pt x="3407" y="8104"/>
                    <a:pt x="3580" y="8066"/>
                    <a:pt x="3733" y="7990"/>
                  </a:cubicBezTo>
                  <a:cubicBezTo>
                    <a:pt x="3790" y="7951"/>
                    <a:pt x="3809" y="7894"/>
                    <a:pt x="3790" y="7817"/>
                  </a:cubicBezTo>
                  <a:cubicBezTo>
                    <a:pt x="3748" y="7789"/>
                    <a:pt x="3716" y="7771"/>
                    <a:pt x="3672" y="7771"/>
                  </a:cubicBezTo>
                  <a:close/>
                  <a:moveTo>
                    <a:pt x="2508" y="7736"/>
                  </a:moveTo>
                  <a:cubicBezTo>
                    <a:pt x="2479" y="7736"/>
                    <a:pt x="2450" y="7750"/>
                    <a:pt x="2431" y="7779"/>
                  </a:cubicBezTo>
                  <a:lnTo>
                    <a:pt x="2374" y="7817"/>
                  </a:lnTo>
                  <a:cubicBezTo>
                    <a:pt x="2355" y="7817"/>
                    <a:pt x="2297" y="7798"/>
                    <a:pt x="2278" y="7798"/>
                  </a:cubicBezTo>
                  <a:cubicBezTo>
                    <a:pt x="2260" y="7794"/>
                    <a:pt x="2244" y="7791"/>
                    <a:pt x="2230" y="7791"/>
                  </a:cubicBezTo>
                  <a:cubicBezTo>
                    <a:pt x="2185" y="7791"/>
                    <a:pt x="2159" y="7816"/>
                    <a:pt x="2144" y="7875"/>
                  </a:cubicBezTo>
                  <a:cubicBezTo>
                    <a:pt x="2106" y="7913"/>
                    <a:pt x="2163" y="7990"/>
                    <a:pt x="2202" y="8009"/>
                  </a:cubicBezTo>
                  <a:cubicBezTo>
                    <a:pt x="2182" y="8066"/>
                    <a:pt x="2144" y="8104"/>
                    <a:pt x="2106" y="8162"/>
                  </a:cubicBezTo>
                  <a:cubicBezTo>
                    <a:pt x="2068" y="8200"/>
                    <a:pt x="2087" y="8277"/>
                    <a:pt x="2144" y="8315"/>
                  </a:cubicBezTo>
                  <a:cubicBezTo>
                    <a:pt x="2163" y="8353"/>
                    <a:pt x="2182" y="8353"/>
                    <a:pt x="2202" y="8353"/>
                  </a:cubicBezTo>
                  <a:cubicBezTo>
                    <a:pt x="2240" y="8353"/>
                    <a:pt x="2278" y="8315"/>
                    <a:pt x="2297" y="8296"/>
                  </a:cubicBezTo>
                  <a:cubicBezTo>
                    <a:pt x="2355" y="8219"/>
                    <a:pt x="2431" y="8162"/>
                    <a:pt x="2470" y="8085"/>
                  </a:cubicBezTo>
                  <a:cubicBezTo>
                    <a:pt x="2546" y="8104"/>
                    <a:pt x="2642" y="8124"/>
                    <a:pt x="2718" y="8124"/>
                  </a:cubicBezTo>
                  <a:cubicBezTo>
                    <a:pt x="2731" y="8132"/>
                    <a:pt x="2744" y="8136"/>
                    <a:pt x="2756" y="8136"/>
                  </a:cubicBezTo>
                  <a:cubicBezTo>
                    <a:pt x="2799" y="8136"/>
                    <a:pt x="2837" y="8088"/>
                    <a:pt x="2852" y="8028"/>
                  </a:cubicBezTo>
                  <a:cubicBezTo>
                    <a:pt x="2871" y="7970"/>
                    <a:pt x="2833" y="7894"/>
                    <a:pt x="2757" y="7894"/>
                  </a:cubicBezTo>
                  <a:cubicBezTo>
                    <a:pt x="2718" y="7875"/>
                    <a:pt x="2680" y="7875"/>
                    <a:pt x="2642" y="7875"/>
                  </a:cubicBezTo>
                  <a:cubicBezTo>
                    <a:pt x="2642" y="7836"/>
                    <a:pt x="2623" y="7798"/>
                    <a:pt x="2584" y="7779"/>
                  </a:cubicBezTo>
                  <a:cubicBezTo>
                    <a:pt x="2565" y="7750"/>
                    <a:pt x="2537" y="7736"/>
                    <a:pt x="2508" y="7736"/>
                  </a:cubicBezTo>
                  <a:close/>
                  <a:moveTo>
                    <a:pt x="1972" y="8480"/>
                  </a:moveTo>
                  <a:cubicBezTo>
                    <a:pt x="1928" y="8480"/>
                    <a:pt x="1867" y="8502"/>
                    <a:pt x="1838" y="8545"/>
                  </a:cubicBezTo>
                  <a:cubicBezTo>
                    <a:pt x="1761" y="8679"/>
                    <a:pt x="1685" y="8832"/>
                    <a:pt x="1608" y="8966"/>
                  </a:cubicBezTo>
                  <a:cubicBezTo>
                    <a:pt x="1589" y="9042"/>
                    <a:pt x="1608" y="9119"/>
                    <a:pt x="1666" y="9138"/>
                  </a:cubicBezTo>
                  <a:cubicBezTo>
                    <a:pt x="1666" y="9157"/>
                    <a:pt x="1685" y="9157"/>
                    <a:pt x="1704" y="9157"/>
                  </a:cubicBezTo>
                  <a:cubicBezTo>
                    <a:pt x="1723" y="9157"/>
                    <a:pt x="1780" y="9138"/>
                    <a:pt x="1819" y="9061"/>
                  </a:cubicBezTo>
                  <a:cubicBezTo>
                    <a:pt x="1895" y="8927"/>
                    <a:pt x="1991" y="8793"/>
                    <a:pt x="2068" y="8659"/>
                  </a:cubicBezTo>
                  <a:cubicBezTo>
                    <a:pt x="2087" y="8602"/>
                    <a:pt x="2068" y="8506"/>
                    <a:pt x="2010" y="8487"/>
                  </a:cubicBezTo>
                  <a:cubicBezTo>
                    <a:pt x="2001" y="8482"/>
                    <a:pt x="1987" y="8480"/>
                    <a:pt x="1972" y="8480"/>
                  </a:cubicBezTo>
                  <a:close/>
                  <a:moveTo>
                    <a:pt x="1489" y="9342"/>
                  </a:moveTo>
                  <a:cubicBezTo>
                    <a:pt x="1441" y="9342"/>
                    <a:pt x="1393" y="9367"/>
                    <a:pt x="1379" y="9425"/>
                  </a:cubicBezTo>
                  <a:cubicBezTo>
                    <a:pt x="1302" y="9578"/>
                    <a:pt x="1245" y="9731"/>
                    <a:pt x="1206" y="9884"/>
                  </a:cubicBezTo>
                  <a:cubicBezTo>
                    <a:pt x="1187" y="9923"/>
                    <a:pt x="1206" y="9999"/>
                    <a:pt x="1283" y="10018"/>
                  </a:cubicBezTo>
                  <a:lnTo>
                    <a:pt x="1321" y="10018"/>
                  </a:lnTo>
                  <a:cubicBezTo>
                    <a:pt x="1379" y="10018"/>
                    <a:pt x="1417" y="9999"/>
                    <a:pt x="1436" y="9961"/>
                  </a:cubicBezTo>
                  <a:cubicBezTo>
                    <a:pt x="1493" y="9808"/>
                    <a:pt x="1532" y="9674"/>
                    <a:pt x="1608" y="9521"/>
                  </a:cubicBezTo>
                  <a:cubicBezTo>
                    <a:pt x="1627" y="9444"/>
                    <a:pt x="1608" y="9387"/>
                    <a:pt x="1532" y="9349"/>
                  </a:cubicBezTo>
                  <a:cubicBezTo>
                    <a:pt x="1518" y="9344"/>
                    <a:pt x="1503" y="9342"/>
                    <a:pt x="1489" y="9342"/>
                  </a:cubicBezTo>
                  <a:close/>
                  <a:moveTo>
                    <a:pt x="1206" y="10229"/>
                  </a:moveTo>
                  <a:cubicBezTo>
                    <a:pt x="1130" y="10229"/>
                    <a:pt x="1091" y="10267"/>
                    <a:pt x="1053" y="10325"/>
                  </a:cubicBezTo>
                  <a:cubicBezTo>
                    <a:pt x="1034" y="10497"/>
                    <a:pt x="1015" y="10650"/>
                    <a:pt x="996" y="10803"/>
                  </a:cubicBezTo>
                  <a:cubicBezTo>
                    <a:pt x="996" y="10880"/>
                    <a:pt x="1034" y="10956"/>
                    <a:pt x="1111" y="10956"/>
                  </a:cubicBezTo>
                  <a:cubicBezTo>
                    <a:pt x="1187" y="10956"/>
                    <a:pt x="1225" y="10937"/>
                    <a:pt x="1225" y="10841"/>
                  </a:cubicBezTo>
                  <a:cubicBezTo>
                    <a:pt x="1225" y="10688"/>
                    <a:pt x="1283" y="10554"/>
                    <a:pt x="1302" y="10382"/>
                  </a:cubicBezTo>
                  <a:cubicBezTo>
                    <a:pt x="1302" y="10306"/>
                    <a:pt x="1283" y="10267"/>
                    <a:pt x="1206" y="10229"/>
                  </a:cubicBezTo>
                  <a:close/>
                  <a:moveTo>
                    <a:pt x="1091" y="11205"/>
                  </a:moveTo>
                  <a:cubicBezTo>
                    <a:pt x="1015" y="11205"/>
                    <a:pt x="957" y="11243"/>
                    <a:pt x="957" y="11320"/>
                  </a:cubicBezTo>
                  <a:cubicBezTo>
                    <a:pt x="996" y="11397"/>
                    <a:pt x="996" y="11435"/>
                    <a:pt x="996" y="11511"/>
                  </a:cubicBezTo>
                  <a:cubicBezTo>
                    <a:pt x="996" y="11626"/>
                    <a:pt x="1015" y="11722"/>
                    <a:pt x="1034" y="11818"/>
                  </a:cubicBezTo>
                  <a:cubicBezTo>
                    <a:pt x="1053" y="11856"/>
                    <a:pt x="1111" y="11913"/>
                    <a:pt x="1149" y="11913"/>
                  </a:cubicBezTo>
                  <a:cubicBezTo>
                    <a:pt x="1245" y="11894"/>
                    <a:pt x="1302" y="11837"/>
                    <a:pt x="1283" y="11779"/>
                  </a:cubicBezTo>
                  <a:cubicBezTo>
                    <a:pt x="1245" y="11684"/>
                    <a:pt x="1225" y="11588"/>
                    <a:pt x="1225" y="11492"/>
                  </a:cubicBezTo>
                  <a:cubicBezTo>
                    <a:pt x="1206" y="11435"/>
                    <a:pt x="1206" y="11358"/>
                    <a:pt x="1206" y="11320"/>
                  </a:cubicBezTo>
                  <a:cubicBezTo>
                    <a:pt x="1206" y="11243"/>
                    <a:pt x="1149" y="11205"/>
                    <a:pt x="1091" y="11205"/>
                  </a:cubicBezTo>
                  <a:close/>
                  <a:moveTo>
                    <a:pt x="1337" y="12136"/>
                  </a:moveTo>
                  <a:cubicBezTo>
                    <a:pt x="1323" y="12136"/>
                    <a:pt x="1312" y="12138"/>
                    <a:pt x="1302" y="12143"/>
                  </a:cubicBezTo>
                  <a:cubicBezTo>
                    <a:pt x="1245" y="12200"/>
                    <a:pt x="1225" y="12277"/>
                    <a:pt x="1245" y="12315"/>
                  </a:cubicBezTo>
                  <a:cubicBezTo>
                    <a:pt x="1321" y="12468"/>
                    <a:pt x="1436" y="12602"/>
                    <a:pt x="1570" y="12717"/>
                  </a:cubicBezTo>
                  <a:cubicBezTo>
                    <a:pt x="1589" y="12756"/>
                    <a:pt x="1608" y="12756"/>
                    <a:pt x="1627" y="12756"/>
                  </a:cubicBezTo>
                  <a:cubicBezTo>
                    <a:pt x="1666" y="12756"/>
                    <a:pt x="1685" y="12736"/>
                    <a:pt x="1723" y="12717"/>
                  </a:cubicBezTo>
                  <a:cubicBezTo>
                    <a:pt x="1780" y="12679"/>
                    <a:pt x="1780" y="12602"/>
                    <a:pt x="1723" y="12564"/>
                  </a:cubicBezTo>
                  <a:cubicBezTo>
                    <a:pt x="1627" y="12430"/>
                    <a:pt x="1532" y="12315"/>
                    <a:pt x="1474" y="12200"/>
                  </a:cubicBezTo>
                  <a:cubicBezTo>
                    <a:pt x="1431" y="12157"/>
                    <a:pt x="1377" y="12136"/>
                    <a:pt x="1337" y="12136"/>
                  </a:cubicBezTo>
                  <a:close/>
                  <a:moveTo>
                    <a:pt x="2033" y="12787"/>
                  </a:moveTo>
                  <a:cubicBezTo>
                    <a:pt x="1983" y="12787"/>
                    <a:pt x="1943" y="12808"/>
                    <a:pt x="1914" y="12851"/>
                  </a:cubicBezTo>
                  <a:cubicBezTo>
                    <a:pt x="1895" y="12928"/>
                    <a:pt x="1914" y="12985"/>
                    <a:pt x="1972" y="13023"/>
                  </a:cubicBezTo>
                  <a:cubicBezTo>
                    <a:pt x="2106" y="13081"/>
                    <a:pt x="2278" y="13138"/>
                    <a:pt x="2470" y="13177"/>
                  </a:cubicBezTo>
                  <a:cubicBezTo>
                    <a:pt x="2527" y="13177"/>
                    <a:pt x="2565" y="13138"/>
                    <a:pt x="2623" y="13081"/>
                  </a:cubicBezTo>
                  <a:cubicBezTo>
                    <a:pt x="2623" y="13004"/>
                    <a:pt x="2584" y="12966"/>
                    <a:pt x="2527" y="12947"/>
                  </a:cubicBezTo>
                  <a:cubicBezTo>
                    <a:pt x="2355" y="12909"/>
                    <a:pt x="2202" y="12870"/>
                    <a:pt x="2087" y="12794"/>
                  </a:cubicBezTo>
                  <a:cubicBezTo>
                    <a:pt x="2068" y="12789"/>
                    <a:pt x="2050" y="12787"/>
                    <a:pt x="2033" y="12787"/>
                  </a:cubicBezTo>
                  <a:close/>
                  <a:moveTo>
                    <a:pt x="3992" y="12942"/>
                  </a:moveTo>
                  <a:cubicBezTo>
                    <a:pt x="3982" y="12942"/>
                    <a:pt x="3972" y="12944"/>
                    <a:pt x="3962" y="12947"/>
                  </a:cubicBezTo>
                  <a:cubicBezTo>
                    <a:pt x="3962" y="12947"/>
                    <a:pt x="3905" y="12966"/>
                    <a:pt x="3867" y="12966"/>
                  </a:cubicBezTo>
                  <a:cubicBezTo>
                    <a:pt x="3790" y="12985"/>
                    <a:pt x="3771" y="13043"/>
                    <a:pt x="3771" y="13119"/>
                  </a:cubicBezTo>
                  <a:cubicBezTo>
                    <a:pt x="3790" y="13157"/>
                    <a:pt x="3829" y="13215"/>
                    <a:pt x="3886" y="13215"/>
                  </a:cubicBezTo>
                  <a:cubicBezTo>
                    <a:pt x="3982" y="13177"/>
                    <a:pt x="4001" y="13177"/>
                    <a:pt x="4001" y="13177"/>
                  </a:cubicBezTo>
                  <a:cubicBezTo>
                    <a:pt x="4077" y="13157"/>
                    <a:pt x="4116" y="13100"/>
                    <a:pt x="4096" y="13043"/>
                  </a:cubicBezTo>
                  <a:cubicBezTo>
                    <a:pt x="4081" y="12979"/>
                    <a:pt x="4038" y="12942"/>
                    <a:pt x="3992" y="12942"/>
                  </a:cubicBezTo>
                  <a:close/>
                  <a:moveTo>
                    <a:pt x="2929" y="13023"/>
                  </a:moveTo>
                  <a:cubicBezTo>
                    <a:pt x="2871" y="13023"/>
                    <a:pt x="2795" y="13062"/>
                    <a:pt x="2795" y="13138"/>
                  </a:cubicBezTo>
                  <a:cubicBezTo>
                    <a:pt x="2795" y="13177"/>
                    <a:pt x="2852" y="13253"/>
                    <a:pt x="2929" y="13253"/>
                  </a:cubicBezTo>
                  <a:lnTo>
                    <a:pt x="3369" y="13253"/>
                  </a:lnTo>
                  <a:cubicBezTo>
                    <a:pt x="3446" y="13253"/>
                    <a:pt x="3503" y="13196"/>
                    <a:pt x="3503" y="13138"/>
                  </a:cubicBezTo>
                  <a:cubicBezTo>
                    <a:pt x="3503" y="13062"/>
                    <a:pt x="3446" y="13023"/>
                    <a:pt x="3369" y="13023"/>
                  </a:cubicBezTo>
                  <a:cubicBezTo>
                    <a:pt x="3293" y="13023"/>
                    <a:pt x="3199" y="13032"/>
                    <a:pt x="3094" y="13032"/>
                  </a:cubicBezTo>
                  <a:cubicBezTo>
                    <a:pt x="3042" y="13032"/>
                    <a:pt x="2986" y="13030"/>
                    <a:pt x="2929" y="1302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EBD3"/>
        </a:solidFill>
      </p:bgPr>
    </p:bg>
    <p:spTree>
      <p:nvGrpSpPr>
        <p:cNvPr id="1419" name="Shape 1419"/>
        <p:cNvGrpSpPr/>
        <p:nvPr/>
      </p:nvGrpSpPr>
      <p:grpSpPr>
        <a:xfrm>
          <a:off x="0" y="0"/>
          <a:ext cx="0" cy="0"/>
          <a:chOff x="0" y="0"/>
          <a:chExt cx="0" cy="0"/>
        </a:xfrm>
      </p:grpSpPr>
      <p:sp>
        <p:nvSpPr>
          <p:cNvPr id="1420" name="Google Shape;1420;p34"/>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Function signatures</a:t>
            </a:r>
            <a:endParaRPr/>
          </a:p>
        </p:txBody>
      </p:sp>
      <p:sp>
        <p:nvSpPr>
          <p:cNvPr id="1421" name="Google Shape;1421;p34"/>
          <p:cNvSpPr txBox="1"/>
          <p:nvPr>
            <p:ph idx="1" type="subTitle"/>
          </p:nvPr>
        </p:nvSpPr>
        <p:spPr>
          <a:xfrm>
            <a:off x="3142763" y="1312900"/>
            <a:ext cx="5018700" cy="2923200"/>
          </a:xfrm>
          <a:prstGeom prst="rect">
            <a:avLst/>
          </a:prstGeom>
        </p:spPr>
        <p:txBody>
          <a:bodyPr anchorCtr="0" anchor="t" bIns="0" lIns="0" spcFirstLastPara="1" rIns="0" wrap="square" tIns="0">
            <a:noAutofit/>
          </a:bodyPr>
          <a:lstStyle/>
          <a:p>
            <a:pPr indent="-228600" lvl="0" marL="228600" rtl="0" algn="l">
              <a:spcBef>
                <a:spcPts val="0"/>
              </a:spcBef>
              <a:spcAft>
                <a:spcPts val="0"/>
              </a:spcAft>
              <a:buNone/>
            </a:pPr>
            <a:r>
              <a:rPr lang="en" sz="1500">
                <a:latin typeface="Roboto Mono"/>
                <a:ea typeface="Roboto Mono"/>
                <a:cs typeface="Roboto Mono"/>
                <a:sym typeface="Roboto Mono"/>
              </a:rPr>
              <a:t>l</a:t>
            </a:r>
            <a:r>
              <a:rPr lang="en" sz="1500">
                <a:latin typeface="Roboto Mono"/>
                <a:ea typeface="Roboto Mono"/>
                <a:cs typeface="Roboto Mono"/>
                <a:sym typeface="Roboto Mono"/>
              </a:rPr>
              <a:t>ogin(email: string, password: string): Promise&lt;{message: string, token: string}&gt;</a:t>
            </a:r>
            <a:endParaRPr sz="1500">
              <a:latin typeface="Roboto Mono"/>
              <a:ea typeface="Roboto Mono"/>
              <a:cs typeface="Roboto Mono"/>
              <a:sym typeface="Roboto Mono"/>
            </a:endParaRPr>
          </a:p>
          <a:p>
            <a:pPr indent="-228600" lvl="0" marL="228600" rtl="0" algn="l">
              <a:spcBef>
                <a:spcPts val="1600"/>
              </a:spcBef>
              <a:spcAft>
                <a:spcPts val="0"/>
              </a:spcAft>
              <a:buNone/>
            </a:pPr>
            <a:r>
              <a:rPr lang="en" sz="1500">
                <a:latin typeface="Roboto Mono"/>
                <a:ea typeface="Roboto Mono"/>
                <a:cs typeface="Roboto Mono"/>
                <a:sym typeface="Roboto Mono"/>
              </a:rPr>
              <a:t>getHouseholds(): Promise&lt;Household[]&gt;</a:t>
            </a:r>
            <a:endParaRPr sz="1500">
              <a:latin typeface="Roboto Mono"/>
              <a:ea typeface="Roboto Mono"/>
              <a:cs typeface="Roboto Mono"/>
              <a:sym typeface="Roboto Mono"/>
            </a:endParaRPr>
          </a:p>
          <a:p>
            <a:pPr indent="-228600" lvl="0" marL="228600" rtl="0" algn="l">
              <a:spcBef>
                <a:spcPts val="1600"/>
              </a:spcBef>
              <a:spcAft>
                <a:spcPts val="0"/>
              </a:spcAft>
              <a:buClr>
                <a:schemeClr val="dk1"/>
              </a:buClr>
              <a:buSzPts val="1100"/>
              <a:buFont typeface="Arial"/>
              <a:buNone/>
            </a:pPr>
            <a:r>
              <a:rPr lang="en" sz="1500">
                <a:latin typeface="Roboto Mono"/>
                <a:ea typeface="Roboto Mono"/>
                <a:cs typeface="Roboto Mono"/>
                <a:sym typeface="Roboto Mono"/>
              </a:rPr>
              <a:t>getBills(): Promise&lt;{bills: Bill[], debts: Debt[]}&gt;</a:t>
            </a:r>
            <a:endParaRPr sz="1500">
              <a:latin typeface="Roboto Mono"/>
              <a:ea typeface="Roboto Mono"/>
              <a:cs typeface="Roboto Mono"/>
              <a:sym typeface="Roboto Mono"/>
            </a:endParaRPr>
          </a:p>
          <a:p>
            <a:pPr indent="-228600" lvl="0" marL="228600" rtl="0" algn="l">
              <a:spcBef>
                <a:spcPts val="1600"/>
              </a:spcBef>
              <a:spcAft>
                <a:spcPts val="0"/>
              </a:spcAft>
              <a:buClr>
                <a:schemeClr val="dk1"/>
              </a:buClr>
              <a:buSzPts val="1100"/>
              <a:buFont typeface="Arial"/>
              <a:buNone/>
            </a:pPr>
            <a:r>
              <a:rPr lang="en" sz="1500">
                <a:latin typeface="Roboto Mono"/>
                <a:ea typeface="Roboto Mono"/>
                <a:cs typeface="Roboto Mono"/>
                <a:sym typeface="Roboto Mono"/>
              </a:rPr>
              <a:t>getBillsByPerson(): Promise&lt;[user: User]: {bills: Bill[], debts: Debt[]}[]&gt;</a:t>
            </a:r>
            <a:endParaRPr sz="1500">
              <a:latin typeface="Roboto Mono"/>
              <a:ea typeface="Roboto Mono"/>
              <a:cs typeface="Roboto Mono"/>
              <a:sym typeface="Roboto Mono"/>
            </a:endParaRPr>
          </a:p>
          <a:p>
            <a:pPr indent="-228600" lvl="0" marL="228600" rtl="0" algn="l">
              <a:spcBef>
                <a:spcPts val="1600"/>
              </a:spcBef>
              <a:spcAft>
                <a:spcPts val="1600"/>
              </a:spcAft>
              <a:buClr>
                <a:schemeClr val="dk1"/>
              </a:buClr>
              <a:buSzPts val="1100"/>
              <a:buFont typeface="Arial"/>
              <a:buNone/>
            </a:pPr>
            <a:r>
              <a:rPr lang="en" sz="1500">
                <a:latin typeface="Roboto Mono"/>
                <a:ea typeface="Roboto Mono"/>
                <a:cs typeface="Roboto Mono"/>
                <a:sym typeface="Roboto Mono"/>
              </a:rPr>
              <a:t>getResolved(): Promise&lt;{bills: Bill[], debts: Debt[]}&gt;</a:t>
            </a:r>
            <a:endParaRPr sz="1500">
              <a:latin typeface="Roboto Mono"/>
              <a:ea typeface="Roboto Mono"/>
              <a:cs typeface="Roboto Mono"/>
              <a:sym typeface="Roboto Mono"/>
            </a:endParaRPr>
          </a:p>
        </p:txBody>
      </p:sp>
      <p:sp>
        <p:nvSpPr>
          <p:cNvPr id="1422" name="Google Shape;1422;p34"/>
          <p:cNvSpPr/>
          <p:nvPr/>
        </p:nvSpPr>
        <p:spPr>
          <a:xfrm>
            <a:off x="8162647" y="1795475"/>
            <a:ext cx="846000" cy="8460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6840000" dist="19050">
              <a:srgbClr val="000000">
                <a:alpha val="3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3" name="Google Shape;1423;p34"/>
          <p:cNvGrpSpPr/>
          <p:nvPr/>
        </p:nvGrpSpPr>
        <p:grpSpPr>
          <a:xfrm>
            <a:off x="8140632" y="4392550"/>
            <a:ext cx="659576" cy="297600"/>
            <a:chOff x="8148282" y="4290125"/>
            <a:chExt cx="659576" cy="297600"/>
          </a:xfrm>
        </p:grpSpPr>
        <p:sp>
          <p:nvSpPr>
            <p:cNvPr id="1424" name="Google Shape;1424;p34"/>
            <p:cNvSpPr/>
            <p:nvPr/>
          </p:nvSpPr>
          <p:spPr>
            <a:xfrm>
              <a:off x="8148282" y="4290125"/>
              <a:ext cx="659576" cy="297600"/>
            </a:xfrm>
            <a:custGeom>
              <a:rect b="b" l="l" r="r" t="t"/>
              <a:pathLst>
                <a:path extrusionOk="0" h="4327" w="9590">
                  <a:moveTo>
                    <a:pt x="5991" y="1"/>
                  </a:moveTo>
                  <a:cubicBezTo>
                    <a:pt x="5666" y="1"/>
                    <a:pt x="5379" y="77"/>
                    <a:pt x="4920" y="958"/>
                  </a:cubicBezTo>
                  <a:cubicBezTo>
                    <a:pt x="4441" y="307"/>
                    <a:pt x="4211" y="230"/>
                    <a:pt x="4058" y="192"/>
                  </a:cubicBezTo>
                  <a:cubicBezTo>
                    <a:pt x="4058" y="173"/>
                    <a:pt x="4039" y="173"/>
                    <a:pt x="4020" y="173"/>
                  </a:cubicBezTo>
                  <a:cubicBezTo>
                    <a:pt x="3963" y="135"/>
                    <a:pt x="3886" y="135"/>
                    <a:pt x="3848" y="135"/>
                  </a:cubicBezTo>
                  <a:cubicBezTo>
                    <a:pt x="3369" y="135"/>
                    <a:pt x="3025" y="518"/>
                    <a:pt x="2795" y="1073"/>
                  </a:cubicBezTo>
                  <a:cubicBezTo>
                    <a:pt x="2642" y="900"/>
                    <a:pt x="2508" y="766"/>
                    <a:pt x="2393" y="690"/>
                  </a:cubicBezTo>
                  <a:cubicBezTo>
                    <a:pt x="2259" y="613"/>
                    <a:pt x="2125" y="575"/>
                    <a:pt x="1953" y="575"/>
                  </a:cubicBezTo>
                  <a:cubicBezTo>
                    <a:pt x="1283" y="575"/>
                    <a:pt x="881" y="1302"/>
                    <a:pt x="154" y="3063"/>
                  </a:cubicBezTo>
                  <a:cubicBezTo>
                    <a:pt x="134" y="3121"/>
                    <a:pt x="115" y="3178"/>
                    <a:pt x="96" y="3216"/>
                  </a:cubicBezTo>
                  <a:cubicBezTo>
                    <a:pt x="0" y="3446"/>
                    <a:pt x="20" y="3733"/>
                    <a:pt x="154" y="3925"/>
                  </a:cubicBezTo>
                  <a:cubicBezTo>
                    <a:pt x="422" y="4307"/>
                    <a:pt x="862" y="4327"/>
                    <a:pt x="1972" y="4327"/>
                  </a:cubicBezTo>
                  <a:cubicBezTo>
                    <a:pt x="4230" y="4327"/>
                    <a:pt x="8748" y="4039"/>
                    <a:pt x="8901" y="4039"/>
                  </a:cubicBezTo>
                  <a:cubicBezTo>
                    <a:pt x="9111" y="4039"/>
                    <a:pt x="9303" y="3925"/>
                    <a:pt x="9418" y="3752"/>
                  </a:cubicBezTo>
                  <a:cubicBezTo>
                    <a:pt x="9532" y="3580"/>
                    <a:pt x="9590" y="3369"/>
                    <a:pt x="9532" y="3159"/>
                  </a:cubicBezTo>
                  <a:cubicBezTo>
                    <a:pt x="9379" y="2508"/>
                    <a:pt x="8958" y="977"/>
                    <a:pt x="8671" y="518"/>
                  </a:cubicBezTo>
                  <a:cubicBezTo>
                    <a:pt x="8652" y="498"/>
                    <a:pt x="8652" y="479"/>
                    <a:pt x="8633" y="460"/>
                  </a:cubicBezTo>
                  <a:cubicBezTo>
                    <a:pt x="8480" y="269"/>
                    <a:pt x="8250" y="135"/>
                    <a:pt x="7982" y="135"/>
                  </a:cubicBezTo>
                  <a:cubicBezTo>
                    <a:pt x="7657" y="135"/>
                    <a:pt x="7331" y="364"/>
                    <a:pt x="7025" y="843"/>
                  </a:cubicBezTo>
                  <a:cubicBezTo>
                    <a:pt x="6623" y="211"/>
                    <a:pt x="6451" y="116"/>
                    <a:pt x="6336" y="77"/>
                  </a:cubicBezTo>
                  <a:cubicBezTo>
                    <a:pt x="6240" y="20"/>
                    <a:pt x="6125" y="1"/>
                    <a:pt x="59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4"/>
            <p:cNvSpPr/>
            <p:nvPr/>
          </p:nvSpPr>
          <p:spPr>
            <a:xfrm>
              <a:off x="8197250" y="4337168"/>
              <a:ext cx="561912" cy="200968"/>
            </a:xfrm>
            <a:custGeom>
              <a:rect b="b" l="l" r="r" t="t"/>
              <a:pathLst>
                <a:path extrusionOk="0" h="2922" w="8170">
                  <a:moveTo>
                    <a:pt x="5314" y="1"/>
                  </a:moveTo>
                  <a:cubicBezTo>
                    <a:pt x="5044" y="1"/>
                    <a:pt x="4322" y="1786"/>
                    <a:pt x="4322" y="1786"/>
                  </a:cubicBezTo>
                  <a:cubicBezTo>
                    <a:pt x="4322" y="1786"/>
                    <a:pt x="3518" y="274"/>
                    <a:pt x="3174" y="178"/>
                  </a:cubicBezTo>
                  <a:cubicBezTo>
                    <a:pt x="3167" y="177"/>
                    <a:pt x="3160" y="176"/>
                    <a:pt x="3153" y="176"/>
                  </a:cubicBezTo>
                  <a:cubicBezTo>
                    <a:pt x="2811" y="176"/>
                    <a:pt x="2370" y="1996"/>
                    <a:pt x="2370" y="1996"/>
                  </a:cubicBezTo>
                  <a:cubicBezTo>
                    <a:pt x="2370" y="1996"/>
                    <a:pt x="1643" y="829"/>
                    <a:pt x="1317" y="599"/>
                  </a:cubicBezTo>
                  <a:cubicBezTo>
                    <a:pt x="1301" y="589"/>
                    <a:pt x="1283" y="584"/>
                    <a:pt x="1265" y="584"/>
                  </a:cubicBezTo>
                  <a:cubicBezTo>
                    <a:pt x="899" y="584"/>
                    <a:pt x="181" y="2491"/>
                    <a:pt x="35" y="2800"/>
                  </a:cubicBezTo>
                  <a:cubicBezTo>
                    <a:pt x="0" y="2889"/>
                    <a:pt x="522" y="2922"/>
                    <a:pt x="1315" y="2922"/>
                  </a:cubicBezTo>
                  <a:cubicBezTo>
                    <a:pt x="3607" y="2922"/>
                    <a:pt x="8170" y="2647"/>
                    <a:pt x="8170" y="2647"/>
                  </a:cubicBezTo>
                  <a:cubicBezTo>
                    <a:pt x="8170" y="2647"/>
                    <a:pt x="7672" y="637"/>
                    <a:pt x="7404" y="216"/>
                  </a:cubicBezTo>
                  <a:cubicBezTo>
                    <a:pt x="7375" y="180"/>
                    <a:pt x="7342" y="163"/>
                    <a:pt x="7308" y="163"/>
                  </a:cubicBezTo>
                  <a:cubicBezTo>
                    <a:pt x="6976" y="163"/>
                    <a:pt x="6428" y="1652"/>
                    <a:pt x="6428" y="1652"/>
                  </a:cubicBezTo>
                  <a:cubicBezTo>
                    <a:pt x="6428" y="1652"/>
                    <a:pt x="5567" y="121"/>
                    <a:pt x="5337" y="6"/>
                  </a:cubicBezTo>
                  <a:cubicBezTo>
                    <a:pt x="5330" y="2"/>
                    <a:pt x="5322" y="1"/>
                    <a:pt x="53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4"/>
            <p:cNvSpPr/>
            <p:nvPr/>
          </p:nvSpPr>
          <p:spPr>
            <a:xfrm>
              <a:off x="8197250" y="4337168"/>
              <a:ext cx="561912" cy="200968"/>
            </a:xfrm>
            <a:custGeom>
              <a:rect b="b" l="l" r="r" t="t"/>
              <a:pathLst>
                <a:path extrusionOk="0" h="2922" w="8170">
                  <a:moveTo>
                    <a:pt x="5314" y="1"/>
                  </a:moveTo>
                  <a:cubicBezTo>
                    <a:pt x="5044" y="1"/>
                    <a:pt x="4322" y="1786"/>
                    <a:pt x="4322" y="1786"/>
                  </a:cubicBezTo>
                  <a:cubicBezTo>
                    <a:pt x="4322" y="1786"/>
                    <a:pt x="3518" y="274"/>
                    <a:pt x="3174" y="178"/>
                  </a:cubicBezTo>
                  <a:cubicBezTo>
                    <a:pt x="3167" y="177"/>
                    <a:pt x="3160" y="176"/>
                    <a:pt x="3153" y="176"/>
                  </a:cubicBezTo>
                  <a:cubicBezTo>
                    <a:pt x="2811" y="176"/>
                    <a:pt x="2370" y="1996"/>
                    <a:pt x="2370" y="1996"/>
                  </a:cubicBezTo>
                  <a:cubicBezTo>
                    <a:pt x="2370" y="1996"/>
                    <a:pt x="1643" y="829"/>
                    <a:pt x="1317" y="599"/>
                  </a:cubicBezTo>
                  <a:cubicBezTo>
                    <a:pt x="1301" y="589"/>
                    <a:pt x="1283" y="584"/>
                    <a:pt x="1265" y="584"/>
                  </a:cubicBezTo>
                  <a:cubicBezTo>
                    <a:pt x="899" y="584"/>
                    <a:pt x="181" y="2491"/>
                    <a:pt x="35" y="2800"/>
                  </a:cubicBezTo>
                  <a:cubicBezTo>
                    <a:pt x="0" y="2889"/>
                    <a:pt x="522" y="2922"/>
                    <a:pt x="1315" y="2922"/>
                  </a:cubicBezTo>
                  <a:cubicBezTo>
                    <a:pt x="3607" y="2922"/>
                    <a:pt x="8170" y="2647"/>
                    <a:pt x="8170" y="2647"/>
                  </a:cubicBezTo>
                  <a:cubicBezTo>
                    <a:pt x="8170" y="2647"/>
                    <a:pt x="7672" y="637"/>
                    <a:pt x="7404" y="216"/>
                  </a:cubicBezTo>
                  <a:cubicBezTo>
                    <a:pt x="7375" y="180"/>
                    <a:pt x="7342" y="163"/>
                    <a:pt x="7308" y="163"/>
                  </a:cubicBezTo>
                  <a:cubicBezTo>
                    <a:pt x="6976" y="163"/>
                    <a:pt x="6428" y="1652"/>
                    <a:pt x="6428" y="1652"/>
                  </a:cubicBezTo>
                  <a:cubicBezTo>
                    <a:pt x="6428" y="1652"/>
                    <a:pt x="5567" y="121"/>
                    <a:pt x="5337" y="6"/>
                  </a:cubicBezTo>
                  <a:cubicBezTo>
                    <a:pt x="5330" y="2"/>
                    <a:pt x="5322" y="1"/>
                    <a:pt x="531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7" name="Google Shape;1427;p34"/>
          <p:cNvGrpSpPr/>
          <p:nvPr/>
        </p:nvGrpSpPr>
        <p:grpSpPr>
          <a:xfrm>
            <a:off x="7779900" y="4667724"/>
            <a:ext cx="658338" cy="297531"/>
            <a:chOff x="7787550" y="4565299"/>
            <a:chExt cx="658338" cy="297531"/>
          </a:xfrm>
        </p:grpSpPr>
        <p:sp>
          <p:nvSpPr>
            <p:cNvPr id="1428" name="Google Shape;1428;p34"/>
            <p:cNvSpPr/>
            <p:nvPr/>
          </p:nvSpPr>
          <p:spPr>
            <a:xfrm>
              <a:off x="7787550" y="4565299"/>
              <a:ext cx="658338" cy="297531"/>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4"/>
            <p:cNvSpPr/>
            <p:nvPr/>
          </p:nvSpPr>
          <p:spPr>
            <a:xfrm>
              <a:off x="7835281" y="4612342"/>
              <a:ext cx="561843" cy="200762"/>
            </a:xfrm>
            <a:custGeom>
              <a:rect b="b" l="l" r="r" t="t"/>
              <a:pathLst>
                <a:path extrusionOk="0" h="2919" w="8169">
                  <a:moveTo>
                    <a:pt x="5313" y="0"/>
                  </a:moveTo>
                  <a:cubicBezTo>
                    <a:pt x="5043" y="0"/>
                    <a:pt x="4322" y="1766"/>
                    <a:pt x="4322" y="1766"/>
                  </a:cubicBezTo>
                  <a:cubicBezTo>
                    <a:pt x="4322" y="1766"/>
                    <a:pt x="3518" y="273"/>
                    <a:pt x="3173" y="177"/>
                  </a:cubicBezTo>
                  <a:cubicBezTo>
                    <a:pt x="3166" y="176"/>
                    <a:pt x="3160" y="175"/>
                    <a:pt x="3153" y="175"/>
                  </a:cubicBezTo>
                  <a:cubicBezTo>
                    <a:pt x="2811" y="175"/>
                    <a:pt x="2369" y="1996"/>
                    <a:pt x="2369" y="1996"/>
                  </a:cubicBezTo>
                  <a:cubicBezTo>
                    <a:pt x="2369" y="1996"/>
                    <a:pt x="1642" y="809"/>
                    <a:pt x="1317" y="599"/>
                  </a:cubicBezTo>
                  <a:cubicBezTo>
                    <a:pt x="1300" y="588"/>
                    <a:pt x="1283" y="584"/>
                    <a:pt x="1264" y="584"/>
                  </a:cubicBezTo>
                  <a:cubicBezTo>
                    <a:pt x="897" y="584"/>
                    <a:pt x="162" y="2490"/>
                    <a:pt x="34" y="2800"/>
                  </a:cubicBezTo>
                  <a:cubicBezTo>
                    <a:pt x="1" y="2886"/>
                    <a:pt x="492" y="2918"/>
                    <a:pt x="1249" y="2918"/>
                  </a:cubicBezTo>
                  <a:cubicBezTo>
                    <a:pt x="3518" y="2918"/>
                    <a:pt x="8169" y="2627"/>
                    <a:pt x="8169" y="2627"/>
                  </a:cubicBezTo>
                  <a:cubicBezTo>
                    <a:pt x="8169" y="2627"/>
                    <a:pt x="7671" y="599"/>
                    <a:pt x="7403" y="216"/>
                  </a:cubicBezTo>
                  <a:cubicBezTo>
                    <a:pt x="7374" y="179"/>
                    <a:pt x="7342" y="163"/>
                    <a:pt x="7307" y="163"/>
                  </a:cubicBezTo>
                  <a:cubicBezTo>
                    <a:pt x="6976" y="163"/>
                    <a:pt x="6427" y="1651"/>
                    <a:pt x="6427" y="1651"/>
                  </a:cubicBezTo>
                  <a:cubicBezTo>
                    <a:pt x="6427" y="1651"/>
                    <a:pt x="5566" y="120"/>
                    <a:pt x="5336" y="5"/>
                  </a:cubicBezTo>
                  <a:cubicBezTo>
                    <a:pt x="5329" y="2"/>
                    <a:pt x="5321" y="0"/>
                    <a:pt x="531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4"/>
            <p:cNvSpPr/>
            <p:nvPr/>
          </p:nvSpPr>
          <p:spPr>
            <a:xfrm>
              <a:off x="7835281" y="4612204"/>
              <a:ext cx="561843" cy="200899"/>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1" name="Google Shape;1431;p34"/>
          <p:cNvGrpSpPr/>
          <p:nvPr/>
        </p:nvGrpSpPr>
        <p:grpSpPr>
          <a:xfrm>
            <a:off x="828553" y="1435530"/>
            <a:ext cx="2046625" cy="2677936"/>
            <a:chOff x="1304903" y="1316418"/>
            <a:chExt cx="2046625" cy="2677936"/>
          </a:xfrm>
        </p:grpSpPr>
        <p:sp>
          <p:nvSpPr>
            <p:cNvPr id="1432" name="Google Shape;1432;p34"/>
            <p:cNvSpPr/>
            <p:nvPr/>
          </p:nvSpPr>
          <p:spPr>
            <a:xfrm>
              <a:off x="1304903" y="1316418"/>
              <a:ext cx="2046625" cy="2677936"/>
            </a:xfrm>
            <a:custGeom>
              <a:rect b="b" l="l" r="r" t="t"/>
              <a:pathLst>
                <a:path extrusionOk="0" h="53901" w="41192">
                  <a:moveTo>
                    <a:pt x="27812" y="1"/>
                  </a:moveTo>
                  <a:cubicBezTo>
                    <a:pt x="26951" y="1"/>
                    <a:pt x="26223" y="651"/>
                    <a:pt x="26147" y="1513"/>
                  </a:cubicBezTo>
                  <a:lnTo>
                    <a:pt x="26013" y="2757"/>
                  </a:lnTo>
                  <a:cubicBezTo>
                    <a:pt x="25975" y="3235"/>
                    <a:pt x="26147" y="3695"/>
                    <a:pt x="26453" y="4039"/>
                  </a:cubicBezTo>
                  <a:cubicBezTo>
                    <a:pt x="26530" y="4116"/>
                    <a:pt x="26587" y="4192"/>
                    <a:pt x="26664" y="4231"/>
                  </a:cubicBezTo>
                  <a:cubicBezTo>
                    <a:pt x="26702" y="4307"/>
                    <a:pt x="26702" y="4384"/>
                    <a:pt x="26721" y="4422"/>
                  </a:cubicBezTo>
                  <a:lnTo>
                    <a:pt x="26721" y="5743"/>
                  </a:lnTo>
                  <a:lnTo>
                    <a:pt x="26281" y="4594"/>
                  </a:lnTo>
                  <a:cubicBezTo>
                    <a:pt x="26051" y="3944"/>
                    <a:pt x="25420" y="3503"/>
                    <a:pt x="24730" y="3503"/>
                  </a:cubicBezTo>
                  <a:lnTo>
                    <a:pt x="22414" y="3465"/>
                  </a:lnTo>
                  <a:cubicBezTo>
                    <a:pt x="22223" y="3408"/>
                    <a:pt x="21974" y="3350"/>
                    <a:pt x="21764" y="3350"/>
                  </a:cubicBezTo>
                  <a:cubicBezTo>
                    <a:pt x="21553" y="3350"/>
                    <a:pt x="21362" y="3369"/>
                    <a:pt x="21170" y="3446"/>
                  </a:cubicBezTo>
                  <a:lnTo>
                    <a:pt x="13820" y="3350"/>
                  </a:lnTo>
                  <a:lnTo>
                    <a:pt x="13457" y="3350"/>
                  </a:lnTo>
                  <a:lnTo>
                    <a:pt x="11887" y="3331"/>
                  </a:lnTo>
                  <a:cubicBezTo>
                    <a:pt x="11677" y="3140"/>
                    <a:pt x="11389" y="3025"/>
                    <a:pt x="11064" y="2967"/>
                  </a:cubicBezTo>
                  <a:cubicBezTo>
                    <a:pt x="10949" y="2948"/>
                    <a:pt x="10854" y="2948"/>
                    <a:pt x="10739" y="2948"/>
                  </a:cubicBezTo>
                  <a:cubicBezTo>
                    <a:pt x="10298" y="2948"/>
                    <a:pt x="9954" y="3082"/>
                    <a:pt x="9629" y="3331"/>
                  </a:cubicBezTo>
                  <a:lnTo>
                    <a:pt x="6643" y="3274"/>
                  </a:lnTo>
                  <a:cubicBezTo>
                    <a:pt x="6547" y="3254"/>
                    <a:pt x="6470" y="3254"/>
                    <a:pt x="6375" y="3254"/>
                  </a:cubicBezTo>
                  <a:cubicBezTo>
                    <a:pt x="6317" y="3254"/>
                    <a:pt x="6222" y="3274"/>
                    <a:pt x="6145" y="3274"/>
                  </a:cubicBezTo>
                  <a:lnTo>
                    <a:pt x="4939" y="3254"/>
                  </a:lnTo>
                  <a:cubicBezTo>
                    <a:pt x="4269" y="3254"/>
                    <a:pt x="3676" y="3656"/>
                    <a:pt x="3408" y="4269"/>
                  </a:cubicBezTo>
                  <a:lnTo>
                    <a:pt x="2642" y="5992"/>
                  </a:lnTo>
                  <a:cubicBezTo>
                    <a:pt x="2432" y="6240"/>
                    <a:pt x="2298" y="6566"/>
                    <a:pt x="2240" y="6891"/>
                  </a:cubicBezTo>
                  <a:lnTo>
                    <a:pt x="2240" y="6949"/>
                  </a:lnTo>
                  <a:lnTo>
                    <a:pt x="211" y="11561"/>
                  </a:lnTo>
                  <a:cubicBezTo>
                    <a:pt x="1" y="12078"/>
                    <a:pt x="39" y="12691"/>
                    <a:pt x="345" y="13169"/>
                  </a:cubicBezTo>
                  <a:cubicBezTo>
                    <a:pt x="441" y="13303"/>
                    <a:pt x="594" y="13456"/>
                    <a:pt x="728" y="13571"/>
                  </a:cubicBezTo>
                  <a:lnTo>
                    <a:pt x="1551" y="31870"/>
                  </a:lnTo>
                  <a:cubicBezTo>
                    <a:pt x="1436" y="32118"/>
                    <a:pt x="1360" y="32367"/>
                    <a:pt x="1360" y="32654"/>
                  </a:cubicBezTo>
                  <a:cubicBezTo>
                    <a:pt x="1360" y="32999"/>
                    <a:pt x="1456" y="33324"/>
                    <a:pt x="1628" y="33592"/>
                  </a:cubicBezTo>
                  <a:lnTo>
                    <a:pt x="2451" y="51699"/>
                  </a:lnTo>
                  <a:cubicBezTo>
                    <a:pt x="2470" y="52580"/>
                    <a:pt x="3216" y="53307"/>
                    <a:pt x="4097" y="53307"/>
                  </a:cubicBezTo>
                  <a:lnTo>
                    <a:pt x="22357" y="53441"/>
                  </a:lnTo>
                  <a:cubicBezTo>
                    <a:pt x="22548" y="53518"/>
                    <a:pt x="22759" y="53575"/>
                    <a:pt x="23008" y="53575"/>
                  </a:cubicBezTo>
                  <a:cubicBezTo>
                    <a:pt x="23238" y="53575"/>
                    <a:pt x="23467" y="53518"/>
                    <a:pt x="23678" y="53441"/>
                  </a:cubicBezTo>
                  <a:lnTo>
                    <a:pt x="35143" y="53709"/>
                  </a:lnTo>
                  <a:cubicBezTo>
                    <a:pt x="35373" y="53843"/>
                    <a:pt x="35641" y="53900"/>
                    <a:pt x="35928" y="53900"/>
                  </a:cubicBezTo>
                  <a:cubicBezTo>
                    <a:pt x="36157" y="53900"/>
                    <a:pt x="36425" y="53862"/>
                    <a:pt x="36693" y="53766"/>
                  </a:cubicBezTo>
                  <a:cubicBezTo>
                    <a:pt x="36693" y="53766"/>
                    <a:pt x="37861" y="53786"/>
                    <a:pt x="37880" y="53786"/>
                  </a:cubicBezTo>
                  <a:cubicBezTo>
                    <a:pt x="38320" y="53786"/>
                    <a:pt x="38741" y="53613"/>
                    <a:pt x="39067" y="53307"/>
                  </a:cubicBezTo>
                  <a:cubicBezTo>
                    <a:pt x="39392" y="53001"/>
                    <a:pt x="39564" y="52561"/>
                    <a:pt x="39564" y="52120"/>
                  </a:cubicBezTo>
                  <a:lnTo>
                    <a:pt x="39450" y="30472"/>
                  </a:lnTo>
                  <a:cubicBezTo>
                    <a:pt x="39507" y="30262"/>
                    <a:pt x="39564" y="30051"/>
                    <a:pt x="39564" y="29802"/>
                  </a:cubicBezTo>
                  <a:cubicBezTo>
                    <a:pt x="39564" y="29573"/>
                    <a:pt x="39507" y="29324"/>
                    <a:pt x="39411" y="29113"/>
                  </a:cubicBezTo>
                  <a:lnTo>
                    <a:pt x="39316" y="15103"/>
                  </a:lnTo>
                  <a:lnTo>
                    <a:pt x="39469" y="15103"/>
                  </a:lnTo>
                  <a:cubicBezTo>
                    <a:pt x="40043" y="15064"/>
                    <a:pt x="40560" y="14758"/>
                    <a:pt x="40847" y="14279"/>
                  </a:cubicBezTo>
                  <a:cubicBezTo>
                    <a:pt x="41134" y="13801"/>
                    <a:pt x="41191" y="13188"/>
                    <a:pt x="40923" y="12672"/>
                  </a:cubicBezTo>
                  <a:lnTo>
                    <a:pt x="40330" y="11466"/>
                  </a:lnTo>
                  <a:cubicBezTo>
                    <a:pt x="40311" y="11408"/>
                    <a:pt x="40311" y="11370"/>
                    <a:pt x="40273" y="11313"/>
                  </a:cubicBezTo>
                  <a:cubicBezTo>
                    <a:pt x="40234" y="11121"/>
                    <a:pt x="40120" y="10930"/>
                    <a:pt x="39986" y="10758"/>
                  </a:cubicBezTo>
                  <a:lnTo>
                    <a:pt x="38741" y="8231"/>
                  </a:lnTo>
                  <a:cubicBezTo>
                    <a:pt x="38741" y="8020"/>
                    <a:pt x="38684" y="7810"/>
                    <a:pt x="38588" y="7580"/>
                  </a:cubicBezTo>
                  <a:cubicBezTo>
                    <a:pt x="38493" y="7389"/>
                    <a:pt x="38339" y="7197"/>
                    <a:pt x="38167" y="7063"/>
                  </a:cubicBezTo>
                  <a:lnTo>
                    <a:pt x="38052" y="6815"/>
                  </a:lnTo>
                  <a:cubicBezTo>
                    <a:pt x="37765" y="6240"/>
                    <a:pt x="37191" y="5896"/>
                    <a:pt x="36540" y="5896"/>
                  </a:cubicBezTo>
                  <a:lnTo>
                    <a:pt x="36445" y="5896"/>
                  </a:lnTo>
                  <a:lnTo>
                    <a:pt x="35066" y="5953"/>
                  </a:lnTo>
                  <a:lnTo>
                    <a:pt x="35066" y="5915"/>
                  </a:lnTo>
                  <a:cubicBezTo>
                    <a:pt x="35105" y="5743"/>
                    <a:pt x="35143" y="5570"/>
                    <a:pt x="35143" y="5417"/>
                  </a:cubicBezTo>
                  <a:cubicBezTo>
                    <a:pt x="35143" y="5245"/>
                    <a:pt x="35143" y="5092"/>
                    <a:pt x="35086" y="4958"/>
                  </a:cubicBezTo>
                  <a:lnTo>
                    <a:pt x="35086" y="4652"/>
                  </a:lnTo>
                  <a:cubicBezTo>
                    <a:pt x="35162" y="4479"/>
                    <a:pt x="35181" y="4307"/>
                    <a:pt x="35200" y="4135"/>
                  </a:cubicBezTo>
                  <a:lnTo>
                    <a:pt x="35258" y="4097"/>
                  </a:lnTo>
                  <a:cubicBezTo>
                    <a:pt x="35564" y="3752"/>
                    <a:pt x="35736" y="3331"/>
                    <a:pt x="35736" y="2872"/>
                  </a:cubicBezTo>
                  <a:lnTo>
                    <a:pt x="35717" y="1838"/>
                  </a:lnTo>
                  <a:cubicBezTo>
                    <a:pt x="35679" y="958"/>
                    <a:pt x="34971" y="249"/>
                    <a:pt x="34090" y="211"/>
                  </a:cubicBezTo>
                  <a:lnTo>
                    <a:pt x="27870" y="1"/>
                  </a:lnTo>
                  <a:close/>
                </a:path>
              </a:pathLst>
            </a:custGeom>
            <a:solidFill>
              <a:schemeClr val="lt1"/>
            </a:solidFill>
            <a:ln>
              <a:noFill/>
            </a:ln>
            <a:effectLst>
              <a:outerShdw blurRad="114300" rotWithShape="0" algn="bl" dir="4920000" dist="104775">
                <a:srgbClr val="000000">
                  <a:alpha val="2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4"/>
            <p:cNvSpPr/>
            <p:nvPr/>
          </p:nvSpPr>
          <p:spPr>
            <a:xfrm>
              <a:off x="2713383" y="1406738"/>
              <a:ext cx="252996" cy="369986"/>
            </a:xfrm>
            <a:custGeom>
              <a:rect b="b" l="l" r="r" t="t"/>
              <a:pathLst>
                <a:path extrusionOk="0" h="7447" w="5092">
                  <a:moveTo>
                    <a:pt x="0" y="1"/>
                  </a:moveTo>
                  <a:lnTo>
                    <a:pt x="19" y="6949"/>
                  </a:lnTo>
                  <a:lnTo>
                    <a:pt x="4938" y="7447"/>
                  </a:lnTo>
                  <a:lnTo>
                    <a:pt x="5091" y="384"/>
                  </a:lnTo>
                  <a:lnTo>
                    <a:pt x="0" y="1"/>
                  </a:lnTo>
                  <a:close/>
                </a:path>
              </a:pathLst>
            </a:custGeom>
            <a:solidFill>
              <a:srgbClr val="EB84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4"/>
            <p:cNvSpPr/>
            <p:nvPr/>
          </p:nvSpPr>
          <p:spPr>
            <a:xfrm>
              <a:off x="1419974" y="1870809"/>
              <a:ext cx="1046167" cy="2018948"/>
            </a:xfrm>
            <a:custGeom>
              <a:rect b="b" l="l" r="r" t="t"/>
              <a:pathLst>
                <a:path extrusionOk="0" h="40637" w="21056">
                  <a:moveTo>
                    <a:pt x="21056" y="1"/>
                  </a:moveTo>
                  <a:lnTo>
                    <a:pt x="1" y="690"/>
                  </a:lnTo>
                  <a:lnTo>
                    <a:pt x="1800" y="40502"/>
                  </a:lnTo>
                  <a:lnTo>
                    <a:pt x="20692" y="40636"/>
                  </a:lnTo>
                  <a:lnTo>
                    <a:pt x="210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4"/>
            <p:cNvSpPr/>
            <p:nvPr/>
          </p:nvSpPr>
          <p:spPr>
            <a:xfrm>
              <a:off x="2396688" y="1925955"/>
              <a:ext cx="788402" cy="1979947"/>
            </a:xfrm>
            <a:custGeom>
              <a:rect b="b" l="l" r="r" t="t"/>
              <a:pathLst>
                <a:path extrusionOk="0" h="39852" w="15868">
                  <a:moveTo>
                    <a:pt x="15619" y="1"/>
                  </a:moveTo>
                  <a:lnTo>
                    <a:pt x="326" y="1379"/>
                  </a:lnTo>
                  <a:lnTo>
                    <a:pt x="0" y="39488"/>
                  </a:lnTo>
                  <a:lnTo>
                    <a:pt x="15868" y="39851"/>
                  </a:lnTo>
                  <a:lnTo>
                    <a:pt x="156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4"/>
            <p:cNvSpPr/>
            <p:nvPr/>
          </p:nvSpPr>
          <p:spPr>
            <a:xfrm>
              <a:off x="1455201" y="2817929"/>
              <a:ext cx="1000457" cy="127485"/>
            </a:xfrm>
            <a:custGeom>
              <a:rect b="b" l="l" r="r" t="t"/>
              <a:pathLst>
                <a:path extrusionOk="0" h="2566" w="20136">
                  <a:moveTo>
                    <a:pt x="13111" y="1"/>
                  </a:moveTo>
                  <a:lnTo>
                    <a:pt x="4862" y="230"/>
                  </a:lnTo>
                  <a:cubicBezTo>
                    <a:pt x="4843" y="230"/>
                    <a:pt x="4823" y="230"/>
                    <a:pt x="4785" y="269"/>
                  </a:cubicBezTo>
                  <a:lnTo>
                    <a:pt x="2450" y="2144"/>
                  </a:lnTo>
                  <a:lnTo>
                    <a:pt x="134" y="2317"/>
                  </a:lnTo>
                  <a:cubicBezTo>
                    <a:pt x="57" y="2317"/>
                    <a:pt x="0" y="2374"/>
                    <a:pt x="0" y="2431"/>
                  </a:cubicBezTo>
                  <a:cubicBezTo>
                    <a:pt x="0" y="2508"/>
                    <a:pt x="57" y="2565"/>
                    <a:pt x="134" y="2565"/>
                  </a:cubicBezTo>
                  <a:lnTo>
                    <a:pt x="2527" y="2393"/>
                  </a:lnTo>
                  <a:cubicBezTo>
                    <a:pt x="2546" y="2393"/>
                    <a:pt x="2565" y="2393"/>
                    <a:pt x="2584" y="2374"/>
                  </a:cubicBezTo>
                  <a:lnTo>
                    <a:pt x="4938" y="479"/>
                  </a:lnTo>
                  <a:lnTo>
                    <a:pt x="13092" y="230"/>
                  </a:lnTo>
                  <a:lnTo>
                    <a:pt x="14509" y="1800"/>
                  </a:lnTo>
                  <a:cubicBezTo>
                    <a:pt x="14509" y="1819"/>
                    <a:pt x="14547" y="1838"/>
                    <a:pt x="14585" y="1838"/>
                  </a:cubicBezTo>
                  <a:lnTo>
                    <a:pt x="20002" y="2087"/>
                  </a:lnTo>
                  <a:cubicBezTo>
                    <a:pt x="20079" y="2087"/>
                    <a:pt x="20136" y="2029"/>
                    <a:pt x="20136" y="1953"/>
                  </a:cubicBezTo>
                  <a:cubicBezTo>
                    <a:pt x="20136" y="1895"/>
                    <a:pt x="20079" y="1838"/>
                    <a:pt x="20002" y="1838"/>
                  </a:cubicBezTo>
                  <a:lnTo>
                    <a:pt x="14623" y="1608"/>
                  </a:lnTo>
                  <a:lnTo>
                    <a:pt x="13207" y="39"/>
                  </a:lnTo>
                  <a:cubicBezTo>
                    <a:pt x="13188" y="20"/>
                    <a:pt x="13169" y="1"/>
                    <a:pt x="131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4"/>
            <p:cNvSpPr/>
            <p:nvPr/>
          </p:nvSpPr>
          <p:spPr>
            <a:xfrm>
              <a:off x="2442299" y="1966843"/>
              <a:ext cx="23849" cy="1929519"/>
            </a:xfrm>
            <a:custGeom>
              <a:rect b="b" l="l" r="r" t="t"/>
              <a:pathLst>
                <a:path extrusionOk="0" h="38837" w="480">
                  <a:moveTo>
                    <a:pt x="365" y="1"/>
                  </a:moveTo>
                  <a:cubicBezTo>
                    <a:pt x="288" y="1"/>
                    <a:pt x="231" y="39"/>
                    <a:pt x="231" y="116"/>
                  </a:cubicBezTo>
                  <a:lnTo>
                    <a:pt x="1" y="38703"/>
                  </a:lnTo>
                  <a:cubicBezTo>
                    <a:pt x="1" y="38780"/>
                    <a:pt x="39" y="38837"/>
                    <a:pt x="116" y="38837"/>
                  </a:cubicBezTo>
                  <a:cubicBezTo>
                    <a:pt x="192" y="38837"/>
                    <a:pt x="231" y="38780"/>
                    <a:pt x="231" y="38703"/>
                  </a:cubicBezTo>
                  <a:lnTo>
                    <a:pt x="480" y="116"/>
                  </a:lnTo>
                  <a:cubicBezTo>
                    <a:pt x="480" y="39"/>
                    <a:pt x="422" y="1"/>
                    <a:pt x="3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4"/>
            <p:cNvSpPr/>
            <p:nvPr/>
          </p:nvSpPr>
          <p:spPr>
            <a:xfrm>
              <a:off x="2638209" y="2058157"/>
              <a:ext cx="368116" cy="597233"/>
            </a:xfrm>
            <a:custGeom>
              <a:rect b="b" l="l" r="r" t="t"/>
              <a:pathLst>
                <a:path extrusionOk="0" h="12021" w="7409">
                  <a:moveTo>
                    <a:pt x="4020" y="0"/>
                  </a:moveTo>
                  <a:lnTo>
                    <a:pt x="1" y="2756"/>
                  </a:lnTo>
                  <a:lnTo>
                    <a:pt x="958" y="11887"/>
                  </a:lnTo>
                  <a:lnTo>
                    <a:pt x="7408" y="12021"/>
                  </a:lnTo>
                  <a:lnTo>
                    <a:pt x="7370" y="2642"/>
                  </a:lnTo>
                  <a:lnTo>
                    <a:pt x="40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4"/>
            <p:cNvSpPr/>
            <p:nvPr/>
          </p:nvSpPr>
          <p:spPr>
            <a:xfrm>
              <a:off x="2703843" y="2190408"/>
              <a:ext cx="249220" cy="432635"/>
            </a:xfrm>
            <a:custGeom>
              <a:rect b="b" l="l" r="r" t="t"/>
              <a:pathLst>
                <a:path extrusionOk="0" h="8708" w="5016">
                  <a:moveTo>
                    <a:pt x="2924" y="1"/>
                  </a:moveTo>
                  <a:cubicBezTo>
                    <a:pt x="1438" y="1"/>
                    <a:pt x="1" y="937"/>
                    <a:pt x="1" y="937"/>
                  </a:cubicBezTo>
                  <a:lnTo>
                    <a:pt x="517" y="8708"/>
                  </a:lnTo>
                  <a:lnTo>
                    <a:pt x="4824" y="8612"/>
                  </a:lnTo>
                  <a:lnTo>
                    <a:pt x="5015" y="937"/>
                  </a:lnTo>
                  <a:cubicBezTo>
                    <a:pt x="4422" y="235"/>
                    <a:pt x="3667" y="1"/>
                    <a:pt x="292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4"/>
            <p:cNvSpPr/>
            <p:nvPr/>
          </p:nvSpPr>
          <p:spPr>
            <a:xfrm>
              <a:off x="2459441" y="2791300"/>
              <a:ext cx="725649" cy="12421"/>
            </a:xfrm>
            <a:custGeom>
              <a:rect b="b" l="l" r="r" t="t"/>
              <a:pathLst>
                <a:path extrusionOk="0" h="250" w="14605">
                  <a:moveTo>
                    <a:pt x="135" y="1"/>
                  </a:moveTo>
                  <a:cubicBezTo>
                    <a:pt x="58" y="1"/>
                    <a:pt x="1" y="58"/>
                    <a:pt x="1" y="135"/>
                  </a:cubicBezTo>
                  <a:cubicBezTo>
                    <a:pt x="1" y="192"/>
                    <a:pt x="58" y="249"/>
                    <a:pt x="135" y="249"/>
                  </a:cubicBezTo>
                  <a:lnTo>
                    <a:pt x="14490" y="249"/>
                  </a:lnTo>
                  <a:cubicBezTo>
                    <a:pt x="14567" y="249"/>
                    <a:pt x="14605" y="192"/>
                    <a:pt x="14605" y="135"/>
                  </a:cubicBezTo>
                  <a:cubicBezTo>
                    <a:pt x="14605" y="58"/>
                    <a:pt x="14567" y="1"/>
                    <a:pt x="144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4"/>
            <p:cNvSpPr/>
            <p:nvPr/>
          </p:nvSpPr>
          <p:spPr>
            <a:xfrm>
              <a:off x="2577344" y="2975766"/>
              <a:ext cx="458443" cy="549737"/>
            </a:xfrm>
            <a:custGeom>
              <a:rect b="b" l="l" r="r" t="t"/>
              <a:pathLst>
                <a:path extrusionOk="0" h="11065" w="9227">
                  <a:moveTo>
                    <a:pt x="4097" y="1"/>
                  </a:moveTo>
                  <a:lnTo>
                    <a:pt x="1" y="4001"/>
                  </a:lnTo>
                  <a:lnTo>
                    <a:pt x="365" y="11064"/>
                  </a:lnTo>
                  <a:lnTo>
                    <a:pt x="9227" y="10892"/>
                  </a:lnTo>
                  <a:lnTo>
                    <a:pt x="9112" y="2757"/>
                  </a:lnTo>
                  <a:lnTo>
                    <a:pt x="409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4"/>
            <p:cNvSpPr/>
            <p:nvPr/>
          </p:nvSpPr>
          <p:spPr>
            <a:xfrm>
              <a:off x="1652054" y="2963992"/>
              <a:ext cx="516426" cy="600463"/>
            </a:xfrm>
            <a:custGeom>
              <a:rect b="b" l="l" r="r" t="t"/>
              <a:pathLst>
                <a:path extrusionOk="0" h="12086" w="10394">
                  <a:moveTo>
                    <a:pt x="8565" y="1"/>
                  </a:moveTo>
                  <a:cubicBezTo>
                    <a:pt x="7081" y="1"/>
                    <a:pt x="1493" y="429"/>
                    <a:pt x="1493" y="429"/>
                  </a:cubicBezTo>
                  <a:lnTo>
                    <a:pt x="0" y="1463"/>
                  </a:lnTo>
                  <a:lnTo>
                    <a:pt x="421" y="11493"/>
                  </a:lnTo>
                  <a:lnTo>
                    <a:pt x="2737" y="12086"/>
                  </a:lnTo>
                  <a:lnTo>
                    <a:pt x="8326" y="12029"/>
                  </a:lnTo>
                  <a:lnTo>
                    <a:pt x="10240" y="11205"/>
                  </a:lnTo>
                  <a:lnTo>
                    <a:pt x="10394" y="1272"/>
                  </a:lnTo>
                  <a:cubicBezTo>
                    <a:pt x="10394" y="1272"/>
                    <a:pt x="9111" y="200"/>
                    <a:pt x="8920" y="27"/>
                  </a:cubicBezTo>
                  <a:cubicBezTo>
                    <a:pt x="8896" y="9"/>
                    <a:pt x="8770" y="1"/>
                    <a:pt x="85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4"/>
            <p:cNvSpPr/>
            <p:nvPr/>
          </p:nvSpPr>
          <p:spPr>
            <a:xfrm>
              <a:off x="1818450" y="3061317"/>
              <a:ext cx="214987" cy="468903"/>
            </a:xfrm>
            <a:custGeom>
              <a:rect b="b" l="l" r="r" t="t"/>
              <a:pathLst>
                <a:path extrusionOk="0" h="9438" w="4327">
                  <a:moveTo>
                    <a:pt x="2226" y="1"/>
                  </a:moveTo>
                  <a:cubicBezTo>
                    <a:pt x="1572" y="1"/>
                    <a:pt x="1" y="1054"/>
                    <a:pt x="1" y="1054"/>
                  </a:cubicBezTo>
                  <a:lnTo>
                    <a:pt x="96" y="9438"/>
                  </a:lnTo>
                  <a:lnTo>
                    <a:pt x="4327" y="9285"/>
                  </a:lnTo>
                  <a:lnTo>
                    <a:pt x="4269" y="978"/>
                  </a:lnTo>
                  <a:cubicBezTo>
                    <a:pt x="4269" y="978"/>
                    <a:pt x="3197" y="78"/>
                    <a:pt x="2259" y="2"/>
                  </a:cubicBezTo>
                  <a:cubicBezTo>
                    <a:pt x="2248" y="1"/>
                    <a:pt x="2237" y="1"/>
                    <a:pt x="22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4"/>
            <p:cNvSpPr/>
            <p:nvPr/>
          </p:nvSpPr>
          <p:spPr>
            <a:xfrm>
              <a:off x="1683406" y="3083226"/>
              <a:ext cx="98973" cy="439392"/>
            </a:xfrm>
            <a:custGeom>
              <a:rect b="b" l="l" r="r" t="t"/>
              <a:pathLst>
                <a:path extrusionOk="0" h="8844" w="1992">
                  <a:moveTo>
                    <a:pt x="881" y="1"/>
                  </a:moveTo>
                  <a:cubicBezTo>
                    <a:pt x="403" y="1"/>
                    <a:pt x="1" y="977"/>
                    <a:pt x="1" y="977"/>
                  </a:cubicBezTo>
                  <a:lnTo>
                    <a:pt x="479" y="8537"/>
                  </a:lnTo>
                  <a:lnTo>
                    <a:pt x="1991" y="8844"/>
                  </a:lnTo>
                  <a:lnTo>
                    <a:pt x="1915" y="690"/>
                  </a:lnTo>
                  <a:cubicBezTo>
                    <a:pt x="1915" y="690"/>
                    <a:pt x="1360" y="1"/>
                    <a:pt x="8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4"/>
            <p:cNvSpPr/>
            <p:nvPr/>
          </p:nvSpPr>
          <p:spPr>
            <a:xfrm>
              <a:off x="2057188" y="3056349"/>
              <a:ext cx="82775" cy="460557"/>
            </a:xfrm>
            <a:custGeom>
              <a:rect b="b" l="l" r="r" t="t"/>
              <a:pathLst>
                <a:path extrusionOk="0" h="9270" w="1666">
                  <a:moveTo>
                    <a:pt x="846" y="0"/>
                  </a:moveTo>
                  <a:cubicBezTo>
                    <a:pt x="564" y="0"/>
                    <a:pt x="0" y="1039"/>
                    <a:pt x="0" y="1039"/>
                  </a:cubicBezTo>
                  <a:lnTo>
                    <a:pt x="77" y="9270"/>
                  </a:lnTo>
                  <a:lnTo>
                    <a:pt x="1665" y="8619"/>
                  </a:lnTo>
                  <a:lnTo>
                    <a:pt x="1665" y="1059"/>
                  </a:lnTo>
                  <a:cubicBezTo>
                    <a:pt x="1665" y="1059"/>
                    <a:pt x="1397" y="216"/>
                    <a:pt x="881" y="6"/>
                  </a:cubicBezTo>
                  <a:cubicBezTo>
                    <a:pt x="870" y="2"/>
                    <a:pt x="858" y="0"/>
                    <a:pt x="84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4"/>
            <p:cNvSpPr/>
            <p:nvPr/>
          </p:nvSpPr>
          <p:spPr>
            <a:xfrm>
              <a:off x="1802303" y="3271518"/>
              <a:ext cx="250164" cy="16246"/>
            </a:xfrm>
            <a:custGeom>
              <a:rect b="b" l="l" r="r" t="t"/>
              <a:pathLst>
                <a:path extrusionOk="0" h="327" w="5035">
                  <a:moveTo>
                    <a:pt x="4920" y="1"/>
                  </a:moveTo>
                  <a:lnTo>
                    <a:pt x="134" y="77"/>
                  </a:lnTo>
                  <a:cubicBezTo>
                    <a:pt x="58" y="77"/>
                    <a:pt x="0" y="135"/>
                    <a:pt x="0" y="192"/>
                  </a:cubicBezTo>
                  <a:cubicBezTo>
                    <a:pt x="0" y="269"/>
                    <a:pt x="58" y="326"/>
                    <a:pt x="134" y="326"/>
                  </a:cubicBezTo>
                  <a:lnTo>
                    <a:pt x="4920" y="249"/>
                  </a:lnTo>
                  <a:cubicBezTo>
                    <a:pt x="4977" y="249"/>
                    <a:pt x="5034" y="192"/>
                    <a:pt x="5034" y="135"/>
                  </a:cubicBezTo>
                  <a:cubicBezTo>
                    <a:pt x="5034" y="58"/>
                    <a:pt x="4977" y="1"/>
                    <a:pt x="4920"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4"/>
            <p:cNvSpPr/>
            <p:nvPr/>
          </p:nvSpPr>
          <p:spPr>
            <a:xfrm>
              <a:off x="1680573" y="3261830"/>
              <a:ext cx="109406" cy="27822"/>
            </a:xfrm>
            <a:custGeom>
              <a:rect b="b" l="l" r="r" t="t"/>
              <a:pathLst>
                <a:path extrusionOk="0" h="560" w="2202">
                  <a:moveTo>
                    <a:pt x="130" y="0"/>
                  </a:moveTo>
                  <a:cubicBezTo>
                    <a:pt x="77" y="0"/>
                    <a:pt x="20" y="50"/>
                    <a:pt x="20" y="100"/>
                  </a:cubicBezTo>
                  <a:cubicBezTo>
                    <a:pt x="0" y="176"/>
                    <a:pt x="39" y="253"/>
                    <a:pt x="115" y="253"/>
                  </a:cubicBezTo>
                  <a:lnTo>
                    <a:pt x="2048" y="559"/>
                  </a:lnTo>
                  <a:cubicBezTo>
                    <a:pt x="2125" y="559"/>
                    <a:pt x="2163" y="521"/>
                    <a:pt x="2163" y="464"/>
                  </a:cubicBezTo>
                  <a:cubicBezTo>
                    <a:pt x="2202" y="387"/>
                    <a:pt x="2144" y="330"/>
                    <a:pt x="2068" y="330"/>
                  </a:cubicBezTo>
                  <a:lnTo>
                    <a:pt x="153" y="4"/>
                  </a:lnTo>
                  <a:cubicBezTo>
                    <a:pt x="146" y="2"/>
                    <a:pt x="138" y="0"/>
                    <a:pt x="13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4"/>
            <p:cNvSpPr/>
            <p:nvPr/>
          </p:nvSpPr>
          <p:spPr>
            <a:xfrm>
              <a:off x="2039103" y="3227451"/>
              <a:ext cx="117952" cy="56489"/>
            </a:xfrm>
            <a:custGeom>
              <a:rect b="b" l="l" r="r" t="t"/>
              <a:pathLst>
                <a:path extrusionOk="0" h="1137" w="2374">
                  <a:moveTo>
                    <a:pt x="2231" y="0"/>
                  </a:moveTo>
                  <a:cubicBezTo>
                    <a:pt x="2216" y="0"/>
                    <a:pt x="2200" y="3"/>
                    <a:pt x="2182" y="7"/>
                  </a:cubicBezTo>
                  <a:lnTo>
                    <a:pt x="96" y="888"/>
                  </a:lnTo>
                  <a:cubicBezTo>
                    <a:pt x="20" y="945"/>
                    <a:pt x="0" y="983"/>
                    <a:pt x="20" y="1060"/>
                  </a:cubicBezTo>
                  <a:cubicBezTo>
                    <a:pt x="58" y="1117"/>
                    <a:pt x="96" y="1136"/>
                    <a:pt x="154" y="1136"/>
                  </a:cubicBezTo>
                  <a:lnTo>
                    <a:pt x="192" y="1136"/>
                  </a:lnTo>
                  <a:lnTo>
                    <a:pt x="2278" y="256"/>
                  </a:lnTo>
                  <a:cubicBezTo>
                    <a:pt x="2355" y="199"/>
                    <a:pt x="2374" y="160"/>
                    <a:pt x="2355" y="84"/>
                  </a:cubicBezTo>
                  <a:cubicBezTo>
                    <a:pt x="2311" y="25"/>
                    <a:pt x="2278" y="0"/>
                    <a:pt x="223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4"/>
            <p:cNvSpPr/>
            <p:nvPr/>
          </p:nvSpPr>
          <p:spPr>
            <a:xfrm>
              <a:off x="2094254" y="2984361"/>
              <a:ext cx="25737" cy="543030"/>
            </a:xfrm>
            <a:custGeom>
              <a:rect b="b" l="l" r="r" t="t"/>
              <a:pathLst>
                <a:path extrusionOk="0" h="10930" w="518">
                  <a:moveTo>
                    <a:pt x="115" y="0"/>
                  </a:moveTo>
                  <a:cubicBezTo>
                    <a:pt x="39" y="0"/>
                    <a:pt x="1" y="38"/>
                    <a:pt x="1" y="115"/>
                  </a:cubicBezTo>
                  <a:lnTo>
                    <a:pt x="288" y="10815"/>
                  </a:lnTo>
                  <a:cubicBezTo>
                    <a:pt x="288" y="10891"/>
                    <a:pt x="326" y="10929"/>
                    <a:pt x="402" y="10929"/>
                  </a:cubicBezTo>
                  <a:cubicBezTo>
                    <a:pt x="441" y="10929"/>
                    <a:pt x="517" y="10891"/>
                    <a:pt x="517" y="10815"/>
                  </a:cubicBezTo>
                  <a:lnTo>
                    <a:pt x="230" y="115"/>
                  </a:lnTo>
                  <a:cubicBezTo>
                    <a:pt x="230" y="38"/>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4"/>
            <p:cNvSpPr/>
            <p:nvPr/>
          </p:nvSpPr>
          <p:spPr>
            <a:xfrm>
              <a:off x="1716695" y="3007165"/>
              <a:ext cx="44766" cy="532596"/>
            </a:xfrm>
            <a:custGeom>
              <a:rect b="b" l="l" r="r" t="t"/>
              <a:pathLst>
                <a:path extrusionOk="0" h="10720" w="901">
                  <a:moveTo>
                    <a:pt x="135" y="1"/>
                  </a:moveTo>
                  <a:cubicBezTo>
                    <a:pt x="58" y="1"/>
                    <a:pt x="1" y="39"/>
                    <a:pt x="1" y="115"/>
                  </a:cubicBezTo>
                  <a:lnTo>
                    <a:pt x="651" y="10585"/>
                  </a:lnTo>
                  <a:cubicBezTo>
                    <a:pt x="651" y="10662"/>
                    <a:pt x="690" y="10719"/>
                    <a:pt x="766" y="10719"/>
                  </a:cubicBezTo>
                  <a:cubicBezTo>
                    <a:pt x="843" y="10719"/>
                    <a:pt x="900" y="10643"/>
                    <a:pt x="900" y="10585"/>
                  </a:cubicBezTo>
                  <a:lnTo>
                    <a:pt x="250" y="115"/>
                  </a:lnTo>
                  <a:cubicBezTo>
                    <a:pt x="250" y="39"/>
                    <a:pt x="192" y="1"/>
                    <a:pt x="13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4"/>
            <p:cNvSpPr/>
            <p:nvPr/>
          </p:nvSpPr>
          <p:spPr>
            <a:xfrm>
              <a:off x="1919262" y="2976760"/>
              <a:ext cx="23849" cy="568716"/>
            </a:xfrm>
            <a:custGeom>
              <a:rect b="b" l="l" r="r" t="t"/>
              <a:pathLst>
                <a:path extrusionOk="0" h="11447" w="480">
                  <a:moveTo>
                    <a:pt x="116" y="0"/>
                  </a:moveTo>
                  <a:cubicBezTo>
                    <a:pt x="39" y="0"/>
                    <a:pt x="1" y="57"/>
                    <a:pt x="1" y="134"/>
                  </a:cubicBezTo>
                  <a:lnTo>
                    <a:pt x="230" y="11331"/>
                  </a:lnTo>
                  <a:cubicBezTo>
                    <a:pt x="230" y="11389"/>
                    <a:pt x="288" y="11446"/>
                    <a:pt x="364" y="11446"/>
                  </a:cubicBezTo>
                  <a:cubicBezTo>
                    <a:pt x="422" y="11446"/>
                    <a:pt x="479" y="11389"/>
                    <a:pt x="479" y="11331"/>
                  </a:cubicBezTo>
                  <a:lnTo>
                    <a:pt x="230" y="134"/>
                  </a:lnTo>
                  <a:cubicBezTo>
                    <a:pt x="230" y="57"/>
                    <a:pt x="192" y="0"/>
                    <a:pt x="116"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4"/>
            <p:cNvSpPr/>
            <p:nvPr/>
          </p:nvSpPr>
          <p:spPr>
            <a:xfrm>
              <a:off x="1624479" y="2904474"/>
              <a:ext cx="584892" cy="136975"/>
            </a:xfrm>
            <a:custGeom>
              <a:rect b="b" l="l" r="r" t="t"/>
              <a:pathLst>
                <a:path extrusionOk="0" h="2757" w="11772">
                  <a:moveTo>
                    <a:pt x="9857" y="0"/>
                  </a:moveTo>
                  <a:lnTo>
                    <a:pt x="1436" y="441"/>
                  </a:lnTo>
                  <a:lnTo>
                    <a:pt x="0" y="2757"/>
                  </a:lnTo>
                  <a:lnTo>
                    <a:pt x="11772" y="2412"/>
                  </a:lnTo>
                  <a:lnTo>
                    <a:pt x="98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4"/>
            <p:cNvSpPr/>
            <p:nvPr/>
          </p:nvSpPr>
          <p:spPr>
            <a:xfrm>
              <a:off x="1635857" y="3456232"/>
              <a:ext cx="587774" cy="188098"/>
            </a:xfrm>
            <a:custGeom>
              <a:rect b="b" l="l" r="r" t="t"/>
              <a:pathLst>
                <a:path extrusionOk="0" h="3786" w="11830">
                  <a:moveTo>
                    <a:pt x="11083" y="340"/>
                  </a:moveTo>
                  <a:lnTo>
                    <a:pt x="11562" y="1891"/>
                  </a:lnTo>
                  <a:lnTo>
                    <a:pt x="8997" y="3365"/>
                  </a:lnTo>
                  <a:lnTo>
                    <a:pt x="3293" y="3537"/>
                  </a:lnTo>
                  <a:lnTo>
                    <a:pt x="288" y="2484"/>
                  </a:lnTo>
                  <a:lnTo>
                    <a:pt x="441" y="1125"/>
                  </a:lnTo>
                  <a:lnTo>
                    <a:pt x="3293" y="2025"/>
                  </a:lnTo>
                  <a:lnTo>
                    <a:pt x="3331" y="2025"/>
                  </a:lnTo>
                  <a:lnTo>
                    <a:pt x="8671" y="1776"/>
                  </a:lnTo>
                  <a:cubicBezTo>
                    <a:pt x="8671" y="1776"/>
                    <a:pt x="8691" y="1738"/>
                    <a:pt x="8710" y="1738"/>
                  </a:cubicBezTo>
                  <a:lnTo>
                    <a:pt x="11083" y="340"/>
                  </a:lnTo>
                  <a:close/>
                  <a:moveTo>
                    <a:pt x="11157" y="1"/>
                  </a:moveTo>
                  <a:cubicBezTo>
                    <a:pt x="11141" y="1"/>
                    <a:pt x="11121" y="5"/>
                    <a:pt x="11102" y="15"/>
                  </a:cubicBezTo>
                  <a:lnTo>
                    <a:pt x="8652" y="1508"/>
                  </a:lnTo>
                  <a:lnTo>
                    <a:pt x="3350" y="1757"/>
                  </a:lnTo>
                  <a:lnTo>
                    <a:pt x="384" y="800"/>
                  </a:lnTo>
                  <a:cubicBezTo>
                    <a:pt x="364" y="800"/>
                    <a:pt x="307" y="800"/>
                    <a:pt x="288" y="838"/>
                  </a:cubicBezTo>
                  <a:cubicBezTo>
                    <a:pt x="269" y="857"/>
                    <a:pt x="250" y="896"/>
                    <a:pt x="250" y="934"/>
                  </a:cubicBezTo>
                  <a:lnTo>
                    <a:pt x="20" y="2561"/>
                  </a:lnTo>
                  <a:cubicBezTo>
                    <a:pt x="1" y="2599"/>
                    <a:pt x="58" y="2656"/>
                    <a:pt x="96" y="2676"/>
                  </a:cubicBezTo>
                  <a:lnTo>
                    <a:pt x="3216" y="3786"/>
                  </a:lnTo>
                  <a:lnTo>
                    <a:pt x="3255" y="3786"/>
                  </a:lnTo>
                  <a:lnTo>
                    <a:pt x="9035" y="3594"/>
                  </a:lnTo>
                  <a:cubicBezTo>
                    <a:pt x="9035" y="3594"/>
                    <a:pt x="9054" y="3556"/>
                    <a:pt x="9073" y="3556"/>
                  </a:cubicBezTo>
                  <a:lnTo>
                    <a:pt x="11753" y="2025"/>
                  </a:lnTo>
                  <a:cubicBezTo>
                    <a:pt x="11811" y="2006"/>
                    <a:pt x="11830" y="1929"/>
                    <a:pt x="11811" y="1891"/>
                  </a:cubicBezTo>
                  <a:lnTo>
                    <a:pt x="11275" y="92"/>
                  </a:lnTo>
                  <a:cubicBezTo>
                    <a:pt x="11275" y="72"/>
                    <a:pt x="11236" y="34"/>
                    <a:pt x="11198" y="15"/>
                  </a:cubicBezTo>
                  <a:cubicBezTo>
                    <a:pt x="11188" y="5"/>
                    <a:pt x="11174" y="1"/>
                    <a:pt x="111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4"/>
            <p:cNvSpPr/>
            <p:nvPr/>
          </p:nvSpPr>
          <p:spPr>
            <a:xfrm>
              <a:off x="1796589" y="3545410"/>
              <a:ext cx="14309" cy="98918"/>
            </a:xfrm>
            <a:custGeom>
              <a:rect b="b" l="l" r="r" t="t"/>
              <a:pathLst>
                <a:path extrusionOk="0" h="1991" w="288">
                  <a:moveTo>
                    <a:pt x="115" y="0"/>
                  </a:moveTo>
                  <a:cubicBezTo>
                    <a:pt x="58" y="0"/>
                    <a:pt x="1" y="38"/>
                    <a:pt x="1" y="115"/>
                  </a:cubicBezTo>
                  <a:lnTo>
                    <a:pt x="58" y="1857"/>
                  </a:lnTo>
                  <a:cubicBezTo>
                    <a:pt x="58" y="1933"/>
                    <a:pt x="96" y="1991"/>
                    <a:pt x="173" y="1991"/>
                  </a:cubicBezTo>
                  <a:cubicBezTo>
                    <a:pt x="249" y="1991"/>
                    <a:pt x="288" y="1933"/>
                    <a:pt x="288" y="1857"/>
                  </a:cubicBezTo>
                  <a:lnTo>
                    <a:pt x="249" y="115"/>
                  </a:lnTo>
                  <a:cubicBezTo>
                    <a:pt x="249" y="3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4"/>
            <p:cNvSpPr/>
            <p:nvPr/>
          </p:nvSpPr>
          <p:spPr>
            <a:xfrm>
              <a:off x="2060964" y="3532095"/>
              <a:ext cx="30507" cy="103687"/>
            </a:xfrm>
            <a:custGeom>
              <a:rect b="b" l="l" r="r" t="t"/>
              <a:pathLst>
                <a:path extrusionOk="0" h="2087" w="614">
                  <a:moveTo>
                    <a:pt x="115" y="0"/>
                  </a:moveTo>
                  <a:cubicBezTo>
                    <a:pt x="39" y="19"/>
                    <a:pt x="1" y="77"/>
                    <a:pt x="20" y="153"/>
                  </a:cubicBezTo>
                  <a:lnTo>
                    <a:pt x="383" y="1991"/>
                  </a:lnTo>
                  <a:cubicBezTo>
                    <a:pt x="403" y="2029"/>
                    <a:pt x="441" y="2086"/>
                    <a:pt x="498" y="2086"/>
                  </a:cubicBezTo>
                  <a:cubicBezTo>
                    <a:pt x="594" y="2067"/>
                    <a:pt x="613" y="1991"/>
                    <a:pt x="613" y="1933"/>
                  </a:cubicBezTo>
                  <a:lnTo>
                    <a:pt x="249" y="96"/>
                  </a:lnTo>
                  <a:cubicBezTo>
                    <a:pt x="230" y="19"/>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4"/>
            <p:cNvSpPr/>
            <p:nvPr/>
          </p:nvSpPr>
          <p:spPr>
            <a:xfrm>
              <a:off x="1634913" y="3508745"/>
              <a:ext cx="83719" cy="88037"/>
            </a:xfrm>
            <a:custGeom>
              <a:rect b="b" l="l" r="r" t="t"/>
              <a:pathLst>
                <a:path extrusionOk="0" h="1772" w="1685">
                  <a:moveTo>
                    <a:pt x="1034" y="183"/>
                  </a:moveTo>
                  <a:lnTo>
                    <a:pt x="1034" y="183"/>
                  </a:lnTo>
                  <a:cubicBezTo>
                    <a:pt x="1302" y="872"/>
                    <a:pt x="996" y="1293"/>
                    <a:pt x="843" y="1427"/>
                  </a:cubicBezTo>
                  <a:cubicBezTo>
                    <a:pt x="403" y="623"/>
                    <a:pt x="977" y="202"/>
                    <a:pt x="1034" y="183"/>
                  </a:cubicBezTo>
                  <a:close/>
                  <a:moveTo>
                    <a:pt x="943" y="0"/>
                  </a:moveTo>
                  <a:cubicBezTo>
                    <a:pt x="922" y="0"/>
                    <a:pt x="900" y="4"/>
                    <a:pt x="881" y="11"/>
                  </a:cubicBezTo>
                  <a:cubicBezTo>
                    <a:pt x="881" y="11"/>
                    <a:pt x="1" y="585"/>
                    <a:pt x="690" y="1695"/>
                  </a:cubicBezTo>
                  <a:cubicBezTo>
                    <a:pt x="728" y="1714"/>
                    <a:pt x="747" y="1733"/>
                    <a:pt x="785" y="1733"/>
                  </a:cubicBezTo>
                  <a:cubicBezTo>
                    <a:pt x="801" y="1733"/>
                    <a:pt x="813" y="1730"/>
                    <a:pt x="823" y="1730"/>
                  </a:cubicBezTo>
                  <a:cubicBezTo>
                    <a:pt x="839" y="1730"/>
                    <a:pt x="850" y="1737"/>
                    <a:pt x="862" y="1772"/>
                  </a:cubicBezTo>
                  <a:cubicBezTo>
                    <a:pt x="862" y="1772"/>
                    <a:pt x="1685" y="1255"/>
                    <a:pt x="1245" y="183"/>
                  </a:cubicBezTo>
                  <a:cubicBezTo>
                    <a:pt x="1230" y="125"/>
                    <a:pt x="1193" y="100"/>
                    <a:pt x="1151" y="100"/>
                  </a:cubicBezTo>
                  <a:cubicBezTo>
                    <a:pt x="1138" y="100"/>
                    <a:pt x="1124" y="102"/>
                    <a:pt x="1111" y="106"/>
                  </a:cubicBezTo>
                  <a:lnTo>
                    <a:pt x="1072" y="106"/>
                  </a:lnTo>
                  <a:cubicBezTo>
                    <a:pt x="1072" y="87"/>
                    <a:pt x="1053" y="87"/>
                    <a:pt x="1053" y="68"/>
                  </a:cubicBezTo>
                  <a:cubicBezTo>
                    <a:pt x="1028" y="17"/>
                    <a:pt x="985" y="0"/>
                    <a:pt x="9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4"/>
            <p:cNvSpPr/>
            <p:nvPr/>
          </p:nvSpPr>
          <p:spPr>
            <a:xfrm>
              <a:off x="1677692" y="3522059"/>
              <a:ext cx="83769" cy="87093"/>
            </a:xfrm>
            <a:custGeom>
              <a:rect b="b" l="l" r="r" t="t"/>
              <a:pathLst>
                <a:path extrusionOk="0" h="1753" w="1686">
                  <a:moveTo>
                    <a:pt x="1035" y="202"/>
                  </a:moveTo>
                  <a:cubicBezTo>
                    <a:pt x="1303" y="891"/>
                    <a:pt x="1015" y="1274"/>
                    <a:pt x="843" y="1446"/>
                  </a:cubicBezTo>
                  <a:cubicBezTo>
                    <a:pt x="403" y="642"/>
                    <a:pt x="977" y="221"/>
                    <a:pt x="1035" y="202"/>
                  </a:cubicBezTo>
                  <a:close/>
                  <a:moveTo>
                    <a:pt x="943" y="0"/>
                  </a:moveTo>
                  <a:cubicBezTo>
                    <a:pt x="922" y="0"/>
                    <a:pt x="901" y="4"/>
                    <a:pt x="881" y="11"/>
                  </a:cubicBezTo>
                  <a:cubicBezTo>
                    <a:pt x="881" y="11"/>
                    <a:pt x="1" y="585"/>
                    <a:pt x="690" y="1695"/>
                  </a:cubicBezTo>
                  <a:cubicBezTo>
                    <a:pt x="728" y="1714"/>
                    <a:pt x="747" y="1733"/>
                    <a:pt x="786" y="1733"/>
                  </a:cubicBezTo>
                  <a:cubicBezTo>
                    <a:pt x="824" y="1733"/>
                    <a:pt x="843" y="1733"/>
                    <a:pt x="862" y="1753"/>
                  </a:cubicBezTo>
                  <a:cubicBezTo>
                    <a:pt x="862" y="1753"/>
                    <a:pt x="1685" y="1255"/>
                    <a:pt x="1245" y="183"/>
                  </a:cubicBezTo>
                  <a:cubicBezTo>
                    <a:pt x="1230" y="125"/>
                    <a:pt x="1194" y="100"/>
                    <a:pt x="1143" y="100"/>
                  </a:cubicBezTo>
                  <a:cubicBezTo>
                    <a:pt x="1127" y="100"/>
                    <a:pt x="1110" y="102"/>
                    <a:pt x="1092" y="106"/>
                  </a:cubicBezTo>
                  <a:lnTo>
                    <a:pt x="1073" y="106"/>
                  </a:lnTo>
                  <a:cubicBezTo>
                    <a:pt x="1073" y="87"/>
                    <a:pt x="1054" y="87"/>
                    <a:pt x="1054" y="68"/>
                  </a:cubicBezTo>
                  <a:cubicBezTo>
                    <a:pt x="1028" y="17"/>
                    <a:pt x="986" y="0"/>
                    <a:pt x="9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4"/>
            <p:cNvSpPr/>
            <p:nvPr/>
          </p:nvSpPr>
          <p:spPr>
            <a:xfrm>
              <a:off x="1720520" y="3534430"/>
              <a:ext cx="83719" cy="88981"/>
            </a:xfrm>
            <a:custGeom>
              <a:rect b="b" l="l" r="r" t="t"/>
              <a:pathLst>
                <a:path extrusionOk="0" h="1791" w="1685">
                  <a:moveTo>
                    <a:pt x="1015" y="240"/>
                  </a:moveTo>
                  <a:cubicBezTo>
                    <a:pt x="1302" y="929"/>
                    <a:pt x="1015" y="1350"/>
                    <a:pt x="823" y="1504"/>
                  </a:cubicBezTo>
                  <a:cubicBezTo>
                    <a:pt x="383" y="700"/>
                    <a:pt x="957" y="298"/>
                    <a:pt x="1015" y="240"/>
                  </a:cubicBezTo>
                  <a:close/>
                  <a:moveTo>
                    <a:pt x="949" y="0"/>
                  </a:moveTo>
                  <a:cubicBezTo>
                    <a:pt x="926" y="0"/>
                    <a:pt x="902" y="9"/>
                    <a:pt x="881" y="30"/>
                  </a:cubicBezTo>
                  <a:cubicBezTo>
                    <a:pt x="881" y="30"/>
                    <a:pt x="0" y="623"/>
                    <a:pt x="689" y="1752"/>
                  </a:cubicBezTo>
                  <a:cubicBezTo>
                    <a:pt x="728" y="1772"/>
                    <a:pt x="747" y="1791"/>
                    <a:pt x="766" y="1791"/>
                  </a:cubicBezTo>
                  <a:lnTo>
                    <a:pt x="862" y="1791"/>
                  </a:lnTo>
                  <a:cubicBezTo>
                    <a:pt x="862" y="1791"/>
                    <a:pt x="1685" y="1274"/>
                    <a:pt x="1244" y="164"/>
                  </a:cubicBezTo>
                  <a:cubicBezTo>
                    <a:pt x="1231" y="122"/>
                    <a:pt x="1197" y="91"/>
                    <a:pt x="1151" y="91"/>
                  </a:cubicBezTo>
                  <a:cubicBezTo>
                    <a:pt x="1133" y="91"/>
                    <a:pt x="1113" y="96"/>
                    <a:pt x="1091" y="106"/>
                  </a:cubicBezTo>
                  <a:lnTo>
                    <a:pt x="1072" y="106"/>
                  </a:lnTo>
                  <a:cubicBezTo>
                    <a:pt x="1072" y="68"/>
                    <a:pt x="1053" y="68"/>
                    <a:pt x="1053" y="49"/>
                  </a:cubicBezTo>
                  <a:cubicBezTo>
                    <a:pt x="1029" y="25"/>
                    <a:pt x="989" y="0"/>
                    <a:pt x="9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4"/>
            <p:cNvSpPr/>
            <p:nvPr/>
          </p:nvSpPr>
          <p:spPr>
            <a:xfrm>
              <a:off x="2143691" y="3479383"/>
              <a:ext cx="62852" cy="86994"/>
            </a:xfrm>
            <a:custGeom>
              <a:rect b="b" l="l" r="r" t="t"/>
              <a:pathLst>
                <a:path extrusionOk="0" h="1751" w="1265">
                  <a:moveTo>
                    <a:pt x="575" y="276"/>
                  </a:moveTo>
                  <a:lnTo>
                    <a:pt x="575" y="276"/>
                  </a:lnTo>
                  <a:cubicBezTo>
                    <a:pt x="671" y="353"/>
                    <a:pt x="862" y="487"/>
                    <a:pt x="939" y="755"/>
                  </a:cubicBezTo>
                  <a:cubicBezTo>
                    <a:pt x="977" y="965"/>
                    <a:pt x="958" y="1214"/>
                    <a:pt x="843" y="1463"/>
                  </a:cubicBezTo>
                  <a:cubicBezTo>
                    <a:pt x="671" y="1329"/>
                    <a:pt x="365" y="946"/>
                    <a:pt x="575" y="276"/>
                  </a:cubicBezTo>
                  <a:close/>
                  <a:moveTo>
                    <a:pt x="572" y="1"/>
                  </a:moveTo>
                  <a:cubicBezTo>
                    <a:pt x="519" y="1"/>
                    <a:pt x="474" y="19"/>
                    <a:pt x="460" y="47"/>
                  </a:cubicBezTo>
                  <a:cubicBezTo>
                    <a:pt x="441" y="85"/>
                    <a:pt x="441" y="85"/>
                    <a:pt x="441" y="104"/>
                  </a:cubicBezTo>
                  <a:cubicBezTo>
                    <a:pt x="403" y="104"/>
                    <a:pt x="384" y="123"/>
                    <a:pt x="365" y="181"/>
                  </a:cubicBezTo>
                  <a:cubicBezTo>
                    <a:pt x="1" y="1253"/>
                    <a:pt x="843" y="1731"/>
                    <a:pt x="843" y="1731"/>
                  </a:cubicBezTo>
                  <a:cubicBezTo>
                    <a:pt x="843" y="1750"/>
                    <a:pt x="862" y="1750"/>
                    <a:pt x="881" y="1750"/>
                  </a:cubicBezTo>
                  <a:cubicBezTo>
                    <a:pt x="939" y="1750"/>
                    <a:pt x="958" y="1731"/>
                    <a:pt x="1015" y="1712"/>
                  </a:cubicBezTo>
                  <a:cubicBezTo>
                    <a:pt x="1226" y="1329"/>
                    <a:pt x="1264" y="985"/>
                    <a:pt x="1168" y="678"/>
                  </a:cubicBezTo>
                  <a:cubicBezTo>
                    <a:pt x="1034" y="219"/>
                    <a:pt x="652" y="8"/>
                    <a:pt x="632" y="8"/>
                  </a:cubicBezTo>
                  <a:cubicBezTo>
                    <a:pt x="612" y="3"/>
                    <a:pt x="591" y="1"/>
                    <a:pt x="5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4"/>
            <p:cNvSpPr/>
            <p:nvPr/>
          </p:nvSpPr>
          <p:spPr>
            <a:xfrm>
              <a:off x="2109457" y="3499405"/>
              <a:ext cx="77111" cy="89776"/>
            </a:xfrm>
            <a:custGeom>
              <a:rect b="b" l="l" r="r" t="t"/>
              <a:pathLst>
                <a:path extrusionOk="0" h="1807" w="1552">
                  <a:moveTo>
                    <a:pt x="556" y="275"/>
                  </a:moveTo>
                  <a:lnTo>
                    <a:pt x="556" y="275"/>
                  </a:lnTo>
                  <a:cubicBezTo>
                    <a:pt x="613" y="333"/>
                    <a:pt x="1149" y="716"/>
                    <a:pt x="805" y="1481"/>
                  </a:cubicBezTo>
                  <a:cubicBezTo>
                    <a:pt x="652" y="1309"/>
                    <a:pt x="384" y="907"/>
                    <a:pt x="556" y="275"/>
                  </a:cubicBezTo>
                  <a:close/>
                  <a:moveTo>
                    <a:pt x="466" y="0"/>
                  </a:moveTo>
                  <a:cubicBezTo>
                    <a:pt x="427" y="0"/>
                    <a:pt x="379" y="25"/>
                    <a:pt x="364" y="84"/>
                  </a:cubicBezTo>
                  <a:cubicBezTo>
                    <a:pt x="1" y="1156"/>
                    <a:pt x="766" y="1787"/>
                    <a:pt x="766" y="1787"/>
                  </a:cubicBezTo>
                  <a:cubicBezTo>
                    <a:pt x="786" y="1807"/>
                    <a:pt x="805" y="1807"/>
                    <a:pt x="843" y="1807"/>
                  </a:cubicBezTo>
                  <a:lnTo>
                    <a:pt x="862" y="1807"/>
                  </a:lnTo>
                  <a:cubicBezTo>
                    <a:pt x="881" y="1807"/>
                    <a:pt x="900" y="1787"/>
                    <a:pt x="939" y="1768"/>
                  </a:cubicBezTo>
                  <a:cubicBezTo>
                    <a:pt x="1551" y="601"/>
                    <a:pt x="652" y="84"/>
                    <a:pt x="652" y="84"/>
                  </a:cubicBezTo>
                  <a:cubicBezTo>
                    <a:pt x="613" y="65"/>
                    <a:pt x="594" y="65"/>
                    <a:pt x="575" y="65"/>
                  </a:cubicBezTo>
                  <a:cubicBezTo>
                    <a:pt x="556" y="46"/>
                    <a:pt x="518" y="7"/>
                    <a:pt x="498" y="7"/>
                  </a:cubicBezTo>
                  <a:cubicBezTo>
                    <a:pt x="489" y="3"/>
                    <a:pt x="478" y="0"/>
                    <a:pt x="4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4"/>
            <p:cNvSpPr/>
            <p:nvPr/>
          </p:nvSpPr>
          <p:spPr>
            <a:xfrm>
              <a:off x="2070504" y="3521265"/>
              <a:ext cx="80837" cy="89776"/>
            </a:xfrm>
            <a:custGeom>
              <a:rect b="b" l="l" r="r" t="t"/>
              <a:pathLst>
                <a:path extrusionOk="0" h="1807" w="1627">
                  <a:moveTo>
                    <a:pt x="574" y="237"/>
                  </a:moveTo>
                  <a:cubicBezTo>
                    <a:pt x="632" y="276"/>
                    <a:pt x="1206" y="658"/>
                    <a:pt x="823" y="1520"/>
                  </a:cubicBezTo>
                  <a:cubicBezTo>
                    <a:pt x="632" y="1347"/>
                    <a:pt x="325" y="965"/>
                    <a:pt x="574" y="237"/>
                  </a:cubicBezTo>
                  <a:close/>
                  <a:moveTo>
                    <a:pt x="651" y="0"/>
                  </a:moveTo>
                  <a:cubicBezTo>
                    <a:pt x="602" y="0"/>
                    <a:pt x="564" y="18"/>
                    <a:pt x="536" y="46"/>
                  </a:cubicBezTo>
                  <a:cubicBezTo>
                    <a:pt x="517" y="84"/>
                    <a:pt x="517" y="84"/>
                    <a:pt x="517" y="103"/>
                  </a:cubicBezTo>
                  <a:lnTo>
                    <a:pt x="498" y="103"/>
                  </a:lnTo>
                  <a:cubicBezTo>
                    <a:pt x="484" y="99"/>
                    <a:pt x="471" y="96"/>
                    <a:pt x="457" y="96"/>
                  </a:cubicBezTo>
                  <a:cubicBezTo>
                    <a:pt x="414" y="96"/>
                    <a:pt x="374" y="121"/>
                    <a:pt x="345" y="180"/>
                  </a:cubicBezTo>
                  <a:cubicBezTo>
                    <a:pt x="0" y="1290"/>
                    <a:pt x="823" y="1769"/>
                    <a:pt x="823" y="1769"/>
                  </a:cubicBezTo>
                  <a:cubicBezTo>
                    <a:pt x="823" y="1807"/>
                    <a:pt x="861" y="1807"/>
                    <a:pt x="880" y="1807"/>
                  </a:cubicBezTo>
                  <a:cubicBezTo>
                    <a:pt x="880" y="1807"/>
                    <a:pt x="900" y="1807"/>
                    <a:pt x="919" y="1749"/>
                  </a:cubicBezTo>
                  <a:cubicBezTo>
                    <a:pt x="957" y="1749"/>
                    <a:pt x="976" y="1730"/>
                    <a:pt x="995" y="1711"/>
                  </a:cubicBezTo>
                  <a:cubicBezTo>
                    <a:pt x="1627" y="563"/>
                    <a:pt x="708" y="8"/>
                    <a:pt x="708" y="8"/>
                  </a:cubicBezTo>
                  <a:cubicBezTo>
                    <a:pt x="688" y="2"/>
                    <a:pt x="669" y="0"/>
                    <a:pt x="6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4"/>
            <p:cNvSpPr/>
            <p:nvPr/>
          </p:nvSpPr>
          <p:spPr>
            <a:xfrm>
              <a:off x="1789931" y="3543273"/>
              <a:ext cx="74229" cy="92509"/>
            </a:xfrm>
            <a:custGeom>
              <a:rect b="b" l="l" r="r" t="t"/>
              <a:pathLst>
                <a:path extrusionOk="0" h="1862" w="1494">
                  <a:moveTo>
                    <a:pt x="919" y="254"/>
                  </a:moveTo>
                  <a:cubicBezTo>
                    <a:pt x="1168" y="522"/>
                    <a:pt x="1264" y="790"/>
                    <a:pt x="1206" y="1019"/>
                  </a:cubicBezTo>
                  <a:cubicBezTo>
                    <a:pt x="1187" y="1287"/>
                    <a:pt x="996" y="1479"/>
                    <a:pt x="900" y="1574"/>
                  </a:cubicBezTo>
                  <a:cubicBezTo>
                    <a:pt x="422" y="943"/>
                    <a:pt x="804" y="407"/>
                    <a:pt x="919" y="254"/>
                  </a:cubicBezTo>
                  <a:close/>
                  <a:moveTo>
                    <a:pt x="864" y="0"/>
                  </a:moveTo>
                  <a:cubicBezTo>
                    <a:pt x="833" y="0"/>
                    <a:pt x="804" y="14"/>
                    <a:pt x="785" y="43"/>
                  </a:cubicBezTo>
                  <a:cubicBezTo>
                    <a:pt x="785" y="43"/>
                    <a:pt x="1" y="885"/>
                    <a:pt x="804" y="1804"/>
                  </a:cubicBezTo>
                  <a:cubicBezTo>
                    <a:pt x="824" y="1842"/>
                    <a:pt x="881" y="1861"/>
                    <a:pt x="900" y="1861"/>
                  </a:cubicBezTo>
                  <a:cubicBezTo>
                    <a:pt x="919" y="1861"/>
                    <a:pt x="958" y="1861"/>
                    <a:pt x="958" y="1842"/>
                  </a:cubicBezTo>
                  <a:cubicBezTo>
                    <a:pt x="977" y="1842"/>
                    <a:pt x="1379" y="1517"/>
                    <a:pt x="1455" y="1038"/>
                  </a:cubicBezTo>
                  <a:cubicBezTo>
                    <a:pt x="1494" y="732"/>
                    <a:pt x="1379" y="426"/>
                    <a:pt x="1111" y="120"/>
                  </a:cubicBezTo>
                  <a:cubicBezTo>
                    <a:pt x="1083" y="92"/>
                    <a:pt x="1044" y="74"/>
                    <a:pt x="1011" y="74"/>
                  </a:cubicBezTo>
                  <a:cubicBezTo>
                    <a:pt x="999" y="74"/>
                    <a:pt x="987" y="76"/>
                    <a:pt x="977" y="81"/>
                  </a:cubicBezTo>
                  <a:cubicBezTo>
                    <a:pt x="977" y="62"/>
                    <a:pt x="958" y="43"/>
                    <a:pt x="958" y="43"/>
                  </a:cubicBezTo>
                  <a:cubicBezTo>
                    <a:pt x="929" y="14"/>
                    <a:pt x="895"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4"/>
            <p:cNvSpPr/>
            <p:nvPr/>
          </p:nvSpPr>
          <p:spPr>
            <a:xfrm>
              <a:off x="1843194" y="3541087"/>
              <a:ext cx="75173" cy="91863"/>
            </a:xfrm>
            <a:custGeom>
              <a:rect b="b" l="l" r="r" t="t"/>
              <a:pathLst>
                <a:path extrusionOk="0" h="1849" w="1513">
                  <a:moveTo>
                    <a:pt x="957" y="221"/>
                  </a:moveTo>
                  <a:cubicBezTo>
                    <a:pt x="1168" y="508"/>
                    <a:pt x="1264" y="757"/>
                    <a:pt x="1245" y="987"/>
                  </a:cubicBezTo>
                  <a:cubicBezTo>
                    <a:pt x="1225" y="1255"/>
                    <a:pt x="1034" y="1446"/>
                    <a:pt x="938" y="1542"/>
                  </a:cubicBezTo>
                  <a:cubicBezTo>
                    <a:pt x="460" y="929"/>
                    <a:pt x="843" y="374"/>
                    <a:pt x="957" y="221"/>
                  </a:cubicBezTo>
                  <a:close/>
                  <a:moveTo>
                    <a:pt x="871" y="1"/>
                  </a:moveTo>
                  <a:cubicBezTo>
                    <a:pt x="843" y="1"/>
                    <a:pt x="814" y="11"/>
                    <a:pt x="785" y="30"/>
                  </a:cubicBezTo>
                  <a:cubicBezTo>
                    <a:pt x="785" y="30"/>
                    <a:pt x="0" y="872"/>
                    <a:pt x="804" y="1810"/>
                  </a:cubicBezTo>
                  <a:cubicBezTo>
                    <a:pt x="843" y="1829"/>
                    <a:pt x="881" y="1848"/>
                    <a:pt x="900" y="1848"/>
                  </a:cubicBezTo>
                  <a:cubicBezTo>
                    <a:pt x="938" y="1848"/>
                    <a:pt x="957" y="1848"/>
                    <a:pt x="957" y="1829"/>
                  </a:cubicBezTo>
                  <a:cubicBezTo>
                    <a:pt x="977" y="1829"/>
                    <a:pt x="1379" y="1523"/>
                    <a:pt x="1455" y="1044"/>
                  </a:cubicBezTo>
                  <a:cubicBezTo>
                    <a:pt x="1513" y="738"/>
                    <a:pt x="1379" y="413"/>
                    <a:pt x="1130" y="106"/>
                  </a:cubicBezTo>
                  <a:cubicBezTo>
                    <a:pt x="1089" y="93"/>
                    <a:pt x="1058" y="79"/>
                    <a:pt x="1023" y="79"/>
                  </a:cubicBezTo>
                  <a:cubicBezTo>
                    <a:pt x="1009" y="79"/>
                    <a:pt x="993" y="82"/>
                    <a:pt x="977" y="87"/>
                  </a:cubicBezTo>
                  <a:cubicBezTo>
                    <a:pt x="977" y="68"/>
                    <a:pt x="957" y="30"/>
                    <a:pt x="957" y="30"/>
                  </a:cubicBezTo>
                  <a:cubicBezTo>
                    <a:pt x="929" y="11"/>
                    <a:pt x="900" y="1"/>
                    <a:pt x="8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4"/>
            <p:cNvSpPr/>
            <p:nvPr/>
          </p:nvSpPr>
          <p:spPr>
            <a:xfrm>
              <a:off x="1895512" y="3540143"/>
              <a:ext cx="74229" cy="91813"/>
            </a:xfrm>
            <a:custGeom>
              <a:rect b="b" l="l" r="r" t="t"/>
              <a:pathLst>
                <a:path extrusionOk="0" h="1848" w="1494">
                  <a:moveTo>
                    <a:pt x="938" y="240"/>
                  </a:moveTo>
                  <a:cubicBezTo>
                    <a:pt x="1168" y="508"/>
                    <a:pt x="1263" y="757"/>
                    <a:pt x="1225" y="1006"/>
                  </a:cubicBezTo>
                  <a:cubicBezTo>
                    <a:pt x="1187" y="1274"/>
                    <a:pt x="995" y="1465"/>
                    <a:pt x="900" y="1561"/>
                  </a:cubicBezTo>
                  <a:cubicBezTo>
                    <a:pt x="421" y="948"/>
                    <a:pt x="804" y="393"/>
                    <a:pt x="938" y="240"/>
                  </a:cubicBezTo>
                  <a:close/>
                  <a:moveTo>
                    <a:pt x="864" y="1"/>
                  </a:moveTo>
                  <a:cubicBezTo>
                    <a:pt x="833" y="1"/>
                    <a:pt x="804" y="10"/>
                    <a:pt x="785" y="30"/>
                  </a:cubicBezTo>
                  <a:cubicBezTo>
                    <a:pt x="785" y="30"/>
                    <a:pt x="0" y="872"/>
                    <a:pt x="804" y="1810"/>
                  </a:cubicBezTo>
                  <a:cubicBezTo>
                    <a:pt x="823" y="1829"/>
                    <a:pt x="881" y="1848"/>
                    <a:pt x="900" y="1848"/>
                  </a:cubicBezTo>
                  <a:cubicBezTo>
                    <a:pt x="938" y="1848"/>
                    <a:pt x="957" y="1848"/>
                    <a:pt x="957" y="1829"/>
                  </a:cubicBezTo>
                  <a:cubicBezTo>
                    <a:pt x="976" y="1829"/>
                    <a:pt x="1378" y="1523"/>
                    <a:pt x="1455" y="1044"/>
                  </a:cubicBezTo>
                  <a:cubicBezTo>
                    <a:pt x="1493" y="719"/>
                    <a:pt x="1378" y="412"/>
                    <a:pt x="1110" y="106"/>
                  </a:cubicBezTo>
                  <a:cubicBezTo>
                    <a:pt x="1084" y="93"/>
                    <a:pt x="1048" y="71"/>
                    <a:pt x="1016" y="71"/>
                  </a:cubicBezTo>
                  <a:cubicBezTo>
                    <a:pt x="1002" y="71"/>
                    <a:pt x="988" y="75"/>
                    <a:pt x="976" y="87"/>
                  </a:cubicBezTo>
                  <a:cubicBezTo>
                    <a:pt x="976" y="49"/>
                    <a:pt x="957" y="30"/>
                    <a:pt x="957" y="30"/>
                  </a:cubicBezTo>
                  <a:cubicBezTo>
                    <a:pt x="928" y="10"/>
                    <a:pt x="895" y="1"/>
                    <a:pt x="8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4"/>
            <p:cNvSpPr/>
            <p:nvPr/>
          </p:nvSpPr>
          <p:spPr>
            <a:xfrm>
              <a:off x="1947781" y="3537560"/>
              <a:ext cx="74229" cy="92509"/>
            </a:xfrm>
            <a:custGeom>
              <a:rect b="b" l="l" r="r" t="t"/>
              <a:pathLst>
                <a:path extrusionOk="0" h="1862" w="1494">
                  <a:moveTo>
                    <a:pt x="939" y="254"/>
                  </a:moveTo>
                  <a:cubicBezTo>
                    <a:pt x="1168" y="522"/>
                    <a:pt x="1264" y="771"/>
                    <a:pt x="1226" y="1019"/>
                  </a:cubicBezTo>
                  <a:cubicBezTo>
                    <a:pt x="1188" y="1287"/>
                    <a:pt x="996" y="1479"/>
                    <a:pt x="900" y="1575"/>
                  </a:cubicBezTo>
                  <a:cubicBezTo>
                    <a:pt x="422" y="943"/>
                    <a:pt x="805" y="388"/>
                    <a:pt x="939" y="254"/>
                  </a:cubicBezTo>
                  <a:close/>
                  <a:moveTo>
                    <a:pt x="872" y="0"/>
                  </a:moveTo>
                  <a:cubicBezTo>
                    <a:pt x="843" y="0"/>
                    <a:pt x="814" y="15"/>
                    <a:pt x="786" y="43"/>
                  </a:cubicBezTo>
                  <a:cubicBezTo>
                    <a:pt x="786" y="43"/>
                    <a:pt x="1" y="866"/>
                    <a:pt x="805" y="1804"/>
                  </a:cubicBezTo>
                  <a:cubicBezTo>
                    <a:pt x="843" y="1823"/>
                    <a:pt x="881" y="1862"/>
                    <a:pt x="900" y="1862"/>
                  </a:cubicBezTo>
                  <a:cubicBezTo>
                    <a:pt x="939" y="1862"/>
                    <a:pt x="958" y="1862"/>
                    <a:pt x="958" y="1823"/>
                  </a:cubicBezTo>
                  <a:cubicBezTo>
                    <a:pt x="977" y="1823"/>
                    <a:pt x="1379" y="1517"/>
                    <a:pt x="1456" y="1039"/>
                  </a:cubicBezTo>
                  <a:cubicBezTo>
                    <a:pt x="1494" y="732"/>
                    <a:pt x="1379" y="426"/>
                    <a:pt x="1111" y="101"/>
                  </a:cubicBezTo>
                  <a:cubicBezTo>
                    <a:pt x="1084" y="87"/>
                    <a:pt x="1047" y="74"/>
                    <a:pt x="1015" y="74"/>
                  </a:cubicBezTo>
                  <a:cubicBezTo>
                    <a:pt x="1001" y="74"/>
                    <a:pt x="988" y="76"/>
                    <a:pt x="977" y="82"/>
                  </a:cubicBezTo>
                  <a:cubicBezTo>
                    <a:pt x="977" y="62"/>
                    <a:pt x="958" y="43"/>
                    <a:pt x="958" y="43"/>
                  </a:cubicBezTo>
                  <a:cubicBezTo>
                    <a:pt x="929" y="15"/>
                    <a:pt x="900" y="0"/>
                    <a:pt x="8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4"/>
            <p:cNvSpPr/>
            <p:nvPr/>
          </p:nvSpPr>
          <p:spPr>
            <a:xfrm>
              <a:off x="1994386" y="3537560"/>
              <a:ext cx="74229" cy="92509"/>
            </a:xfrm>
            <a:custGeom>
              <a:rect b="b" l="l" r="r" t="t"/>
              <a:pathLst>
                <a:path extrusionOk="0" h="1862" w="1494">
                  <a:moveTo>
                    <a:pt x="958" y="254"/>
                  </a:moveTo>
                  <a:cubicBezTo>
                    <a:pt x="1168" y="522"/>
                    <a:pt x="1264" y="771"/>
                    <a:pt x="1245" y="1019"/>
                  </a:cubicBezTo>
                  <a:cubicBezTo>
                    <a:pt x="1207" y="1287"/>
                    <a:pt x="1015" y="1479"/>
                    <a:pt x="920" y="1575"/>
                  </a:cubicBezTo>
                  <a:cubicBezTo>
                    <a:pt x="441" y="943"/>
                    <a:pt x="824" y="388"/>
                    <a:pt x="958" y="254"/>
                  </a:cubicBezTo>
                  <a:close/>
                  <a:moveTo>
                    <a:pt x="864" y="0"/>
                  </a:moveTo>
                  <a:cubicBezTo>
                    <a:pt x="833" y="0"/>
                    <a:pt x="805" y="15"/>
                    <a:pt x="786" y="43"/>
                  </a:cubicBezTo>
                  <a:cubicBezTo>
                    <a:pt x="786" y="43"/>
                    <a:pt x="1" y="866"/>
                    <a:pt x="805" y="1804"/>
                  </a:cubicBezTo>
                  <a:cubicBezTo>
                    <a:pt x="824" y="1823"/>
                    <a:pt x="881" y="1862"/>
                    <a:pt x="900" y="1862"/>
                  </a:cubicBezTo>
                  <a:cubicBezTo>
                    <a:pt x="920" y="1862"/>
                    <a:pt x="958" y="1862"/>
                    <a:pt x="958" y="1823"/>
                  </a:cubicBezTo>
                  <a:cubicBezTo>
                    <a:pt x="977" y="1823"/>
                    <a:pt x="1379" y="1517"/>
                    <a:pt x="1455" y="1039"/>
                  </a:cubicBezTo>
                  <a:cubicBezTo>
                    <a:pt x="1494" y="732"/>
                    <a:pt x="1379" y="426"/>
                    <a:pt x="1111" y="101"/>
                  </a:cubicBezTo>
                  <a:cubicBezTo>
                    <a:pt x="1084" y="87"/>
                    <a:pt x="1047" y="74"/>
                    <a:pt x="1015" y="74"/>
                  </a:cubicBezTo>
                  <a:cubicBezTo>
                    <a:pt x="1001" y="74"/>
                    <a:pt x="988" y="76"/>
                    <a:pt x="977" y="82"/>
                  </a:cubicBezTo>
                  <a:cubicBezTo>
                    <a:pt x="977" y="62"/>
                    <a:pt x="958" y="43"/>
                    <a:pt x="958" y="43"/>
                  </a:cubicBezTo>
                  <a:cubicBezTo>
                    <a:pt x="929" y="15"/>
                    <a:pt x="896"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4"/>
            <p:cNvSpPr/>
            <p:nvPr/>
          </p:nvSpPr>
          <p:spPr>
            <a:xfrm>
              <a:off x="1652054" y="2067546"/>
              <a:ext cx="516426" cy="600214"/>
            </a:xfrm>
            <a:custGeom>
              <a:rect b="b" l="l" r="r" t="t"/>
              <a:pathLst>
                <a:path extrusionOk="0" h="12081" w="10394">
                  <a:moveTo>
                    <a:pt x="8631" y="1"/>
                  </a:moveTo>
                  <a:cubicBezTo>
                    <a:pt x="7254" y="1"/>
                    <a:pt x="1493" y="443"/>
                    <a:pt x="1493" y="443"/>
                  </a:cubicBezTo>
                  <a:lnTo>
                    <a:pt x="0" y="1457"/>
                  </a:lnTo>
                  <a:lnTo>
                    <a:pt x="421" y="11487"/>
                  </a:lnTo>
                  <a:lnTo>
                    <a:pt x="2737" y="12080"/>
                  </a:lnTo>
                  <a:lnTo>
                    <a:pt x="8326" y="12042"/>
                  </a:lnTo>
                  <a:lnTo>
                    <a:pt x="10240" y="11200"/>
                  </a:lnTo>
                  <a:lnTo>
                    <a:pt x="10394" y="1266"/>
                  </a:lnTo>
                  <a:cubicBezTo>
                    <a:pt x="10394" y="1266"/>
                    <a:pt x="9111" y="194"/>
                    <a:pt x="8920" y="22"/>
                  </a:cubicBezTo>
                  <a:cubicBezTo>
                    <a:pt x="8899" y="7"/>
                    <a:pt x="8797" y="1"/>
                    <a:pt x="86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4"/>
            <p:cNvSpPr/>
            <p:nvPr/>
          </p:nvSpPr>
          <p:spPr>
            <a:xfrm>
              <a:off x="1818450" y="2164573"/>
              <a:ext cx="214987" cy="468953"/>
            </a:xfrm>
            <a:custGeom>
              <a:rect b="b" l="l" r="r" t="t"/>
              <a:pathLst>
                <a:path extrusionOk="0" h="9439" w="4327">
                  <a:moveTo>
                    <a:pt x="2226" y="1"/>
                  </a:moveTo>
                  <a:cubicBezTo>
                    <a:pt x="1572" y="1"/>
                    <a:pt x="1" y="1055"/>
                    <a:pt x="1" y="1055"/>
                  </a:cubicBezTo>
                  <a:lnTo>
                    <a:pt x="96" y="9438"/>
                  </a:lnTo>
                  <a:lnTo>
                    <a:pt x="4327" y="9285"/>
                  </a:lnTo>
                  <a:lnTo>
                    <a:pt x="4269" y="997"/>
                  </a:lnTo>
                  <a:cubicBezTo>
                    <a:pt x="4269" y="997"/>
                    <a:pt x="3197" y="79"/>
                    <a:pt x="2259" y="2"/>
                  </a:cubicBezTo>
                  <a:cubicBezTo>
                    <a:pt x="2248" y="1"/>
                    <a:pt x="2237" y="1"/>
                    <a:pt x="22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4"/>
            <p:cNvSpPr/>
            <p:nvPr/>
          </p:nvSpPr>
          <p:spPr>
            <a:xfrm>
              <a:off x="1683406" y="2186532"/>
              <a:ext cx="98973" cy="440336"/>
            </a:xfrm>
            <a:custGeom>
              <a:rect b="b" l="l" r="r" t="t"/>
              <a:pathLst>
                <a:path extrusionOk="0" h="8863" w="1992">
                  <a:moveTo>
                    <a:pt x="881" y="0"/>
                  </a:moveTo>
                  <a:cubicBezTo>
                    <a:pt x="403" y="0"/>
                    <a:pt x="1" y="976"/>
                    <a:pt x="1" y="976"/>
                  </a:cubicBezTo>
                  <a:lnTo>
                    <a:pt x="479" y="8537"/>
                  </a:lnTo>
                  <a:lnTo>
                    <a:pt x="1991" y="8862"/>
                  </a:lnTo>
                  <a:lnTo>
                    <a:pt x="1915" y="689"/>
                  </a:lnTo>
                  <a:cubicBezTo>
                    <a:pt x="1915" y="689"/>
                    <a:pt x="1360" y="0"/>
                    <a:pt x="8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4"/>
            <p:cNvSpPr/>
            <p:nvPr/>
          </p:nvSpPr>
          <p:spPr>
            <a:xfrm>
              <a:off x="2057188" y="2161493"/>
              <a:ext cx="82775" cy="459662"/>
            </a:xfrm>
            <a:custGeom>
              <a:rect b="b" l="l" r="r" t="t"/>
              <a:pathLst>
                <a:path extrusionOk="0" h="9252" w="1666">
                  <a:moveTo>
                    <a:pt x="846" y="1"/>
                  </a:moveTo>
                  <a:cubicBezTo>
                    <a:pt x="563" y="1"/>
                    <a:pt x="0" y="1021"/>
                    <a:pt x="0" y="1021"/>
                  </a:cubicBezTo>
                  <a:lnTo>
                    <a:pt x="77" y="9251"/>
                  </a:lnTo>
                  <a:lnTo>
                    <a:pt x="1665" y="8620"/>
                  </a:lnTo>
                  <a:lnTo>
                    <a:pt x="1665" y="1059"/>
                  </a:lnTo>
                  <a:cubicBezTo>
                    <a:pt x="1665" y="1059"/>
                    <a:pt x="1397" y="217"/>
                    <a:pt x="881" y="7"/>
                  </a:cubicBezTo>
                  <a:cubicBezTo>
                    <a:pt x="869" y="3"/>
                    <a:pt x="858" y="1"/>
                    <a:pt x="8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4"/>
            <p:cNvSpPr/>
            <p:nvPr/>
          </p:nvSpPr>
          <p:spPr>
            <a:xfrm>
              <a:off x="1802303" y="2376712"/>
              <a:ext cx="250164" cy="15253"/>
            </a:xfrm>
            <a:custGeom>
              <a:rect b="b" l="l" r="r" t="t"/>
              <a:pathLst>
                <a:path extrusionOk="0" h="307" w="5035">
                  <a:moveTo>
                    <a:pt x="4920" y="0"/>
                  </a:moveTo>
                  <a:lnTo>
                    <a:pt x="134" y="77"/>
                  </a:lnTo>
                  <a:cubicBezTo>
                    <a:pt x="58" y="77"/>
                    <a:pt x="0" y="115"/>
                    <a:pt x="0" y="192"/>
                  </a:cubicBezTo>
                  <a:cubicBezTo>
                    <a:pt x="0" y="268"/>
                    <a:pt x="58" y="307"/>
                    <a:pt x="134" y="307"/>
                  </a:cubicBezTo>
                  <a:lnTo>
                    <a:pt x="4920" y="249"/>
                  </a:lnTo>
                  <a:cubicBezTo>
                    <a:pt x="4977" y="249"/>
                    <a:pt x="5034" y="192"/>
                    <a:pt x="5034" y="115"/>
                  </a:cubicBezTo>
                  <a:cubicBezTo>
                    <a:pt x="5034" y="58"/>
                    <a:pt x="4977" y="0"/>
                    <a:pt x="492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4"/>
            <p:cNvSpPr/>
            <p:nvPr/>
          </p:nvSpPr>
          <p:spPr>
            <a:xfrm>
              <a:off x="1680573" y="2366974"/>
              <a:ext cx="109406" cy="27822"/>
            </a:xfrm>
            <a:custGeom>
              <a:rect b="b" l="l" r="r" t="t"/>
              <a:pathLst>
                <a:path extrusionOk="0" h="560" w="2202">
                  <a:moveTo>
                    <a:pt x="123" y="0"/>
                  </a:moveTo>
                  <a:cubicBezTo>
                    <a:pt x="72" y="0"/>
                    <a:pt x="20" y="37"/>
                    <a:pt x="20" y="101"/>
                  </a:cubicBezTo>
                  <a:cubicBezTo>
                    <a:pt x="0" y="177"/>
                    <a:pt x="39" y="254"/>
                    <a:pt x="115" y="254"/>
                  </a:cubicBezTo>
                  <a:lnTo>
                    <a:pt x="2048" y="560"/>
                  </a:lnTo>
                  <a:cubicBezTo>
                    <a:pt x="2125" y="560"/>
                    <a:pt x="2163" y="503"/>
                    <a:pt x="2163" y="464"/>
                  </a:cubicBezTo>
                  <a:cubicBezTo>
                    <a:pt x="2202" y="388"/>
                    <a:pt x="2144" y="311"/>
                    <a:pt x="2068" y="311"/>
                  </a:cubicBezTo>
                  <a:lnTo>
                    <a:pt x="153" y="5"/>
                  </a:lnTo>
                  <a:cubicBezTo>
                    <a:pt x="144" y="2"/>
                    <a:pt x="133" y="0"/>
                    <a:pt x="123"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4"/>
            <p:cNvSpPr/>
            <p:nvPr/>
          </p:nvSpPr>
          <p:spPr>
            <a:xfrm>
              <a:off x="2039103" y="2332595"/>
              <a:ext cx="118896" cy="56539"/>
            </a:xfrm>
            <a:custGeom>
              <a:rect b="b" l="l" r="r" t="t"/>
              <a:pathLst>
                <a:path extrusionOk="0" h="1138" w="2393">
                  <a:moveTo>
                    <a:pt x="2231" y="1"/>
                  </a:moveTo>
                  <a:cubicBezTo>
                    <a:pt x="2216" y="1"/>
                    <a:pt x="2200" y="3"/>
                    <a:pt x="2182" y="8"/>
                  </a:cubicBezTo>
                  <a:lnTo>
                    <a:pt x="96" y="888"/>
                  </a:lnTo>
                  <a:cubicBezTo>
                    <a:pt x="20" y="946"/>
                    <a:pt x="0" y="984"/>
                    <a:pt x="20" y="1061"/>
                  </a:cubicBezTo>
                  <a:cubicBezTo>
                    <a:pt x="58" y="1099"/>
                    <a:pt x="96" y="1137"/>
                    <a:pt x="154" y="1137"/>
                  </a:cubicBezTo>
                  <a:lnTo>
                    <a:pt x="192" y="1137"/>
                  </a:lnTo>
                  <a:lnTo>
                    <a:pt x="2278" y="238"/>
                  </a:lnTo>
                  <a:cubicBezTo>
                    <a:pt x="2355" y="199"/>
                    <a:pt x="2393" y="142"/>
                    <a:pt x="2355" y="84"/>
                  </a:cubicBezTo>
                  <a:cubicBezTo>
                    <a:pt x="2311" y="26"/>
                    <a:pt x="2278" y="1"/>
                    <a:pt x="223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4"/>
            <p:cNvSpPr/>
            <p:nvPr/>
          </p:nvSpPr>
          <p:spPr>
            <a:xfrm>
              <a:off x="2094254" y="2089505"/>
              <a:ext cx="25737" cy="543079"/>
            </a:xfrm>
            <a:custGeom>
              <a:rect b="b" l="l" r="r" t="t"/>
              <a:pathLst>
                <a:path extrusionOk="0" h="10931" w="518">
                  <a:moveTo>
                    <a:pt x="115" y="1"/>
                  </a:moveTo>
                  <a:cubicBezTo>
                    <a:pt x="39" y="1"/>
                    <a:pt x="1" y="39"/>
                    <a:pt x="1" y="116"/>
                  </a:cubicBezTo>
                  <a:lnTo>
                    <a:pt x="288" y="10815"/>
                  </a:lnTo>
                  <a:cubicBezTo>
                    <a:pt x="288" y="10873"/>
                    <a:pt x="326" y="10930"/>
                    <a:pt x="402" y="10930"/>
                  </a:cubicBezTo>
                  <a:cubicBezTo>
                    <a:pt x="441" y="10930"/>
                    <a:pt x="517" y="10854"/>
                    <a:pt x="517" y="10815"/>
                  </a:cubicBezTo>
                  <a:lnTo>
                    <a:pt x="230" y="116"/>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4"/>
            <p:cNvSpPr/>
            <p:nvPr/>
          </p:nvSpPr>
          <p:spPr>
            <a:xfrm>
              <a:off x="1716695" y="2111415"/>
              <a:ext cx="44766" cy="532547"/>
            </a:xfrm>
            <a:custGeom>
              <a:rect b="b" l="l" r="r" t="t"/>
              <a:pathLst>
                <a:path extrusionOk="0" h="10719" w="901">
                  <a:moveTo>
                    <a:pt x="135" y="0"/>
                  </a:moveTo>
                  <a:cubicBezTo>
                    <a:pt x="58" y="0"/>
                    <a:pt x="1" y="58"/>
                    <a:pt x="1" y="134"/>
                  </a:cubicBezTo>
                  <a:lnTo>
                    <a:pt x="651" y="10604"/>
                  </a:lnTo>
                  <a:cubicBezTo>
                    <a:pt x="651" y="10681"/>
                    <a:pt x="690" y="10719"/>
                    <a:pt x="766" y="10719"/>
                  </a:cubicBezTo>
                  <a:cubicBezTo>
                    <a:pt x="843" y="10719"/>
                    <a:pt x="900" y="10661"/>
                    <a:pt x="900" y="10604"/>
                  </a:cubicBezTo>
                  <a:lnTo>
                    <a:pt x="250" y="134"/>
                  </a:lnTo>
                  <a:cubicBezTo>
                    <a:pt x="250" y="58"/>
                    <a:pt x="192" y="0"/>
                    <a:pt x="13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4"/>
            <p:cNvSpPr/>
            <p:nvPr/>
          </p:nvSpPr>
          <p:spPr>
            <a:xfrm>
              <a:off x="1919262" y="2081904"/>
              <a:ext cx="23849" cy="568716"/>
            </a:xfrm>
            <a:custGeom>
              <a:rect b="b" l="l" r="r" t="t"/>
              <a:pathLst>
                <a:path extrusionOk="0" h="11447" w="480">
                  <a:moveTo>
                    <a:pt x="116" y="1"/>
                  </a:moveTo>
                  <a:cubicBezTo>
                    <a:pt x="39" y="1"/>
                    <a:pt x="1" y="58"/>
                    <a:pt x="1" y="116"/>
                  </a:cubicBezTo>
                  <a:lnTo>
                    <a:pt x="230" y="11313"/>
                  </a:lnTo>
                  <a:cubicBezTo>
                    <a:pt x="230" y="11389"/>
                    <a:pt x="288" y="11447"/>
                    <a:pt x="364" y="11447"/>
                  </a:cubicBezTo>
                  <a:cubicBezTo>
                    <a:pt x="422" y="11447"/>
                    <a:pt x="479" y="11370"/>
                    <a:pt x="479" y="11313"/>
                  </a:cubicBezTo>
                  <a:lnTo>
                    <a:pt x="230" y="116"/>
                  </a:lnTo>
                  <a:cubicBezTo>
                    <a:pt x="23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4"/>
            <p:cNvSpPr/>
            <p:nvPr/>
          </p:nvSpPr>
          <p:spPr>
            <a:xfrm>
              <a:off x="1624479" y="2009668"/>
              <a:ext cx="584892" cy="136975"/>
            </a:xfrm>
            <a:custGeom>
              <a:rect b="b" l="l" r="r" t="t"/>
              <a:pathLst>
                <a:path extrusionOk="0" h="2757" w="11772">
                  <a:moveTo>
                    <a:pt x="9857" y="0"/>
                  </a:moveTo>
                  <a:lnTo>
                    <a:pt x="1436" y="421"/>
                  </a:lnTo>
                  <a:lnTo>
                    <a:pt x="0" y="2756"/>
                  </a:lnTo>
                  <a:lnTo>
                    <a:pt x="0" y="2756"/>
                  </a:lnTo>
                  <a:lnTo>
                    <a:pt x="11772" y="2393"/>
                  </a:lnTo>
                  <a:lnTo>
                    <a:pt x="98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8" name="Google Shape;1478;p34"/>
            <p:cNvGrpSpPr/>
            <p:nvPr/>
          </p:nvGrpSpPr>
          <p:grpSpPr>
            <a:xfrm>
              <a:off x="1634913" y="2561426"/>
              <a:ext cx="588727" cy="187150"/>
              <a:chOff x="1531042" y="1873125"/>
              <a:chExt cx="508707" cy="161727"/>
            </a:xfrm>
          </p:grpSpPr>
          <p:sp>
            <p:nvSpPr>
              <p:cNvPr id="1479" name="Google Shape;1479;p34"/>
              <p:cNvSpPr/>
              <p:nvPr/>
            </p:nvSpPr>
            <p:spPr>
              <a:xfrm>
                <a:off x="1531858" y="1873125"/>
                <a:ext cx="507891" cy="161727"/>
              </a:xfrm>
              <a:custGeom>
                <a:rect b="b" l="l" r="r" t="t"/>
                <a:pathLst>
                  <a:path extrusionOk="0" h="3767" w="11830">
                    <a:moveTo>
                      <a:pt x="11083" y="321"/>
                    </a:moveTo>
                    <a:lnTo>
                      <a:pt x="11562" y="1891"/>
                    </a:lnTo>
                    <a:lnTo>
                      <a:pt x="8997" y="3364"/>
                    </a:lnTo>
                    <a:lnTo>
                      <a:pt x="3293" y="3537"/>
                    </a:lnTo>
                    <a:lnTo>
                      <a:pt x="288" y="2484"/>
                    </a:lnTo>
                    <a:lnTo>
                      <a:pt x="441" y="1125"/>
                    </a:lnTo>
                    <a:lnTo>
                      <a:pt x="3293" y="2025"/>
                    </a:lnTo>
                    <a:lnTo>
                      <a:pt x="3331" y="2025"/>
                    </a:lnTo>
                    <a:lnTo>
                      <a:pt x="8671" y="1757"/>
                    </a:lnTo>
                    <a:cubicBezTo>
                      <a:pt x="8671" y="1757"/>
                      <a:pt x="8691" y="1737"/>
                      <a:pt x="8710" y="1737"/>
                    </a:cubicBezTo>
                    <a:lnTo>
                      <a:pt x="11083" y="321"/>
                    </a:lnTo>
                    <a:close/>
                    <a:moveTo>
                      <a:pt x="11157" y="0"/>
                    </a:moveTo>
                    <a:cubicBezTo>
                      <a:pt x="11141" y="0"/>
                      <a:pt x="11121" y="5"/>
                      <a:pt x="11102" y="15"/>
                    </a:cubicBezTo>
                    <a:lnTo>
                      <a:pt x="8652" y="1489"/>
                    </a:lnTo>
                    <a:lnTo>
                      <a:pt x="3350" y="1757"/>
                    </a:lnTo>
                    <a:lnTo>
                      <a:pt x="384" y="800"/>
                    </a:lnTo>
                    <a:cubicBezTo>
                      <a:pt x="364" y="800"/>
                      <a:pt x="307" y="800"/>
                      <a:pt x="288" y="838"/>
                    </a:cubicBezTo>
                    <a:cubicBezTo>
                      <a:pt x="269" y="857"/>
                      <a:pt x="250" y="895"/>
                      <a:pt x="250" y="933"/>
                    </a:cubicBezTo>
                    <a:lnTo>
                      <a:pt x="20" y="2560"/>
                    </a:lnTo>
                    <a:cubicBezTo>
                      <a:pt x="1" y="2599"/>
                      <a:pt x="58" y="2637"/>
                      <a:pt x="96" y="2675"/>
                    </a:cubicBezTo>
                    <a:lnTo>
                      <a:pt x="3216" y="3766"/>
                    </a:lnTo>
                    <a:lnTo>
                      <a:pt x="3255" y="3766"/>
                    </a:lnTo>
                    <a:lnTo>
                      <a:pt x="9035" y="3575"/>
                    </a:lnTo>
                    <a:cubicBezTo>
                      <a:pt x="9035" y="3575"/>
                      <a:pt x="9054" y="3556"/>
                      <a:pt x="9073" y="3556"/>
                    </a:cubicBezTo>
                    <a:lnTo>
                      <a:pt x="11753" y="2025"/>
                    </a:lnTo>
                    <a:cubicBezTo>
                      <a:pt x="11811" y="2005"/>
                      <a:pt x="11830" y="1929"/>
                      <a:pt x="11811" y="1891"/>
                    </a:cubicBezTo>
                    <a:lnTo>
                      <a:pt x="11275" y="91"/>
                    </a:lnTo>
                    <a:cubicBezTo>
                      <a:pt x="11275" y="53"/>
                      <a:pt x="11236" y="34"/>
                      <a:pt x="11198" y="15"/>
                    </a:cubicBezTo>
                    <a:cubicBezTo>
                      <a:pt x="11188" y="5"/>
                      <a:pt x="11174" y="0"/>
                      <a:pt x="111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4"/>
              <p:cNvSpPr/>
              <p:nvPr/>
            </p:nvSpPr>
            <p:spPr>
              <a:xfrm>
                <a:off x="1670743" y="1950145"/>
                <a:ext cx="12365" cy="84706"/>
              </a:xfrm>
              <a:custGeom>
                <a:rect b="b" l="l" r="r" t="t"/>
                <a:pathLst>
                  <a:path extrusionOk="0" h="1973" w="288">
                    <a:moveTo>
                      <a:pt x="115" y="1"/>
                    </a:moveTo>
                    <a:cubicBezTo>
                      <a:pt x="58" y="1"/>
                      <a:pt x="1" y="39"/>
                      <a:pt x="1" y="116"/>
                    </a:cubicBezTo>
                    <a:lnTo>
                      <a:pt x="58" y="1857"/>
                    </a:lnTo>
                    <a:cubicBezTo>
                      <a:pt x="58" y="1934"/>
                      <a:pt x="96" y="1972"/>
                      <a:pt x="173" y="1972"/>
                    </a:cubicBezTo>
                    <a:cubicBezTo>
                      <a:pt x="249" y="1972"/>
                      <a:pt x="288" y="1915"/>
                      <a:pt x="288" y="1857"/>
                    </a:cubicBezTo>
                    <a:lnTo>
                      <a:pt x="249" y="116"/>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4"/>
              <p:cNvSpPr/>
              <p:nvPr/>
            </p:nvSpPr>
            <p:spPr>
              <a:xfrm>
                <a:off x="1899185" y="1937824"/>
                <a:ext cx="26361" cy="88784"/>
              </a:xfrm>
              <a:custGeom>
                <a:rect b="b" l="l" r="r" t="t"/>
                <a:pathLst>
                  <a:path extrusionOk="0" h="2068" w="614">
                    <a:moveTo>
                      <a:pt x="115" y="1"/>
                    </a:moveTo>
                    <a:cubicBezTo>
                      <a:pt x="39" y="20"/>
                      <a:pt x="1" y="58"/>
                      <a:pt x="20" y="135"/>
                    </a:cubicBezTo>
                    <a:lnTo>
                      <a:pt x="383" y="1972"/>
                    </a:lnTo>
                    <a:cubicBezTo>
                      <a:pt x="403" y="2030"/>
                      <a:pt x="441" y="2068"/>
                      <a:pt x="498" y="2068"/>
                    </a:cubicBezTo>
                    <a:cubicBezTo>
                      <a:pt x="594" y="2068"/>
                      <a:pt x="613" y="2010"/>
                      <a:pt x="613" y="1934"/>
                    </a:cubicBezTo>
                    <a:lnTo>
                      <a:pt x="249" y="96"/>
                    </a:lnTo>
                    <a:cubicBezTo>
                      <a:pt x="230" y="20"/>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4"/>
              <p:cNvSpPr/>
              <p:nvPr/>
            </p:nvSpPr>
            <p:spPr>
              <a:xfrm>
                <a:off x="1531042" y="1917044"/>
                <a:ext cx="72341" cy="75905"/>
              </a:xfrm>
              <a:custGeom>
                <a:rect b="b" l="l" r="r" t="t"/>
                <a:pathLst>
                  <a:path extrusionOk="0" h="1768" w="1685">
                    <a:moveTo>
                      <a:pt x="1034" y="217"/>
                    </a:moveTo>
                    <a:lnTo>
                      <a:pt x="1034" y="217"/>
                    </a:lnTo>
                    <a:cubicBezTo>
                      <a:pt x="1302" y="906"/>
                      <a:pt x="996" y="1289"/>
                      <a:pt x="843" y="1461"/>
                    </a:cubicBezTo>
                    <a:cubicBezTo>
                      <a:pt x="403" y="638"/>
                      <a:pt x="977" y="236"/>
                      <a:pt x="1034" y="217"/>
                    </a:cubicBezTo>
                    <a:close/>
                    <a:moveTo>
                      <a:pt x="958" y="0"/>
                    </a:moveTo>
                    <a:cubicBezTo>
                      <a:pt x="932" y="0"/>
                      <a:pt x="905" y="9"/>
                      <a:pt x="881" y="25"/>
                    </a:cubicBezTo>
                    <a:cubicBezTo>
                      <a:pt x="881" y="25"/>
                      <a:pt x="1" y="600"/>
                      <a:pt x="690" y="1691"/>
                    </a:cubicBezTo>
                    <a:cubicBezTo>
                      <a:pt x="728" y="1710"/>
                      <a:pt x="747" y="1748"/>
                      <a:pt x="785" y="1748"/>
                    </a:cubicBezTo>
                    <a:cubicBezTo>
                      <a:pt x="824" y="1748"/>
                      <a:pt x="843" y="1748"/>
                      <a:pt x="862" y="1767"/>
                    </a:cubicBezTo>
                    <a:cubicBezTo>
                      <a:pt x="862" y="1767"/>
                      <a:pt x="1685" y="1269"/>
                      <a:pt x="1245" y="178"/>
                    </a:cubicBezTo>
                    <a:cubicBezTo>
                      <a:pt x="1231" y="137"/>
                      <a:pt x="1197" y="106"/>
                      <a:pt x="1158" y="106"/>
                    </a:cubicBezTo>
                    <a:cubicBezTo>
                      <a:pt x="1143" y="106"/>
                      <a:pt x="1127" y="110"/>
                      <a:pt x="1111" y="121"/>
                    </a:cubicBezTo>
                    <a:lnTo>
                      <a:pt x="1072" y="121"/>
                    </a:lnTo>
                    <a:cubicBezTo>
                      <a:pt x="1072" y="102"/>
                      <a:pt x="1053" y="102"/>
                      <a:pt x="1053" y="64"/>
                    </a:cubicBezTo>
                    <a:cubicBezTo>
                      <a:pt x="1031" y="19"/>
                      <a:pt x="995" y="0"/>
                      <a:pt x="9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4"/>
              <p:cNvSpPr/>
              <p:nvPr/>
            </p:nvSpPr>
            <p:spPr>
              <a:xfrm>
                <a:off x="1568007" y="1929967"/>
                <a:ext cx="72384" cy="75304"/>
              </a:xfrm>
              <a:custGeom>
                <a:rect b="b" l="l" r="r" t="t"/>
                <a:pathLst>
                  <a:path extrusionOk="0" h="1754" w="1686">
                    <a:moveTo>
                      <a:pt x="1035" y="184"/>
                    </a:moveTo>
                    <a:cubicBezTo>
                      <a:pt x="1303" y="892"/>
                      <a:pt x="1015" y="1275"/>
                      <a:pt x="843" y="1428"/>
                    </a:cubicBezTo>
                    <a:cubicBezTo>
                      <a:pt x="403" y="605"/>
                      <a:pt x="977" y="203"/>
                      <a:pt x="1035" y="184"/>
                    </a:cubicBezTo>
                    <a:close/>
                    <a:moveTo>
                      <a:pt x="949" y="0"/>
                    </a:moveTo>
                    <a:cubicBezTo>
                      <a:pt x="926" y="0"/>
                      <a:pt x="902" y="4"/>
                      <a:pt x="881" y="11"/>
                    </a:cubicBezTo>
                    <a:cubicBezTo>
                      <a:pt x="881" y="11"/>
                      <a:pt x="1" y="586"/>
                      <a:pt x="690" y="1677"/>
                    </a:cubicBezTo>
                    <a:cubicBezTo>
                      <a:pt x="728" y="1715"/>
                      <a:pt x="747" y="1734"/>
                      <a:pt x="786" y="1734"/>
                    </a:cubicBezTo>
                    <a:cubicBezTo>
                      <a:pt x="805" y="1734"/>
                      <a:pt x="819" y="1729"/>
                      <a:pt x="831" y="1729"/>
                    </a:cubicBezTo>
                    <a:cubicBezTo>
                      <a:pt x="843" y="1729"/>
                      <a:pt x="853" y="1734"/>
                      <a:pt x="862" y="1753"/>
                    </a:cubicBezTo>
                    <a:cubicBezTo>
                      <a:pt x="862" y="1753"/>
                      <a:pt x="1685" y="1256"/>
                      <a:pt x="1245" y="184"/>
                    </a:cubicBezTo>
                    <a:cubicBezTo>
                      <a:pt x="1230" y="125"/>
                      <a:pt x="1194" y="100"/>
                      <a:pt x="1143" y="100"/>
                    </a:cubicBezTo>
                    <a:cubicBezTo>
                      <a:pt x="1127" y="100"/>
                      <a:pt x="1110" y="103"/>
                      <a:pt x="1092" y="107"/>
                    </a:cubicBezTo>
                    <a:lnTo>
                      <a:pt x="1073" y="107"/>
                    </a:lnTo>
                    <a:cubicBezTo>
                      <a:pt x="1073" y="88"/>
                      <a:pt x="1054" y="88"/>
                      <a:pt x="1054" y="50"/>
                    </a:cubicBezTo>
                    <a:cubicBezTo>
                      <a:pt x="1029" y="13"/>
                      <a:pt x="990" y="0"/>
                      <a:pt x="9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4"/>
              <p:cNvSpPr/>
              <p:nvPr/>
            </p:nvSpPr>
            <p:spPr>
              <a:xfrm>
                <a:off x="1605014" y="1940442"/>
                <a:ext cx="72341" cy="77150"/>
              </a:xfrm>
              <a:custGeom>
                <a:rect b="b" l="l" r="r" t="t"/>
                <a:pathLst>
                  <a:path extrusionOk="0" h="1797" w="1685">
                    <a:moveTo>
                      <a:pt x="1015" y="227"/>
                    </a:moveTo>
                    <a:lnTo>
                      <a:pt x="1015" y="227"/>
                    </a:lnTo>
                    <a:cubicBezTo>
                      <a:pt x="1302" y="935"/>
                      <a:pt x="1015" y="1337"/>
                      <a:pt x="823" y="1490"/>
                    </a:cubicBezTo>
                    <a:cubicBezTo>
                      <a:pt x="383" y="667"/>
                      <a:pt x="957" y="265"/>
                      <a:pt x="1015" y="227"/>
                    </a:cubicBezTo>
                    <a:close/>
                    <a:moveTo>
                      <a:pt x="959" y="1"/>
                    </a:moveTo>
                    <a:cubicBezTo>
                      <a:pt x="932" y="1"/>
                      <a:pt x="905" y="11"/>
                      <a:pt x="881" y="35"/>
                    </a:cubicBezTo>
                    <a:cubicBezTo>
                      <a:pt x="881" y="35"/>
                      <a:pt x="0" y="629"/>
                      <a:pt x="689" y="1758"/>
                    </a:cubicBezTo>
                    <a:cubicBezTo>
                      <a:pt x="728" y="1777"/>
                      <a:pt x="747" y="1796"/>
                      <a:pt x="766" y="1796"/>
                    </a:cubicBezTo>
                    <a:lnTo>
                      <a:pt x="862" y="1796"/>
                    </a:lnTo>
                    <a:cubicBezTo>
                      <a:pt x="862" y="1796"/>
                      <a:pt x="1685" y="1280"/>
                      <a:pt x="1244" y="169"/>
                    </a:cubicBezTo>
                    <a:cubicBezTo>
                      <a:pt x="1230" y="111"/>
                      <a:pt x="1193" y="86"/>
                      <a:pt x="1142" y="86"/>
                    </a:cubicBezTo>
                    <a:cubicBezTo>
                      <a:pt x="1126" y="86"/>
                      <a:pt x="1109" y="88"/>
                      <a:pt x="1091" y="93"/>
                    </a:cubicBezTo>
                    <a:lnTo>
                      <a:pt x="1072" y="93"/>
                    </a:lnTo>
                    <a:cubicBezTo>
                      <a:pt x="1072" y="74"/>
                      <a:pt x="1053" y="74"/>
                      <a:pt x="1053" y="55"/>
                    </a:cubicBezTo>
                    <a:cubicBezTo>
                      <a:pt x="1031" y="21"/>
                      <a:pt x="996" y="1"/>
                      <a:pt x="9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4"/>
              <p:cNvSpPr/>
              <p:nvPr/>
            </p:nvSpPr>
            <p:spPr>
              <a:xfrm>
                <a:off x="1970667" y="1891972"/>
                <a:ext cx="54310" cy="75475"/>
              </a:xfrm>
              <a:custGeom>
                <a:rect b="b" l="l" r="r" t="t"/>
                <a:pathLst>
                  <a:path extrusionOk="0" h="1758" w="1265">
                    <a:moveTo>
                      <a:pt x="575" y="265"/>
                    </a:moveTo>
                    <a:lnTo>
                      <a:pt x="575" y="265"/>
                    </a:lnTo>
                    <a:cubicBezTo>
                      <a:pt x="671" y="341"/>
                      <a:pt x="862" y="514"/>
                      <a:pt x="939" y="743"/>
                    </a:cubicBezTo>
                    <a:cubicBezTo>
                      <a:pt x="977" y="973"/>
                      <a:pt x="958" y="1203"/>
                      <a:pt x="843" y="1471"/>
                    </a:cubicBezTo>
                    <a:cubicBezTo>
                      <a:pt x="671" y="1318"/>
                      <a:pt x="365" y="973"/>
                      <a:pt x="575" y="265"/>
                    </a:cubicBezTo>
                    <a:close/>
                    <a:moveTo>
                      <a:pt x="567" y="0"/>
                    </a:moveTo>
                    <a:cubicBezTo>
                      <a:pt x="516" y="0"/>
                      <a:pt x="474" y="27"/>
                      <a:pt x="460" y="54"/>
                    </a:cubicBezTo>
                    <a:cubicBezTo>
                      <a:pt x="441" y="73"/>
                      <a:pt x="441" y="73"/>
                      <a:pt x="441" y="93"/>
                    </a:cubicBezTo>
                    <a:cubicBezTo>
                      <a:pt x="403" y="93"/>
                      <a:pt x="384" y="131"/>
                      <a:pt x="365" y="169"/>
                    </a:cubicBezTo>
                    <a:cubicBezTo>
                      <a:pt x="1" y="1241"/>
                      <a:pt x="843" y="1719"/>
                      <a:pt x="843" y="1719"/>
                    </a:cubicBezTo>
                    <a:cubicBezTo>
                      <a:pt x="843" y="1758"/>
                      <a:pt x="862" y="1758"/>
                      <a:pt x="881" y="1758"/>
                    </a:cubicBezTo>
                    <a:cubicBezTo>
                      <a:pt x="939" y="1758"/>
                      <a:pt x="958" y="1758"/>
                      <a:pt x="1015" y="1700"/>
                    </a:cubicBezTo>
                    <a:cubicBezTo>
                      <a:pt x="1226" y="1318"/>
                      <a:pt x="1264" y="992"/>
                      <a:pt x="1168" y="686"/>
                    </a:cubicBezTo>
                    <a:cubicBezTo>
                      <a:pt x="1034" y="227"/>
                      <a:pt x="652" y="16"/>
                      <a:pt x="632" y="16"/>
                    </a:cubicBezTo>
                    <a:cubicBezTo>
                      <a:pt x="610" y="5"/>
                      <a:pt x="588" y="0"/>
                      <a:pt x="5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4"/>
              <p:cNvSpPr/>
              <p:nvPr/>
            </p:nvSpPr>
            <p:spPr>
              <a:xfrm>
                <a:off x="1941087" y="1910433"/>
                <a:ext cx="66631" cy="77579"/>
              </a:xfrm>
              <a:custGeom>
                <a:rect b="b" l="l" r="r" t="t"/>
                <a:pathLst>
                  <a:path extrusionOk="0" h="1807" w="1552">
                    <a:moveTo>
                      <a:pt x="556" y="275"/>
                    </a:moveTo>
                    <a:cubicBezTo>
                      <a:pt x="594" y="313"/>
                      <a:pt x="1168" y="677"/>
                      <a:pt x="805" y="1462"/>
                    </a:cubicBezTo>
                    <a:cubicBezTo>
                      <a:pt x="652" y="1309"/>
                      <a:pt x="384" y="888"/>
                      <a:pt x="556" y="275"/>
                    </a:cubicBezTo>
                    <a:close/>
                    <a:moveTo>
                      <a:pt x="466" y="0"/>
                    </a:moveTo>
                    <a:cubicBezTo>
                      <a:pt x="427" y="0"/>
                      <a:pt x="379" y="25"/>
                      <a:pt x="364" y="84"/>
                    </a:cubicBezTo>
                    <a:cubicBezTo>
                      <a:pt x="1" y="1156"/>
                      <a:pt x="766" y="1768"/>
                      <a:pt x="766" y="1768"/>
                    </a:cubicBezTo>
                    <a:cubicBezTo>
                      <a:pt x="786" y="1806"/>
                      <a:pt x="805" y="1806"/>
                      <a:pt x="843" y="1806"/>
                    </a:cubicBezTo>
                    <a:lnTo>
                      <a:pt x="862" y="1806"/>
                    </a:lnTo>
                    <a:cubicBezTo>
                      <a:pt x="881" y="1806"/>
                      <a:pt x="900" y="1768"/>
                      <a:pt x="939" y="1749"/>
                    </a:cubicBezTo>
                    <a:cubicBezTo>
                      <a:pt x="1551" y="600"/>
                      <a:pt x="652" y="84"/>
                      <a:pt x="652" y="84"/>
                    </a:cubicBezTo>
                    <a:cubicBezTo>
                      <a:pt x="613" y="45"/>
                      <a:pt x="594" y="45"/>
                      <a:pt x="575" y="45"/>
                    </a:cubicBezTo>
                    <a:cubicBezTo>
                      <a:pt x="556" y="26"/>
                      <a:pt x="518" y="7"/>
                      <a:pt x="498" y="7"/>
                    </a:cubicBezTo>
                    <a:cubicBezTo>
                      <a:pt x="489" y="3"/>
                      <a:pt x="478" y="0"/>
                      <a:pt x="4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4"/>
              <p:cNvSpPr/>
              <p:nvPr/>
            </p:nvSpPr>
            <p:spPr>
              <a:xfrm>
                <a:off x="1907428" y="1927649"/>
                <a:ext cx="69851" cy="77622"/>
              </a:xfrm>
              <a:custGeom>
                <a:rect b="b" l="l" r="r" t="t"/>
                <a:pathLst>
                  <a:path extrusionOk="0" h="1808" w="1627">
                    <a:moveTo>
                      <a:pt x="574" y="257"/>
                    </a:moveTo>
                    <a:cubicBezTo>
                      <a:pt x="632" y="295"/>
                      <a:pt x="1206" y="678"/>
                      <a:pt x="823" y="1520"/>
                    </a:cubicBezTo>
                    <a:cubicBezTo>
                      <a:pt x="632" y="1348"/>
                      <a:pt x="325" y="965"/>
                      <a:pt x="574" y="257"/>
                    </a:cubicBezTo>
                    <a:close/>
                    <a:moveTo>
                      <a:pt x="654" y="1"/>
                    </a:moveTo>
                    <a:cubicBezTo>
                      <a:pt x="604" y="1"/>
                      <a:pt x="565" y="22"/>
                      <a:pt x="536" y="65"/>
                    </a:cubicBezTo>
                    <a:cubicBezTo>
                      <a:pt x="517" y="85"/>
                      <a:pt x="517" y="85"/>
                      <a:pt x="517" y="104"/>
                    </a:cubicBezTo>
                    <a:lnTo>
                      <a:pt x="498" y="104"/>
                    </a:lnTo>
                    <a:cubicBezTo>
                      <a:pt x="484" y="99"/>
                      <a:pt x="471" y="97"/>
                      <a:pt x="457" y="97"/>
                    </a:cubicBezTo>
                    <a:cubicBezTo>
                      <a:pt x="414" y="97"/>
                      <a:pt x="374" y="122"/>
                      <a:pt x="345" y="180"/>
                    </a:cubicBezTo>
                    <a:cubicBezTo>
                      <a:pt x="0" y="1310"/>
                      <a:pt x="823" y="1788"/>
                      <a:pt x="823" y="1788"/>
                    </a:cubicBezTo>
                    <a:cubicBezTo>
                      <a:pt x="823" y="1807"/>
                      <a:pt x="861" y="1807"/>
                      <a:pt x="880" y="1807"/>
                    </a:cubicBezTo>
                    <a:cubicBezTo>
                      <a:pt x="880" y="1807"/>
                      <a:pt x="900" y="1807"/>
                      <a:pt x="919" y="1769"/>
                    </a:cubicBezTo>
                    <a:cubicBezTo>
                      <a:pt x="957" y="1769"/>
                      <a:pt x="976" y="1731"/>
                      <a:pt x="995" y="1712"/>
                    </a:cubicBezTo>
                    <a:cubicBezTo>
                      <a:pt x="1627" y="563"/>
                      <a:pt x="708" y="8"/>
                      <a:pt x="708" y="8"/>
                    </a:cubicBezTo>
                    <a:cubicBezTo>
                      <a:pt x="689" y="3"/>
                      <a:pt x="671" y="1"/>
                      <a:pt x="6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4"/>
              <p:cNvSpPr/>
              <p:nvPr/>
            </p:nvSpPr>
            <p:spPr>
              <a:xfrm>
                <a:off x="1664990" y="1948299"/>
                <a:ext cx="64141" cy="79168"/>
              </a:xfrm>
              <a:custGeom>
                <a:rect b="b" l="l" r="r" t="t"/>
                <a:pathLst>
                  <a:path extrusionOk="0" h="1844" w="1494">
                    <a:moveTo>
                      <a:pt x="919" y="254"/>
                    </a:moveTo>
                    <a:cubicBezTo>
                      <a:pt x="1168" y="522"/>
                      <a:pt x="1264" y="752"/>
                      <a:pt x="1206" y="1020"/>
                    </a:cubicBezTo>
                    <a:cubicBezTo>
                      <a:pt x="1187" y="1288"/>
                      <a:pt x="996" y="1479"/>
                      <a:pt x="900" y="1575"/>
                    </a:cubicBezTo>
                    <a:cubicBezTo>
                      <a:pt x="422" y="943"/>
                      <a:pt x="804" y="388"/>
                      <a:pt x="919" y="254"/>
                    </a:cubicBezTo>
                    <a:close/>
                    <a:moveTo>
                      <a:pt x="864" y="1"/>
                    </a:moveTo>
                    <a:cubicBezTo>
                      <a:pt x="833" y="1"/>
                      <a:pt x="804" y="15"/>
                      <a:pt x="785" y="44"/>
                    </a:cubicBezTo>
                    <a:cubicBezTo>
                      <a:pt x="785" y="44"/>
                      <a:pt x="1" y="867"/>
                      <a:pt x="804" y="1805"/>
                    </a:cubicBezTo>
                    <a:cubicBezTo>
                      <a:pt x="824" y="1824"/>
                      <a:pt x="881" y="1843"/>
                      <a:pt x="900" y="1843"/>
                    </a:cubicBezTo>
                    <a:cubicBezTo>
                      <a:pt x="919" y="1843"/>
                      <a:pt x="958" y="1843"/>
                      <a:pt x="958" y="1824"/>
                    </a:cubicBezTo>
                    <a:cubicBezTo>
                      <a:pt x="977" y="1824"/>
                      <a:pt x="1379" y="1518"/>
                      <a:pt x="1455" y="1039"/>
                    </a:cubicBezTo>
                    <a:cubicBezTo>
                      <a:pt x="1494" y="733"/>
                      <a:pt x="1379" y="427"/>
                      <a:pt x="1111" y="101"/>
                    </a:cubicBezTo>
                    <a:cubicBezTo>
                      <a:pt x="1084" y="88"/>
                      <a:pt x="1047" y="74"/>
                      <a:pt x="1014" y="74"/>
                    </a:cubicBezTo>
                    <a:cubicBezTo>
                      <a:pt x="1001" y="74"/>
                      <a:pt x="988" y="77"/>
                      <a:pt x="977" y="82"/>
                    </a:cubicBezTo>
                    <a:cubicBezTo>
                      <a:pt x="977" y="63"/>
                      <a:pt x="958" y="44"/>
                      <a:pt x="958" y="44"/>
                    </a:cubicBezTo>
                    <a:cubicBezTo>
                      <a:pt x="929" y="15"/>
                      <a:pt x="895" y="1"/>
                      <a:pt x="8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4"/>
              <p:cNvSpPr/>
              <p:nvPr/>
            </p:nvSpPr>
            <p:spPr>
              <a:xfrm>
                <a:off x="1711014" y="1946453"/>
                <a:ext cx="64957" cy="79339"/>
              </a:xfrm>
              <a:custGeom>
                <a:rect b="b" l="l" r="r" t="t"/>
                <a:pathLst>
                  <a:path extrusionOk="0" h="1848" w="1513">
                    <a:moveTo>
                      <a:pt x="957" y="221"/>
                    </a:moveTo>
                    <a:cubicBezTo>
                      <a:pt x="1168" y="489"/>
                      <a:pt x="1264" y="757"/>
                      <a:pt x="1245" y="986"/>
                    </a:cubicBezTo>
                    <a:cubicBezTo>
                      <a:pt x="1225" y="1254"/>
                      <a:pt x="1034" y="1446"/>
                      <a:pt x="938" y="1542"/>
                    </a:cubicBezTo>
                    <a:cubicBezTo>
                      <a:pt x="460" y="910"/>
                      <a:pt x="843" y="374"/>
                      <a:pt x="957" y="221"/>
                    </a:cubicBezTo>
                    <a:close/>
                    <a:moveTo>
                      <a:pt x="871" y="1"/>
                    </a:moveTo>
                    <a:cubicBezTo>
                      <a:pt x="843" y="1"/>
                      <a:pt x="814" y="10"/>
                      <a:pt x="785" y="29"/>
                    </a:cubicBezTo>
                    <a:cubicBezTo>
                      <a:pt x="785" y="29"/>
                      <a:pt x="0" y="872"/>
                      <a:pt x="804" y="1809"/>
                    </a:cubicBezTo>
                    <a:cubicBezTo>
                      <a:pt x="843" y="1829"/>
                      <a:pt x="881" y="1848"/>
                      <a:pt x="900" y="1848"/>
                    </a:cubicBezTo>
                    <a:cubicBezTo>
                      <a:pt x="938" y="1848"/>
                      <a:pt x="957" y="1829"/>
                      <a:pt x="957" y="1829"/>
                    </a:cubicBezTo>
                    <a:cubicBezTo>
                      <a:pt x="977" y="1829"/>
                      <a:pt x="1379" y="1522"/>
                      <a:pt x="1455" y="1044"/>
                    </a:cubicBezTo>
                    <a:cubicBezTo>
                      <a:pt x="1513" y="718"/>
                      <a:pt x="1379" y="412"/>
                      <a:pt x="1130" y="106"/>
                    </a:cubicBezTo>
                    <a:cubicBezTo>
                      <a:pt x="1090" y="93"/>
                      <a:pt x="1060" y="70"/>
                      <a:pt x="1026" y="70"/>
                    </a:cubicBezTo>
                    <a:cubicBezTo>
                      <a:pt x="1010" y="70"/>
                      <a:pt x="994" y="75"/>
                      <a:pt x="977" y="87"/>
                    </a:cubicBezTo>
                    <a:cubicBezTo>
                      <a:pt x="977" y="49"/>
                      <a:pt x="957" y="29"/>
                      <a:pt x="957" y="29"/>
                    </a:cubicBezTo>
                    <a:cubicBezTo>
                      <a:pt x="929" y="10"/>
                      <a:pt x="900" y="1"/>
                      <a:pt x="8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4"/>
              <p:cNvSpPr/>
              <p:nvPr/>
            </p:nvSpPr>
            <p:spPr>
              <a:xfrm>
                <a:off x="1756221" y="1945036"/>
                <a:ext cx="64141" cy="79940"/>
              </a:xfrm>
              <a:custGeom>
                <a:rect b="b" l="l" r="r" t="t"/>
                <a:pathLst>
                  <a:path extrusionOk="0" h="1862" w="1494">
                    <a:moveTo>
                      <a:pt x="938" y="235"/>
                    </a:moveTo>
                    <a:cubicBezTo>
                      <a:pt x="1168" y="522"/>
                      <a:pt x="1263" y="751"/>
                      <a:pt x="1225" y="1000"/>
                    </a:cubicBezTo>
                    <a:cubicBezTo>
                      <a:pt x="1187" y="1268"/>
                      <a:pt x="995" y="1460"/>
                      <a:pt x="900" y="1555"/>
                    </a:cubicBezTo>
                    <a:cubicBezTo>
                      <a:pt x="421" y="924"/>
                      <a:pt x="804" y="369"/>
                      <a:pt x="938" y="235"/>
                    </a:cubicBezTo>
                    <a:close/>
                    <a:moveTo>
                      <a:pt x="864" y="0"/>
                    </a:moveTo>
                    <a:cubicBezTo>
                      <a:pt x="833" y="0"/>
                      <a:pt x="804" y="15"/>
                      <a:pt x="785" y="43"/>
                    </a:cubicBezTo>
                    <a:cubicBezTo>
                      <a:pt x="785" y="43"/>
                      <a:pt x="0" y="885"/>
                      <a:pt x="804" y="1804"/>
                    </a:cubicBezTo>
                    <a:cubicBezTo>
                      <a:pt x="823" y="1842"/>
                      <a:pt x="881" y="1862"/>
                      <a:pt x="900" y="1862"/>
                    </a:cubicBezTo>
                    <a:cubicBezTo>
                      <a:pt x="938" y="1862"/>
                      <a:pt x="957" y="1842"/>
                      <a:pt x="957" y="1842"/>
                    </a:cubicBezTo>
                    <a:cubicBezTo>
                      <a:pt x="976" y="1842"/>
                      <a:pt x="1378" y="1517"/>
                      <a:pt x="1455" y="1039"/>
                    </a:cubicBezTo>
                    <a:cubicBezTo>
                      <a:pt x="1493" y="732"/>
                      <a:pt x="1378" y="426"/>
                      <a:pt x="1110" y="120"/>
                    </a:cubicBezTo>
                    <a:cubicBezTo>
                      <a:pt x="1082" y="92"/>
                      <a:pt x="1044" y="74"/>
                      <a:pt x="1010" y="74"/>
                    </a:cubicBezTo>
                    <a:cubicBezTo>
                      <a:pt x="998" y="74"/>
                      <a:pt x="987" y="76"/>
                      <a:pt x="976" y="82"/>
                    </a:cubicBezTo>
                    <a:cubicBezTo>
                      <a:pt x="976" y="62"/>
                      <a:pt x="957" y="43"/>
                      <a:pt x="957" y="43"/>
                    </a:cubicBezTo>
                    <a:cubicBezTo>
                      <a:pt x="928" y="15"/>
                      <a:pt x="895"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4"/>
              <p:cNvSpPr/>
              <p:nvPr/>
            </p:nvSpPr>
            <p:spPr>
              <a:xfrm>
                <a:off x="1801386" y="1943190"/>
                <a:ext cx="64141" cy="79339"/>
              </a:xfrm>
              <a:custGeom>
                <a:rect b="b" l="l" r="r" t="t"/>
                <a:pathLst>
                  <a:path extrusionOk="0" h="1848" w="1494">
                    <a:moveTo>
                      <a:pt x="939" y="259"/>
                    </a:moveTo>
                    <a:cubicBezTo>
                      <a:pt x="1168" y="507"/>
                      <a:pt x="1264" y="756"/>
                      <a:pt x="1226" y="1005"/>
                    </a:cubicBezTo>
                    <a:cubicBezTo>
                      <a:pt x="1188" y="1273"/>
                      <a:pt x="996" y="1464"/>
                      <a:pt x="900" y="1560"/>
                    </a:cubicBezTo>
                    <a:cubicBezTo>
                      <a:pt x="422" y="948"/>
                      <a:pt x="805" y="393"/>
                      <a:pt x="939" y="259"/>
                    </a:cubicBezTo>
                    <a:close/>
                    <a:moveTo>
                      <a:pt x="872" y="0"/>
                    </a:moveTo>
                    <a:cubicBezTo>
                      <a:pt x="843" y="0"/>
                      <a:pt x="814" y="10"/>
                      <a:pt x="786" y="29"/>
                    </a:cubicBezTo>
                    <a:cubicBezTo>
                      <a:pt x="786" y="29"/>
                      <a:pt x="1" y="871"/>
                      <a:pt x="805" y="1809"/>
                    </a:cubicBezTo>
                    <a:cubicBezTo>
                      <a:pt x="843" y="1828"/>
                      <a:pt x="881" y="1847"/>
                      <a:pt x="900" y="1847"/>
                    </a:cubicBezTo>
                    <a:cubicBezTo>
                      <a:pt x="939" y="1847"/>
                      <a:pt x="958" y="1847"/>
                      <a:pt x="958" y="1828"/>
                    </a:cubicBezTo>
                    <a:cubicBezTo>
                      <a:pt x="977" y="1828"/>
                      <a:pt x="1379" y="1522"/>
                      <a:pt x="1456" y="1043"/>
                    </a:cubicBezTo>
                    <a:cubicBezTo>
                      <a:pt x="1494" y="737"/>
                      <a:pt x="1379" y="412"/>
                      <a:pt x="1111" y="105"/>
                    </a:cubicBezTo>
                    <a:cubicBezTo>
                      <a:pt x="1085" y="92"/>
                      <a:pt x="1049" y="70"/>
                      <a:pt x="1017" y="70"/>
                    </a:cubicBezTo>
                    <a:cubicBezTo>
                      <a:pt x="1003" y="70"/>
                      <a:pt x="989" y="74"/>
                      <a:pt x="977" y="86"/>
                    </a:cubicBezTo>
                    <a:cubicBezTo>
                      <a:pt x="977" y="67"/>
                      <a:pt x="958" y="29"/>
                      <a:pt x="958" y="29"/>
                    </a:cubicBezTo>
                    <a:cubicBezTo>
                      <a:pt x="929" y="10"/>
                      <a:pt x="900" y="0"/>
                      <a:pt x="8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4"/>
              <p:cNvSpPr/>
              <p:nvPr/>
            </p:nvSpPr>
            <p:spPr>
              <a:xfrm>
                <a:off x="1841656" y="1943190"/>
                <a:ext cx="64141" cy="79339"/>
              </a:xfrm>
              <a:custGeom>
                <a:rect b="b" l="l" r="r" t="t"/>
                <a:pathLst>
                  <a:path extrusionOk="0" h="1848" w="1494">
                    <a:moveTo>
                      <a:pt x="958" y="259"/>
                    </a:moveTo>
                    <a:cubicBezTo>
                      <a:pt x="1168" y="507"/>
                      <a:pt x="1264" y="756"/>
                      <a:pt x="1245" y="1005"/>
                    </a:cubicBezTo>
                    <a:cubicBezTo>
                      <a:pt x="1207" y="1273"/>
                      <a:pt x="1015" y="1464"/>
                      <a:pt x="920" y="1560"/>
                    </a:cubicBezTo>
                    <a:cubicBezTo>
                      <a:pt x="441" y="948"/>
                      <a:pt x="824" y="393"/>
                      <a:pt x="958" y="259"/>
                    </a:cubicBezTo>
                    <a:close/>
                    <a:moveTo>
                      <a:pt x="864" y="0"/>
                    </a:moveTo>
                    <a:cubicBezTo>
                      <a:pt x="833" y="0"/>
                      <a:pt x="805" y="10"/>
                      <a:pt x="786" y="29"/>
                    </a:cubicBezTo>
                    <a:cubicBezTo>
                      <a:pt x="786" y="29"/>
                      <a:pt x="1" y="871"/>
                      <a:pt x="805" y="1809"/>
                    </a:cubicBezTo>
                    <a:cubicBezTo>
                      <a:pt x="824" y="1828"/>
                      <a:pt x="881" y="1847"/>
                      <a:pt x="900" y="1847"/>
                    </a:cubicBezTo>
                    <a:cubicBezTo>
                      <a:pt x="920" y="1847"/>
                      <a:pt x="958" y="1847"/>
                      <a:pt x="958" y="1828"/>
                    </a:cubicBezTo>
                    <a:cubicBezTo>
                      <a:pt x="977" y="1828"/>
                      <a:pt x="1379" y="1522"/>
                      <a:pt x="1455" y="1043"/>
                    </a:cubicBezTo>
                    <a:cubicBezTo>
                      <a:pt x="1494" y="737"/>
                      <a:pt x="1379" y="412"/>
                      <a:pt x="1111" y="105"/>
                    </a:cubicBezTo>
                    <a:cubicBezTo>
                      <a:pt x="1085" y="92"/>
                      <a:pt x="1049" y="70"/>
                      <a:pt x="1017" y="70"/>
                    </a:cubicBezTo>
                    <a:cubicBezTo>
                      <a:pt x="1003" y="70"/>
                      <a:pt x="989" y="74"/>
                      <a:pt x="977" y="86"/>
                    </a:cubicBezTo>
                    <a:cubicBezTo>
                      <a:pt x="977" y="67"/>
                      <a:pt x="958" y="29"/>
                      <a:pt x="958" y="29"/>
                    </a:cubicBezTo>
                    <a:cubicBezTo>
                      <a:pt x="929" y="10"/>
                      <a:pt x="896" y="0"/>
                      <a:pt x="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3" name="Google Shape;1493;p34"/>
            <p:cNvSpPr/>
            <p:nvPr/>
          </p:nvSpPr>
          <p:spPr>
            <a:xfrm>
              <a:off x="1501756" y="3623359"/>
              <a:ext cx="939643" cy="125597"/>
            </a:xfrm>
            <a:custGeom>
              <a:rect b="b" l="l" r="r" t="t"/>
              <a:pathLst>
                <a:path extrusionOk="0" h="2528" w="18912">
                  <a:moveTo>
                    <a:pt x="18778" y="1"/>
                  </a:moveTo>
                  <a:lnTo>
                    <a:pt x="14356" y="364"/>
                  </a:lnTo>
                  <a:cubicBezTo>
                    <a:pt x="14337" y="364"/>
                    <a:pt x="14318" y="383"/>
                    <a:pt x="14280" y="422"/>
                  </a:cubicBezTo>
                  <a:lnTo>
                    <a:pt x="12634" y="2278"/>
                  </a:lnTo>
                  <a:lnTo>
                    <a:pt x="5915" y="2278"/>
                  </a:lnTo>
                  <a:lnTo>
                    <a:pt x="3791" y="996"/>
                  </a:lnTo>
                  <a:cubicBezTo>
                    <a:pt x="3752" y="958"/>
                    <a:pt x="3733" y="958"/>
                    <a:pt x="3714" y="958"/>
                  </a:cubicBezTo>
                  <a:lnTo>
                    <a:pt x="116" y="958"/>
                  </a:lnTo>
                  <a:cubicBezTo>
                    <a:pt x="39" y="958"/>
                    <a:pt x="1" y="1015"/>
                    <a:pt x="1" y="1092"/>
                  </a:cubicBezTo>
                  <a:cubicBezTo>
                    <a:pt x="1" y="1149"/>
                    <a:pt x="39" y="1207"/>
                    <a:pt x="116" y="1207"/>
                  </a:cubicBezTo>
                  <a:lnTo>
                    <a:pt x="3676" y="1207"/>
                  </a:lnTo>
                  <a:lnTo>
                    <a:pt x="5820" y="2489"/>
                  </a:lnTo>
                  <a:cubicBezTo>
                    <a:pt x="5839" y="2527"/>
                    <a:pt x="5858" y="2527"/>
                    <a:pt x="5896" y="2527"/>
                  </a:cubicBezTo>
                  <a:lnTo>
                    <a:pt x="12710" y="2527"/>
                  </a:lnTo>
                  <a:cubicBezTo>
                    <a:pt x="12749" y="2527"/>
                    <a:pt x="12787" y="2527"/>
                    <a:pt x="12749" y="2470"/>
                  </a:cubicBezTo>
                  <a:lnTo>
                    <a:pt x="14414" y="613"/>
                  </a:lnTo>
                  <a:lnTo>
                    <a:pt x="18778" y="249"/>
                  </a:lnTo>
                  <a:cubicBezTo>
                    <a:pt x="18854" y="249"/>
                    <a:pt x="18912" y="192"/>
                    <a:pt x="18912" y="135"/>
                  </a:cubicBezTo>
                  <a:cubicBezTo>
                    <a:pt x="18912" y="58"/>
                    <a:pt x="18854" y="1"/>
                    <a:pt x="187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4"/>
            <p:cNvSpPr/>
            <p:nvPr/>
          </p:nvSpPr>
          <p:spPr>
            <a:xfrm>
              <a:off x="2566910" y="3516644"/>
              <a:ext cx="66628" cy="374954"/>
            </a:xfrm>
            <a:custGeom>
              <a:rect b="b" l="l" r="r" t="t"/>
              <a:pathLst>
                <a:path extrusionOk="0" h="7547" w="1341">
                  <a:moveTo>
                    <a:pt x="1186" y="0"/>
                  </a:moveTo>
                  <a:cubicBezTo>
                    <a:pt x="1125" y="0"/>
                    <a:pt x="1072" y="37"/>
                    <a:pt x="1072" y="101"/>
                  </a:cubicBezTo>
                  <a:lnTo>
                    <a:pt x="0" y="7393"/>
                  </a:lnTo>
                  <a:cubicBezTo>
                    <a:pt x="0" y="7470"/>
                    <a:pt x="58" y="7546"/>
                    <a:pt x="115" y="7546"/>
                  </a:cubicBezTo>
                  <a:cubicBezTo>
                    <a:pt x="192" y="7546"/>
                    <a:pt x="249" y="7508"/>
                    <a:pt x="249" y="7451"/>
                  </a:cubicBezTo>
                  <a:lnTo>
                    <a:pt x="1321" y="139"/>
                  </a:lnTo>
                  <a:cubicBezTo>
                    <a:pt x="1340" y="81"/>
                    <a:pt x="1302" y="5"/>
                    <a:pt x="1225" y="5"/>
                  </a:cubicBezTo>
                  <a:cubicBezTo>
                    <a:pt x="1212" y="2"/>
                    <a:pt x="1199" y="0"/>
                    <a:pt x="11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4"/>
            <p:cNvSpPr/>
            <p:nvPr/>
          </p:nvSpPr>
          <p:spPr>
            <a:xfrm>
              <a:off x="3032909" y="3522556"/>
              <a:ext cx="64690" cy="389014"/>
            </a:xfrm>
            <a:custGeom>
              <a:rect b="b" l="l" r="r" t="t"/>
              <a:pathLst>
                <a:path extrusionOk="0" h="7830" w="1302">
                  <a:moveTo>
                    <a:pt x="96" y="1"/>
                  </a:moveTo>
                  <a:cubicBezTo>
                    <a:pt x="39" y="20"/>
                    <a:pt x="0" y="77"/>
                    <a:pt x="0" y="154"/>
                  </a:cubicBezTo>
                  <a:lnTo>
                    <a:pt x="1034" y="7734"/>
                  </a:lnTo>
                  <a:cubicBezTo>
                    <a:pt x="1034" y="7772"/>
                    <a:pt x="1110" y="7829"/>
                    <a:pt x="1149" y="7829"/>
                  </a:cubicBezTo>
                  <a:cubicBezTo>
                    <a:pt x="1244" y="7829"/>
                    <a:pt x="1302" y="7753"/>
                    <a:pt x="1264" y="7676"/>
                  </a:cubicBezTo>
                  <a:lnTo>
                    <a:pt x="230" y="96"/>
                  </a:lnTo>
                  <a:cubicBezTo>
                    <a:pt x="211" y="58"/>
                    <a:pt x="173"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4"/>
            <p:cNvSpPr/>
            <p:nvPr/>
          </p:nvSpPr>
          <p:spPr>
            <a:xfrm>
              <a:off x="2614459" y="3575814"/>
              <a:ext cx="415615" cy="23848"/>
            </a:xfrm>
            <a:custGeom>
              <a:rect b="b" l="l" r="r" t="t"/>
              <a:pathLst>
                <a:path extrusionOk="0" h="480" w="8365">
                  <a:moveTo>
                    <a:pt x="8250" y="1"/>
                  </a:moveTo>
                  <a:lnTo>
                    <a:pt x="115" y="249"/>
                  </a:lnTo>
                  <a:cubicBezTo>
                    <a:pt x="58" y="249"/>
                    <a:pt x="0" y="288"/>
                    <a:pt x="0" y="364"/>
                  </a:cubicBezTo>
                  <a:cubicBezTo>
                    <a:pt x="0" y="441"/>
                    <a:pt x="58" y="479"/>
                    <a:pt x="115" y="479"/>
                  </a:cubicBezTo>
                  <a:lnTo>
                    <a:pt x="8250" y="249"/>
                  </a:lnTo>
                  <a:cubicBezTo>
                    <a:pt x="8327" y="249"/>
                    <a:pt x="8365" y="192"/>
                    <a:pt x="8365" y="135"/>
                  </a:cubicBezTo>
                  <a:cubicBezTo>
                    <a:pt x="8365" y="58"/>
                    <a:pt x="8327" y="1"/>
                    <a:pt x="82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4"/>
            <p:cNvSpPr/>
            <p:nvPr/>
          </p:nvSpPr>
          <p:spPr>
            <a:xfrm>
              <a:off x="2612571" y="3653814"/>
              <a:ext cx="447960" cy="17140"/>
            </a:xfrm>
            <a:custGeom>
              <a:rect b="b" l="l" r="r" t="t"/>
              <a:pathLst>
                <a:path extrusionOk="0" h="345" w="9016">
                  <a:moveTo>
                    <a:pt x="115" y="0"/>
                  </a:moveTo>
                  <a:cubicBezTo>
                    <a:pt x="38" y="0"/>
                    <a:pt x="0" y="38"/>
                    <a:pt x="0" y="115"/>
                  </a:cubicBezTo>
                  <a:cubicBezTo>
                    <a:pt x="0" y="192"/>
                    <a:pt x="38" y="230"/>
                    <a:pt x="115" y="230"/>
                  </a:cubicBezTo>
                  <a:lnTo>
                    <a:pt x="8881" y="345"/>
                  </a:lnTo>
                  <a:cubicBezTo>
                    <a:pt x="8958" y="345"/>
                    <a:pt x="9015" y="306"/>
                    <a:pt x="9015" y="230"/>
                  </a:cubicBezTo>
                  <a:cubicBezTo>
                    <a:pt x="9015" y="153"/>
                    <a:pt x="8958" y="115"/>
                    <a:pt x="8881" y="115"/>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4"/>
            <p:cNvSpPr/>
            <p:nvPr/>
          </p:nvSpPr>
          <p:spPr>
            <a:xfrm>
              <a:off x="2590660" y="3712735"/>
              <a:ext cx="461325" cy="23848"/>
            </a:xfrm>
            <a:custGeom>
              <a:rect b="b" l="l" r="r" t="t"/>
              <a:pathLst>
                <a:path extrusionOk="0" h="480" w="9285">
                  <a:moveTo>
                    <a:pt x="9169" y="1"/>
                  </a:moveTo>
                  <a:lnTo>
                    <a:pt x="116" y="250"/>
                  </a:lnTo>
                  <a:cubicBezTo>
                    <a:pt x="58" y="250"/>
                    <a:pt x="1" y="288"/>
                    <a:pt x="1" y="365"/>
                  </a:cubicBezTo>
                  <a:cubicBezTo>
                    <a:pt x="1" y="441"/>
                    <a:pt x="58" y="479"/>
                    <a:pt x="116" y="479"/>
                  </a:cubicBezTo>
                  <a:lnTo>
                    <a:pt x="9169" y="250"/>
                  </a:lnTo>
                  <a:cubicBezTo>
                    <a:pt x="9246" y="250"/>
                    <a:pt x="9284" y="192"/>
                    <a:pt x="9284" y="116"/>
                  </a:cubicBezTo>
                  <a:cubicBezTo>
                    <a:pt x="9284" y="58"/>
                    <a:pt x="9246" y="1"/>
                    <a:pt x="91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4"/>
            <p:cNvSpPr/>
            <p:nvPr/>
          </p:nvSpPr>
          <p:spPr>
            <a:xfrm>
              <a:off x="2578338" y="3778364"/>
              <a:ext cx="493620" cy="18134"/>
            </a:xfrm>
            <a:custGeom>
              <a:rect b="b" l="l" r="r" t="t"/>
              <a:pathLst>
                <a:path extrusionOk="0" h="365" w="9935">
                  <a:moveTo>
                    <a:pt x="134" y="1"/>
                  </a:moveTo>
                  <a:cubicBezTo>
                    <a:pt x="58" y="1"/>
                    <a:pt x="0" y="39"/>
                    <a:pt x="0" y="115"/>
                  </a:cubicBezTo>
                  <a:cubicBezTo>
                    <a:pt x="0" y="192"/>
                    <a:pt x="58" y="230"/>
                    <a:pt x="134" y="230"/>
                  </a:cubicBezTo>
                  <a:lnTo>
                    <a:pt x="9819" y="364"/>
                  </a:lnTo>
                  <a:cubicBezTo>
                    <a:pt x="9896" y="364"/>
                    <a:pt x="9934" y="307"/>
                    <a:pt x="9934" y="230"/>
                  </a:cubicBezTo>
                  <a:cubicBezTo>
                    <a:pt x="9934" y="173"/>
                    <a:pt x="9896" y="115"/>
                    <a:pt x="9819" y="115"/>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4"/>
            <p:cNvSpPr/>
            <p:nvPr/>
          </p:nvSpPr>
          <p:spPr>
            <a:xfrm>
              <a:off x="2572624" y="3840167"/>
              <a:ext cx="523084" cy="20966"/>
            </a:xfrm>
            <a:custGeom>
              <a:rect b="b" l="l" r="r" t="t"/>
              <a:pathLst>
                <a:path extrusionOk="0" h="422" w="10528">
                  <a:moveTo>
                    <a:pt x="115" y="1"/>
                  </a:moveTo>
                  <a:cubicBezTo>
                    <a:pt x="58" y="1"/>
                    <a:pt x="0" y="39"/>
                    <a:pt x="0" y="116"/>
                  </a:cubicBezTo>
                  <a:cubicBezTo>
                    <a:pt x="0" y="192"/>
                    <a:pt x="58" y="230"/>
                    <a:pt x="115" y="230"/>
                  </a:cubicBezTo>
                  <a:lnTo>
                    <a:pt x="10413" y="422"/>
                  </a:lnTo>
                  <a:cubicBezTo>
                    <a:pt x="10489" y="422"/>
                    <a:pt x="10528" y="384"/>
                    <a:pt x="10528" y="307"/>
                  </a:cubicBezTo>
                  <a:cubicBezTo>
                    <a:pt x="10528" y="230"/>
                    <a:pt x="10489" y="192"/>
                    <a:pt x="10413" y="192"/>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4"/>
            <p:cNvSpPr/>
            <p:nvPr/>
          </p:nvSpPr>
          <p:spPr>
            <a:xfrm>
              <a:off x="2513648" y="2886390"/>
              <a:ext cx="582060" cy="307237"/>
            </a:xfrm>
            <a:custGeom>
              <a:rect b="b" l="l" r="r" t="t"/>
              <a:pathLst>
                <a:path extrusionOk="0" h="6184" w="11715">
                  <a:moveTo>
                    <a:pt x="5685" y="1"/>
                  </a:moveTo>
                  <a:lnTo>
                    <a:pt x="1" y="4920"/>
                  </a:lnTo>
                  <a:lnTo>
                    <a:pt x="843" y="6183"/>
                  </a:lnTo>
                  <a:lnTo>
                    <a:pt x="5570" y="2106"/>
                  </a:lnTo>
                  <a:lnTo>
                    <a:pt x="10834" y="5877"/>
                  </a:lnTo>
                  <a:lnTo>
                    <a:pt x="11715" y="4499"/>
                  </a:lnTo>
                  <a:lnTo>
                    <a:pt x="5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4"/>
            <p:cNvSpPr/>
            <p:nvPr/>
          </p:nvSpPr>
          <p:spPr>
            <a:xfrm>
              <a:off x="2642034" y="3083077"/>
              <a:ext cx="314854" cy="428164"/>
            </a:xfrm>
            <a:custGeom>
              <a:rect b="b" l="l" r="r" t="t"/>
              <a:pathLst>
                <a:path extrusionOk="0" h="8618" w="6337">
                  <a:moveTo>
                    <a:pt x="2981" y="0"/>
                  </a:moveTo>
                  <a:cubicBezTo>
                    <a:pt x="2123" y="0"/>
                    <a:pt x="568" y="1835"/>
                    <a:pt x="288" y="2339"/>
                  </a:cubicBezTo>
                  <a:cubicBezTo>
                    <a:pt x="1" y="2875"/>
                    <a:pt x="517" y="8617"/>
                    <a:pt x="517" y="8617"/>
                  </a:cubicBezTo>
                  <a:lnTo>
                    <a:pt x="6336" y="8464"/>
                  </a:lnTo>
                  <a:cubicBezTo>
                    <a:pt x="6336" y="8464"/>
                    <a:pt x="6221" y="2358"/>
                    <a:pt x="6221" y="2205"/>
                  </a:cubicBezTo>
                  <a:cubicBezTo>
                    <a:pt x="6221" y="2033"/>
                    <a:pt x="3867" y="80"/>
                    <a:pt x="3044" y="4"/>
                  </a:cubicBezTo>
                  <a:cubicBezTo>
                    <a:pt x="3023" y="1"/>
                    <a:pt x="3002" y="0"/>
                    <a:pt x="29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4"/>
            <p:cNvSpPr/>
            <p:nvPr/>
          </p:nvSpPr>
          <p:spPr>
            <a:xfrm>
              <a:off x="2786569" y="3078507"/>
              <a:ext cx="30507" cy="442224"/>
            </a:xfrm>
            <a:custGeom>
              <a:rect b="b" l="l" r="r" t="t"/>
              <a:pathLst>
                <a:path extrusionOk="0" h="8901" w="614">
                  <a:moveTo>
                    <a:pt x="135" y="0"/>
                  </a:moveTo>
                  <a:cubicBezTo>
                    <a:pt x="58" y="0"/>
                    <a:pt x="1" y="38"/>
                    <a:pt x="1" y="115"/>
                  </a:cubicBezTo>
                  <a:lnTo>
                    <a:pt x="365" y="8766"/>
                  </a:lnTo>
                  <a:cubicBezTo>
                    <a:pt x="365" y="8843"/>
                    <a:pt x="422" y="8900"/>
                    <a:pt x="479" y="8900"/>
                  </a:cubicBezTo>
                  <a:cubicBezTo>
                    <a:pt x="556" y="8900"/>
                    <a:pt x="613" y="8824"/>
                    <a:pt x="613" y="8766"/>
                  </a:cubicBezTo>
                  <a:lnTo>
                    <a:pt x="250" y="115"/>
                  </a:lnTo>
                  <a:cubicBezTo>
                    <a:pt x="250" y="38"/>
                    <a:pt x="192" y="0"/>
                    <a:pt x="13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4"/>
            <p:cNvSpPr/>
            <p:nvPr/>
          </p:nvSpPr>
          <p:spPr>
            <a:xfrm>
              <a:off x="2722873" y="3243696"/>
              <a:ext cx="56144" cy="110593"/>
            </a:xfrm>
            <a:custGeom>
              <a:rect b="b" l="l" r="r" t="t"/>
              <a:pathLst>
                <a:path extrusionOk="0" h="2226" w="1130">
                  <a:moveTo>
                    <a:pt x="749" y="1"/>
                  </a:moveTo>
                  <a:cubicBezTo>
                    <a:pt x="718" y="1"/>
                    <a:pt x="690" y="15"/>
                    <a:pt x="670" y="44"/>
                  </a:cubicBezTo>
                  <a:cubicBezTo>
                    <a:pt x="651" y="63"/>
                    <a:pt x="0" y="714"/>
                    <a:pt x="364" y="1211"/>
                  </a:cubicBezTo>
                  <a:cubicBezTo>
                    <a:pt x="402" y="1288"/>
                    <a:pt x="479" y="1384"/>
                    <a:pt x="556" y="1460"/>
                  </a:cubicBezTo>
                  <a:cubicBezTo>
                    <a:pt x="670" y="1594"/>
                    <a:pt x="843" y="1805"/>
                    <a:pt x="804" y="1881"/>
                  </a:cubicBezTo>
                  <a:cubicBezTo>
                    <a:pt x="785" y="1881"/>
                    <a:pt x="766" y="1939"/>
                    <a:pt x="556" y="1977"/>
                  </a:cubicBezTo>
                  <a:cubicBezTo>
                    <a:pt x="479" y="1996"/>
                    <a:pt x="460" y="2054"/>
                    <a:pt x="460" y="2130"/>
                  </a:cubicBezTo>
                  <a:cubicBezTo>
                    <a:pt x="460" y="2168"/>
                    <a:pt x="517" y="2226"/>
                    <a:pt x="575" y="2226"/>
                  </a:cubicBezTo>
                  <a:cubicBezTo>
                    <a:pt x="766" y="2188"/>
                    <a:pt x="977" y="2130"/>
                    <a:pt x="1034" y="1958"/>
                  </a:cubicBezTo>
                  <a:cubicBezTo>
                    <a:pt x="1130" y="1766"/>
                    <a:pt x="938" y="1556"/>
                    <a:pt x="747" y="1307"/>
                  </a:cubicBezTo>
                  <a:cubicBezTo>
                    <a:pt x="670" y="1231"/>
                    <a:pt x="594" y="1135"/>
                    <a:pt x="556" y="1077"/>
                  </a:cubicBezTo>
                  <a:cubicBezTo>
                    <a:pt x="307" y="733"/>
                    <a:pt x="843" y="216"/>
                    <a:pt x="843" y="216"/>
                  </a:cubicBezTo>
                  <a:cubicBezTo>
                    <a:pt x="881" y="159"/>
                    <a:pt x="881" y="82"/>
                    <a:pt x="843" y="44"/>
                  </a:cubicBezTo>
                  <a:cubicBezTo>
                    <a:pt x="814" y="15"/>
                    <a:pt x="780" y="1"/>
                    <a:pt x="7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4"/>
            <p:cNvSpPr/>
            <p:nvPr/>
          </p:nvSpPr>
          <p:spPr>
            <a:xfrm>
              <a:off x="2848427" y="3243696"/>
              <a:ext cx="55200" cy="110593"/>
            </a:xfrm>
            <a:custGeom>
              <a:rect b="b" l="l" r="r" t="t"/>
              <a:pathLst>
                <a:path extrusionOk="0" h="2226" w="1111">
                  <a:moveTo>
                    <a:pt x="354" y="1"/>
                  </a:moveTo>
                  <a:cubicBezTo>
                    <a:pt x="325" y="1"/>
                    <a:pt x="297" y="15"/>
                    <a:pt x="268" y="44"/>
                  </a:cubicBezTo>
                  <a:cubicBezTo>
                    <a:pt x="230" y="82"/>
                    <a:pt x="230" y="159"/>
                    <a:pt x="268" y="216"/>
                  </a:cubicBezTo>
                  <a:cubicBezTo>
                    <a:pt x="268" y="216"/>
                    <a:pt x="804" y="733"/>
                    <a:pt x="555" y="1077"/>
                  </a:cubicBezTo>
                  <a:cubicBezTo>
                    <a:pt x="479" y="1173"/>
                    <a:pt x="440" y="1231"/>
                    <a:pt x="364" y="1307"/>
                  </a:cubicBezTo>
                  <a:cubicBezTo>
                    <a:pt x="172" y="1518"/>
                    <a:pt x="0" y="1766"/>
                    <a:pt x="77" y="1958"/>
                  </a:cubicBezTo>
                  <a:cubicBezTo>
                    <a:pt x="153" y="2149"/>
                    <a:pt x="364" y="2188"/>
                    <a:pt x="536" y="2226"/>
                  </a:cubicBezTo>
                  <a:cubicBezTo>
                    <a:pt x="613" y="2226"/>
                    <a:pt x="651" y="2168"/>
                    <a:pt x="651" y="2130"/>
                  </a:cubicBezTo>
                  <a:cubicBezTo>
                    <a:pt x="670" y="2054"/>
                    <a:pt x="632" y="1977"/>
                    <a:pt x="555" y="1977"/>
                  </a:cubicBezTo>
                  <a:cubicBezTo>
                    <a:pt x="325" y="1958"/>
                    <a:pt x="287" y="1881"/>
                    <a:pt x="287" y="1881"/>
                  </a:cubicBezTo>
                  <a:cubicBezTo>
                    <a:pt x="268" y="1805"/>
                    <a:pt x="440" y="1594"/>
                    <a:pt x="555" y="1441"/>
                  </a:cubicBezTo>
                  <a:cubicBezTo>
                    <a:pt x="632" y="1384"/>
                    <a:pt x="708" y="1288"/>
                    <a:pt x="747" y="1211"/>
                  </a:cubicBezTo>
                  <a:cubicBezTo>
                    <a:pt x="1110" y="714"/>
                    <a:pt x="459" y="63"/>
                    <a:pt x="440" y="44"/>
                  </a:cubicBezTo>
                  <a:cubicBezTo>
                    <a:pt x="412" y="15"/>
                    <a:pt x="383" y="1"/>
                    <a:pt x="35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4"/>
            <p:cNvSpPr/>
            <p:nvPr/>
          </p:nvSpPr>
          <p:spPr>
            <a:xfrm>
              <a:off x="2588772" y="2024870"/>
              <a:ext cx="477473" cy="243494"/>
            </a:xfrm>
            <a:custGeom>
              <a:rect b="b" l="l" r="r" t="t"/>
              <a:pathLst>
                <a:path extrusionOk="0" h="4901" w="9610">
                  <a:moveTo>
                    <a:pt x="4939" y="0"/>
                  </a:moveTo>
                  <a:lnTo>
                    <a:pt x="1" y="3465"/>
                  </a:lnTo>
                  <a:lnTo>
                    <a:pt x="345" y="4900"/>
                  </a:lnTo>
                  <a:lnTo>
                    <a:pt x="4901" y="1627"/>
                  </a:lnTo>
                  <a:lnTo>
                    <a:pt x="9016" y="4747"/>
                  </a:lnTo>
                  <a:lnTo>
                    <a:pt x="9609" y="3350"/>
                  </a:lnTo>
                  <a:lnTo>
                    <a:pt x="49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4"/>
            <p:cNvSpPr/>
            <p:nvPr/>
          </p:nvSpPr>
          <p:spPr>
            <a:xfrm>
              <a:off x="2804655" y="2179875"/>
              <a:ext cx="29513" cy="448881"/>
            </a:xfrm>
            <a:custGeom>
              <a:rect b="b" l="l" r="r" t="t"/>
              <a:pathLst>
                <a:path extrusionOk="0" h="9035" w="594">
                  <a:moveTo>
                    <a:pt x="115" y="0"/>
                  </a:moveTo>
                  <a:cubicBezTo>
                    <a:pt x="58" y="0"/>
                    <a:pt x="1" y="39"/>
                    <a:pt x="1" y="115"/>
                  </a:cubicBezTo>
                  <a:lnTo>
                    <a:pt x="364" y="8920"/>
                  </a:lnTo>
                  <a:cubicBezTo>
                    <a:pt x="364" y="8996"/>
                    <a:pt x="403" y="9035"/>
                    <a:pt x="479" y="9035"/>
                  </a:cubicBezTo>
                  <a:cubicBezTo>
                    <a:pt x="556" y="9035"/>
                    <a:pt x="594" y="8958"/>
                    <a:pt x="594" y="8920"/>
                  </a:cubicBezTo>
                  <a:lnTo>
                    <a:pt x="249" y="115"/>
                  </a:lnTo>
                  <a:cubicBezTo>
                    <a:pt x="249"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4"/>
            <p:cNvSpPr/>
            <p:nvPr/>
          </p:nvSpPr>
          <p:spPr>
            <a:xfrm>
              <a:off x="2695297" y="2292055"/>
              <a:ext cx="275851" cy="18134"/>
            </a:xfrm>
            <a:custGeom>
              <a:rect b="b" l="l" r="r" t="t"/>
              <a:pathLst>
                <a:path extrusionOk="0" h="365" w="5552">
                  <a:moveTo>
                    <a:pt x="5436" y="1"/>
                  </a:moveTo>
                  <a:lnTo>
                    <a:pt x="115" y="135"/>
                  </a:lnTo>
                  <a:cubicBezTo>
                    <a:pt x="39" y="135"/>
                    <a:pt x="0" y="173"/>
                    <a:pt x="0" y="250"/>
                  </a:cubicBezTo>
                  <a:cubicBezTo>
                    <a:pt x="0" y="326"/>
                    <a:pt x="39" y="364"/>
                    <a:pt x="115" y="364"/>
                  </a:cubicBezTo>
                  <a:lnTo>
                    <a:pt x="5436" y="250"/>
                  </a:lnTo>
                  <a:cubicBezTo>
                    <a:pt x="5513" y="250"/>
                    <a:pt x="5551" y="192"/>
                    <a:pt x="5551" y="135"/>
                  </a:cubicBezTo>
                  <a:cubicBezTo>
                    <a:pt x="5551" y="58"/>
                    <a:pt x="5513" y="1"/>
                    <a:pt x="543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4"/>
            <p:cNvSpPr/>
            <p:nvPr/>
          </p:nvSpPr>
          <p:spPr>
            <a:xfrm>
              <a:off x="2707669" y="2450886"/>
              <a:ext cx="263480" cy="17140"/>
            </a:xfrm>
            <a:custGeom>
              <a:rect b="b" l="l" r="r" t="t"/>
              <a:pathLst>
                <a:path extrusionOk="0" h="345" w="5303">
                  <a:moveTo>
                    <a:pt x="5187" y="0"/>
                  </a:moveTo>
                  <a:lnTo>
                    <a:pt x="115" y="115"/>
                  </a:lnTo>
                  <a:cubicBezTo>
                    <a:pt x="39" y="115"/>
                    <a:pt x="0" y="153"/>
                    <a:pt x="0" y="230"/>
                  </a:cubicBezTo>
                  <a:cubicBezTo>
                    <a:pt x="0" y="307"/>
                    <a:pt x="39" y="345"/>
                    <a:pt x="115" y="345"/>
                  </a:cubicBezTo>
                  <a:lnTo>
                    <a:pt x="5187" y="230"/>
                  </a:lnTo>
                  <a:cubicBezTo>
                    <a:pt x="5264" y="230"/>
                    <a:pt x="5302" y="192"/>
                    <a:pt x="5302" y="115"/>
                  </a:cubicBezTo>
                  <a:cubicBezTo>
                    <a:pt x="5302" y="39"/>
                    <a:pt x="5264" y="0"/>
                    <a:pt x="5187"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4"/>
            <p:cNvSpPr/>
            <p:nvPr/>
          </p:nvSpPr>
          <p:spPr>
            <a:xfrm>
              <a:off x="2441355" y="1692057"/>
              <a:ext cx="820796" cy="308131"/>
            </a:xfrm>
            <a:custGeom>
              <a:rect b="b" l="l" r="r" t="t"/>
              <a:pathLst>
                <a:path extrusionOk="0" h="6202" w="16520">
                  <a:moveTo>
                    <a:pt x="13648" y="0"/>
                  </a:moveTo>
                  <a:lnTo>
                    <a:pt x="384" y="727"/>
                  </a:lnTo>
                  <a:lnTo>
                    <a:pt x="1" y="6202"/>
                  </a:lnTo>
                  <a:lnTo>
                    <a:pt x="16519" y="5857"/>
                  </a:lnTo>
                  <a:lnTo>
                    <a:pt x="1364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4"/>
            <p:cNvSpPr/>
            <p:nvPr/>
          </p:nvSpPr>
          <p:spPr>
            <a:xfrm>
              <a:off x="1390510" y="1561743"/>
              <a:ext cx="1260111" cy="362384"/>
            </a:xfrm>
            <a:custGeom>
              <a:rect b="b" l="l" r="r" t="t"/>
              <a:pathLst>
                <a:path extrusionOk="0" h="7294" w="25362">
                  <a:moveTo>
                    <a:pt x="3216" y="1"/>
                  </a:moveTo>
                  <a:lnTo>
                    <a:pt x="0" y="7293"/>
                  </a:lnTo>
                  <a:lnTo>
                    <a:pt x="25362" y="6700"/>
                  </a:lnTo>
                  <a:lnTo>
                    <a:pt x="22969" y="231"/>
                  </a:lnTo>
                  <a:lnTo>
                    <a:pt x="32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4"/>
            <p:cNvSpPr/>
            <p:nvPr/>
          </p:nvSpPr>
          <p:spPr>
            <a:xfrm>
              <a:off x="1943061" y="1566513"/>
              <a:ext cx="43772" cy="356671"/>
            </a:xfrm>
            <a:custGeom>
              <a:rect b="b" l="l" r="r" t="t"/>
              <a:pathLst>
                <a:path extrusionOk="0" h="7179" w="881">
                  <a:moveTo>
                    <a:pt x="766" y="1"/>
                  </a:moveTo>
                  <a:cubicBezTo>
                    <a:pt x="708" y="1"/>
                    <a:pt x="651" y="39"/>
                    <a:pt x="651" y="115"/>
                  </a:cubicBezTo>
                  <a:lnTo>
                    <a:pt x="0" y="7044"/>
                  </a:lnTo>
                  <a:cubicBezTo>
                    <a:pt x="0" y="7102"/>
                    <a:pt x="38" y="7178"/>
                    <a:pt x="115" y="7178"/>
                  </a:cubicBezTo>
                  <a:cubicBezTo>
                    <a:pt x="192" y="7178"/>
                    <a:pt x="230" y="7121"/>
                    <a:pt x="230" y="7044"/>
                  </a:cubicBezTo>
                  <a:lnTo>
                    <a:pt x="881" y="115"/>
                  </a:lnTo>
                  <a:cubicBezTo>
                    <a:pt x="881" y="58"/>
                    <a:pt x="842" y="1"/>
                    <a:pt x="76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4"/>
            <p:cNvSpPr/>
            <p:nvPr/>
          </p:nvSpPr>
          <p:spPr>
            <a:xfrm>
              <a:off x="2501276" y="1901264"/>
              <a:ext cx="20967" cy="110345"/>
            </a:xfrm>
            <a:custGeom>
              <a:rect b="b" l="l" r="r" t="t"/>
              <a:pathLst>
                <a:path extrusionOk="0" h="2221" w="422">
                  <a:moveTo>
                    <a:pt x="288" y="0"/>
                  </a:moveTo>
                  <a:cubicBezTo>
                    <a:pt x="250" y="0"/>
                    <a:pt x="173" y="38"/>
                    <a:pt x="173" y="115"/>
                  </a:cubicBezTo>
                  <a:lnTo>
                    <a:pt x="1" y="2106"/>
                  </a:lnTo>
                  <a:cubicBezTo>
                    <a:pt x="1" y="2163"/>
                    <a:pt x="58" y="2220"/>
                    <a:pt x="135" y="2220"/>
                  </a:cubicBezTo>
                  <a:cubicBezTo>
                    <a:pt x="192" y="2220"/>
                    <a:pt x="250" y="2182"/>
                    <a:pt x="250" y="2106"/>
                  </a:cubicBezTo>
                  <a:lnTo>
                    <a:pt x="422" y="115"/>
                  </a:lnTo>
                  <a:cubicBezTo>
                    <a:pt x="422" y="77"/>
                    <a:pt x="364" y="0"/>
                    <a:pt x="288"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4" name="Google Shape;1514;p34"/>
            <p:cNvGrpSpPr/>
            <p:nvPr/>
          </p:nvGrpSpPr>
          <p:grpSpPr>
            <a:xfrm>
              <a:off x="1429513" y="1545398"/>
              <a:ext cx="1797418" cy="460496"/>
              <a:chOff x="1353561" y="995119"/>
              <a:chExt cx="1553113" cy="397940"/>
            </a:xfrm>
          </p:grpSpPr>
          <p:sp>
            <p:nvSpPr>
              <p:cNvPr id="1515" name="Google Shape;1515;p34"/>
              <p:cNvSpPr/>
              <p:nvPr/>
            </p:nvSpPr>
            <p:spPr>
              <a:xfrm>
                <a:off x="1455439" y="1009244"/>
                <a:ext cx="68263" cy="314781"/>
              </a:xfrm>
              <a:custGeom>
                <a:rect b="b" l="l" r="r" t="t"/>
                <a:pathLst>
                  <a:path extrusionOk="0" h="7332" w="1590">
                    <a:moveTo>
                      <a:pt x="1494" y="1"/>
                    </a:moveTo>
                    <a:cubicBezTo>
                      <a:pt x="1436" y="1"/>
                      <a:pt x="1379" y="20"/>
                      <a:pt x="1360" y="97"/>
                    </a:cubicBezTo>
                    <a:lnTo>
                      <a:pt x="1" y="7198"/>
                    </a:lnTo>
                    <a:cubicBezTo>
                      <a:pt x="1" y="7274"/>
                      <a:pt x="20" y="7313"/>
                      <a:pt x="116" y="7332"/>
                    </a:cubicBezTo>
                    <a:cubicBezTo>
                      <a:pt x="154" y="7332"/>
                      <a:pt x="211" y="7293"/>
                      <a:pt x="230" y="7236"/>
                    </a:cubicBezTo>
                    <a:lnTo>
                      <a:pt x="1589" y="135"/>
                    </a:lnTo>
                    <a:cubicBezTo>
                      <a:pt x="1589" y="58"/>
                      <a:pt x="1570" y="20"/>
                      <a:pt x="14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4"/>
              <p:cNvSpPr/>
              <p:nvPr/>
            </p:nvSpPr>
            <p:spPr>
              <a:xfrm>
                <a:off x="2248438" y="1023025"/>
                <a:ext cx="74016" cy="280478"/>
              </a:xfrm>
              <a:custGeom>
                <a:rect b="b" l="l" r="r" t="t"/>
                <a:pathLst>
                  <a:path extrusionOk="0" h="6533" w="1724">
                    <a:moveTo>
                      <a:pt x="151" y="0"/>
                    </a:moveTo>
                    <a:cubicBezTo>
                      <a:pt x="140" y="0"/>
                      <a:pt x="128" y="2"/>
                      <a:pt x="115" y="5"/>
                    </a:cubicBezTo>
                    <a:cubicBezTo>
                      <a:pt x="39" y="24"/>
                      <a:pt x="0" y="82"/>
                      <a:pt x="20" y="158"/>
                    </a:cubicBezTo>
                    <a:lnTo>
                      <a:pt x="1455" y="6436"/>
                    </a:lnTo>
                    <a:cubicBezTo>
                      <a:pt x="1474" y="6494"/>
                      <a:pt x="1532" y="6532"/>
                      <a:pt x="1570" y="6532"/>
                    </a:cubicBezTo>
                    <a:lnTo>
                      <a:pt x="1589" y="6532"/>
                    </a:lnTo>
                    <a:cubicBezTo>
                      <a:pt x="1666" y="6513"/>
                      <a:pt x="1723" y="6475"/>
                      <a:pt x="1685" y="6398"/>
                    </a:cubicBezTo>
                    <a:lnTo>
                      <a:pt x="249" y="101"/>
                    </a:lnTo>
                    <a:cubicBezTo>
                      <a:pt x="233" y="38"/>
                      <a:pt x="204" y="0"/>
                      <a:pt x="1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4"/>
              <p:cNvSpPr/>
              <p:nvPr/>
            </p:nvSpPr>
            <p:spPr>
              <a:xfrm>
                <a:off x="2174466" y="1013366"/>
                <a:ext cx="33745" cy="290138"/>
              </a:xfrm>
              <a:custGeom>
                <a:rect b="b" l="l" r="r" t="t"/>
                <a:pathLst>
                  <a:path extrusionOk="0" h="6758" w="786">
                    <a:moveTo>
                      <a:pt x="116" y="1"/>
                    </a:moveTo>
                    <a:cubicBezTo>
                      <a:pt x="39" y="1"/>
                      <a:pt x="1" y="39"/>
                      <a:pt x="1" y="115"/>
                    </a:cubicBezTo>
                    <a:lnTo>
                      <a:pt x="537" y="6642"/>
                    </a:lnTo>
                    <a:cubicBezTo>
                      <a:pt x="537" y="6719"/>
                      <a:pt x="594" y="6757"/>
                      <a:pt x="671" y="6757"/>
                    </a:cubicBezTo>
                    <a:cubicBezTo>
                      <a:pt x="728" y="6757"/>
                      <a:pt x="785" y="6700"/>
                      <a:pt x="785" y="6642"/>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4"/>
              <p:cNvSpPr/>
              <p:nvPr/>
            </p:nvSpPr>
            <p:spPr>
              <a:xfrm>
                <a:off x="2071772" y="1019118"/>
                <a:ext cx="13180" cy="287648"/>
              </a:xfrm>
              <a:custGeom>
                <a:rect b="b" l="l" r="r" t="t"/>
                <a:pathLst>
                  <a:path extrusionOk="0" h="6700" w="307">
                    <a:moveTo>
                      <a:pt x="115" y="1"/>
                    </a:moveTo>
                    <a:cubicBezTo>
                      <a:pt x="38" y="1"/>
                      <a:pt x="0" y="39"/>
                      <a:pt x="0" y="115"/>
                    </a:cubicBezTo>
                    <a:lnTo>
                      <a:pt x="58" y="6585"/>
                    </a:lnTo>
                    <a:cubicBezTo>
                      <a:pt x="58" y="6661"/>
                      <a:pt x="115" y="6700"/>
                      <a:pt x="192" y="6700"/>
                    </a:cubicBezTo>
                    <a:cubicBezTo>
                      <a:pt x="249" y="6700"/>
                      <a:pt x="306" y="6661"/>
                      <a:pt x="306" y="6585"/>
                    </a:cubicBezTo>
                    <a:lnTo>
                      <a:pt x="230" y="115"/>
                    </a:lnTo>
                    <a:cubicBezTo>
                      <a:pt x="230"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4"/>
              <p:cNvSpPr/>
              <p:nvPr/>
            </p:nvSpPr>
            <p:spPr>
              <a:xfrm>
                <a:off x="1937824" y="1015813"/>
                <a:ext cx="13180" cy="290954"/>
              </a:xfrm>
              <a:custGeom>
                <a:rect b="b" l="l" r="r" t="t"/>
                <a:pathLst>
                  <a:path extrusionOk="0" h="6777" w="307">
                    <a:moveTo>
                      <a:pt x="192" y="1"/>
                    </a:moveTo>
                    <a:cubicBezTo>
                      <a:pt x="115" y="1"/>
                      <a:pt x="77" y="58"/>
                      <a:pt x="77" y="116"/>
                    </a:cubicBezTo>
                    <a:lnTo>
                      <a:pt x="0" y="6662"/>
                    </a:lnTo>
                    <a:cubicBezTo>
                      <a:pt x="0" y="6738"/>
                      <a:pt x="58" y="6777"/>
                      <a:pt x="115" y="6777"/>
                    </a:cubicBezTo>
                    <a:cubicBezTo>
                      <a:pt x="192" y="6777"/>
                      <a:pt x="249" y="6738"/>
                      <a:pt x="249" y="6662"/>
                    </a:cubicBezTo>
                    <a:lnTo>
                      <a:pt x="306" y="116"/>
                    </a:lnTo>
                    <a:cubicBezTo>
                      <a:pt x="306" y="58"/>
                      <a:pt x="268" y="1"/>
                      <a:pt x="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4"/>
              <p:cNvSpPr/>
              <p:nvPr/>
            </p:nvSpPr>
            <p:spPr>
              <a:xfrm>
                <a:off x="1660869" y="995119"/>
                <a:ext cx="51820" cy="326459"/>
              </a:xfrm>
              <a:custGeom>
                <a:rect b="b" l="l" r="r" t="t"/>
                <a:pathLst>
                  <a:path extrusionOk="0" h="7604" w="1207">
                    <a:moveTo>
                      <a:pt x="1062" y="1"/>
                    </a:moveTo>
                    <a:cubicBezTo>
                      <a:pt x="1001" y="1"/>
                      <a:pt x="958" y="50"/>
                      <a:pt x="958" y="100"/>
                    </a:cubicBezTo>
                    <a:lnTo>
                      <a:pt x="1" y="7450"/>
                    </a:lnTo>
                    <a:cubicBezTo>
                      <a:pt x="1" y="7527"/>
                      <a:pt x="39" y="7603"/>
                      <a:pt x="116" y="7603"/>
                    </a:cubicBezTo>
                    <a:cubicBezTo>
                      <a:pt x="154" y="7603"/>
                      <a:pt x="231" y="7546"/>
                      <a:pt x="231" y="7508"/>
                    </a:cubicBezTo>
                    <a:lnTo>
                      <a:pt x="1188" y="158"/>
                    </a:lnTo>
                    <a:cubicBezTo>
                      <a:pt x="1207" y="81"/>
                      <a:pt x="1168" y="4"/>
                      <a:pt x="1092" y="4"/>
                    </a:cubicBezTo>
                    <a:cubicBezTo>
                      <a:pt x="1082" y="2"/>
                      <a:pt x="1072" y="1"/>
                      <a:pt x="106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4"/>
              <p:cNvSpPr/>
              <p:nvPr/>
            </p:nvSpPr>
            <p:spPr>
              <a:xfrm>
                <a:off x="1558175" y="1012850"/>
                <a:ext cx="59204" cy="311175"/>
              </a:xfrm>
              <a:custGeom>
                <a:rect b="b" l="l" r="r" t="t"/>
                <a:pathLst>
                  <a:path extrusionOk="0" h="7248" w="1379">
                    <a:moveTo>
                      <a:pt x="1214" y="0"/>
                    </a:moveTo>
                    <a:cubicBezTo>
                      <a:pt x="1157" y="0"/>
                      <a:pt x="1110" y="48"/>
                      <a:pt x="1110" y="108"/>
                    </a:cubicBezTo>
                    <a:lnTo>
                      <a:pt x="0" y="7114"/>
                    </a:lnTo>
                    <a:cubicBezTo>
                      <a:pt x="0" y="7190"/>
                      <a:pt x="19" y="7248"/>
                      <a:pt x="115" y="7248"/>
                    </a:cubicBezTo>
                    <a:cubicBezTo>
                      <a:pt x="153" y="7248"/>
                      <a:pt x="211" y="7209"/>
                      <a:pt x="230" y="7152"/>
                    </a:cubicBezTo>
                    <a:lnTo>
                      <a:pt x="1359" y="147"/>
                    </a:lnTo>
                    <a:cubicBezTo>
                      <a:pt x="1378" y="70"/>
                      <a:pt x="1321" y="13"/>
                      <a:pt x="1264" y="13"/>
                    </a:cubicBezTo>
                    <a:cubicBezTo>
                      <a:pt x="1247" y="4"/>
                      <a:pt x="1230" y="0"/>
                      <a:pt x="12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4"/>
              <p:cNvSpPr/>
              <p:nvPr/>
            </p:nvSpPr>
            <p:spPr>
              <a:xfrm>
                <a:off x="2740655" y="1126621"/>
                <a:ext cx="93722" cy="256565"/>
              </a:xfrm>
              <a:custGeom>
                <a:rect b="b" l="l" r="r" t="t"/>
                <a:pathLst>
                  <a:path extrusionOk="0" h="5976" w="2183">
                    <a:moveTo>
                      <a:pt x="139" y="0"/>
                    </a:moveTo>
                    <a:cubicBezTo>
                      <a:pt x="131" y="0"/>
                      <a:pt x="123" y="1"/>
                      <a:pt x="115" y="4"/>
                    </a:cubicBezTo>
                    <a:cubicBezTo>
                      <a:pt x="58" y="42"/>
                      <a:pt x="1" y="81"/>
                      <a:pt x="39" y="157"/>
                    </a:cubicBezTo>
                    <a:lnTo>
                      <a:pt x="1953" y="5899"/>
                    </a:lnTo>
                    <a:cubicBezTo>
                      <a:pt x="1972" y="5938"/>
                      <a:pt x="2029" y="5976"/>
                      <a:pt x="2068" y="5976"/>
                    </a:cubicBezTo>
                    <a:lnTo>
                      <a:pt x="2087" y="5976"/>
                    </a:lnTo>
                    <a:cubicBezTo>
                      <a:pt x="2144" y="5938"/>
                      <a:pt x="2183" y="5899"/>
                      <a:pt x="2163" y="5823"/>
                    </a:cubicBezTo>
                    <a:lnTo>
                      <a:pt x="249" y="81"/>
                    </a:lnTo>
                    <a:cubicBezTo>
                      <a:pt x="233" y="47"/>
                      <a:pt x="188" y="0"/>
                      <a:pt x="13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4"/>
              <p:cNvSpPr/>
              <p:nvPr/>
            </p:nvSpPr>
            <p:spPr>
              <a:xfrm>
                <a:off x="2632208" y="1132502"/>
                <a:ext cx="55898" cy="246604"/>
              </a:xfrm>
              <a:custGeom>
                <a:rect b="b" l="l" r="r" t="t"/>
                <a:pathLst>
                  <a:path extrusionOk="0" h="5744" w="1302">
                    <a:moveTo>
                      <a:pt x="115" y="1"/>
                    </a:moveTo>
                    <a:cubicBezTo>
                      <a:pt x="57" y="20"/>
                      <a:pt x="0" y="58"/>
                      <a:pt x="19" y="135"/>
                    </a:cubicBezTo>
                    <a:lnTo>
                      <a:pt x="1053" y="5647"/>
                    </a:lnTo>
                    <a:cubicBezTo>
                      <a:pt x="1072" y="5686"/>
                      <a:pt x="1129" y="5743"/>
                      <a:pt x="1168" y="5743"/>
                    </a:cubicBezTo>
                    <a:cubicBezTo>
                      <a:pt x="1263" y="5743"/>
                      <a:pt x="1302" y="5667"/>
                      <a:pt x="1302" y="5590"/>
                    </a:cubicBezTo>
                    <a:lnTo>
                      <a:pt x="268" y="97"/>
                    </a:lnTo>
                    <a:cubicBezTo>
                      <a:pt x="249" y="20"/>
                      <a:pt x="191"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4"/>
              <p:cNvSpPr/>
              <p:nvPr/>
            </p:nvSpPr>
            <p:spPr>
              <a:xfrm>
                <a:off x="2533593" y="1143192"/>
                <a:ext cx="23870" cy="239993"/>
              </a:xfrm>
              <a:custGeom>
                <a:rect b="b" l="l" r="r" t="t"/>
                <a:pathLst>
                  <a:path extrusionOk="0" h="5590" w="556">
                    <a:moveTo>
                      <a:pt x="115" y="1"/>
                    </a:moveTo>
                    <a:cubicBezTo>
                      <a:pt x="58" y="1"/>
                      <a:pt x="0" y="58"/>
                      <a:pt x="0" y="135"/>
                    </a:cubicBezTo>
                    <a:lnTo>
                      <a:pt x="306" y="5456"/>
                    </a:lnTo>
                    <a:cubicBezTo>
                      <a:pt x="306" y="5532"/>
                      <a:pt x="364" y="5590"/>
                      <a:pt x="440" y="5590"/>
                    </a:cubicBezTo>
                    <a:cubicBezTo>
                      <a:pt x="498" y="5590"/>
                      <a:pt x="555" y="5513"/>
                      <a:pt x="555" y="5456"/>
                    </a:cubicBezTo>
                    <a:lnTo>
                      <a:pt x="249" y="135"/>
                    </a:lnTo>
                    <a:cubicBezTo>
                      <a:pt x="249"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4"/>
              <p:cNvSpPr/>
              <p:nvPr/>
            </p:nvSpPr>
            <p:spPr>
              <a:xfrm>
                <a:off x="2410335" y="1139114"/>
                <a:ext cx="27949" cy="253946"/>
              </a:xfrm>
              <a:custGeom>
                <a:rect b="b" l="l" r="r" t="t"/>
                <a:pathLst>
                  <a:path extrusionOk="0" h="5915" w="651">
                    <a:moveTo>
                      <a:pt x="536" y="0"/>
                    </a:moveTo>
                    <a:cubicBezTo>
                      <a:pt x="479" y="0"/>
                      <a:pt x="402" y="57"/>
                      <a:pt x="402" y="134"/>
                    </a:cubicBezTo>
                    <a:lnTo>
                      <a:pt x="0" y="5800"/>
                    </a:lnTo>
                    <a:cubicBezTo>
                      <a:pt x="0" y="5838"/>
                      <a:pt x="57" y="5915"/>
                      <a:pt x="115" y="5915"/>
                    </a:cubicBezTo>
                    <a:cubicBezTo>
                      <a:pt x="191" y="5915"/>
                      <a:pt x="249" y="5876"/>
                      <a:pt x="249" y="5800"/>
                    </a:cubicBezTo>
                    <a:lnTo>
                      <a:pt x="651" y="134"/>
                    </a:lnTo>
                    <a:cubicBezTo>
                      <a:pt x="651" y="77"/>
                      <a:pt x="593" y="0"/>
                      <a:pt x="5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4"/>
              <p:cNvSpPr/>
              <p:nvPr/>
            </p:nvSpPr>
            <p:spPr>
              <a:xfrm>
                <a:off x="1353561" y="1244083"/>
                <a:ext cx="124118" cy="24901"/>
              </a:xfrm>
              <a:custGeom>
                <a:rect b="b" l="l" r="r" t="t"/>
                <a:pathLst>
                  <a:path extrusionOk="0" h="580" w="2891">
                    <a:moveTo>
                      <a:pt x="123" y="0"/>
                    </a:moveTo>
                    <a:cubicBezTo>
                      <a:pt x="72" y="0"/>
                      <a:pt x="19" y="37"/>
                      <a:pt x="19" y="101"/>
                    </a:cubicBezTo>
                    <a:cubicBezTo>
                      <a:pt x="0" y="177"/>
                      <a:pt x="39" y="235"/>
                      <a:pt x="115" y="235"/>
                    </a:cubicBezTo>
                    <a:lnTo>
                      <a:pt x="2737" y="579"/>
                    </a:lnTo>
                    <a:cubicBezTo>
                      <a:pt x="2814" y="579"/>
                      <a:pt x="2871" y="522"/>
                      <a:pt x="2871" y="484"/>
                    </a:cubicBezTo>
                    <a:cubicBezTo>
                      <a:pt x="2890" y="407"/>
                      <a:pt x="2852" y="330"/>
                      <a:pt x="2776" y="330"/>
                    </a:cubicBezTo>
                    <a:lnTo>
                      <a:pt x="153" y="5"/>
                    </a:lnTo>
                    <a:cubicBezTo>
                      <a:pt x="144" y="2"/>
                      <a:pt x="133" y="0"/>
                      <a:pt x="1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4"/>
              <p:cNvSpPr/>
              <p:nvPr/>
            </p:nvSpPr>
            <p:spPr>
              <a:xfrm>
                <a:off x="1480082" y="1188400"/>
                <a:ext cx="109349" cy="12365"/>
              </a:xfrm>
              <a:custGeom>
                <a:rect b="b" l="l" r="r" t="t"/>
                <a:pathLst>
                  <a:path extrusionOk="0" h="288" w="2547">
                    <a:moveTo>
                      <a:pt x="116" y="0"/>
                    </a:moveTo>
                    <a:cubicBezTo>
                      <a:pt x="39" y="0"/>
                      <a:pt x="1" y="58"/>
                      <a:pt x="1" y="134"/>
                    </a:cubicBezTo>
                    <a:cubicBezTo>
                      <a:pt x="1" y="192"/>
                      <a:pt x="39" y="249"/>
                      <a:pt x="116" y="249"/>
                    </a:cubicBezTo>
                    <a:lnTo>
                      <a:pt x="2432" y="288"/>
                    </a:lnTo>
                    <a:cubicBezTo>
                      <a:pt x="2489" y="288"/>
                      <a:pt x="2547" y="249"/>
                      <a:pt x="2547" y="173"/>
                    </a:cubicBezTo>
                    <a:cubicBezTo>
                      <a:pt x="2547" y="96"/>
                      <a:pt x="2508" y="58"/>
                      <a:pt x="2432"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4"/>
              <p:cNvSpPr/>
              <p:nvPr/>
            </p:nvSpPr>
            <p:spPr>
              <a:xfrm>
                <a:off x="1411905" y="1099144"/>
                <a:ext cx="91232" cy="19448"/>
              </a:xfrm>
              <a:custGeom>
                <a:rect b="b" l="l" r="r" t="t"/>
                <a:pathLst>
                  <a:path extrusionOk="0" h="453" w="2125">
                    <a:moveTo>
                      <a:pt x="123" y="0"/>
                    </a:moveTo>
                    <a:cubicBezTo>
                      <a:pt x="66" y="0"/>
                      <a:pt x="19" y="48"/>
                      <a:pt x="19" y="108"/>
                    </a:cubicBezTo>
                    <a:cubicBezTo>
                      <a:pt x="0" y="165"/>
                      <a:pt x="58" y="242"/>
                      <a:pt x="115" y="242"/>
                    </a:cubicBezTo>
                    <a:lnTo>
                      <a:pt x="1972" y="453"/>
                    </a:lnTo>
                    <a:cubicBezTo>
                      <a:pt x="2010" y="453"/>
                      <a:pt x="2067" y="433"/>
                      <a:pt x="2106" y="357"/>
                    </a:cubicBezTo>
                    <a:cubicBezTo>
                      <a:pt x="2125" y="299"/>
                      <a:pt x="2087" y="223"/>
                      <a:pt x="2010" y="223"/>
                    </a:cubicBezTo>
                    <a:lnTo>
                      <a:pt x="173" y="12"/>
                    </a:lnTo>
                    <a:cubicBezTo>
                      <a:pt x="156" y="4"/>
                      <a:pt x="139" y="0"/>
                      <a:pt x="1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4"/>
              <p:cNvSpPr/>
              <p:nvPr/>
            </p:nvSpPr>
            <p:spPr>
              <a:xfrm>
                <a:off x="1508846" y="1056899"/>
                <a:ext cx="98659" cy="10733"/>
              </a:xfrm>
              <a:custGeom>
                <a:rect b="b" l="l" r="r" t="t"/>
                <a:pathLst>
                  <a:path extrusionOk="0" h="250" w="2298">
                    <a:moveTo>
                      <a:pt x="116" y="1"/>
                    </a:moveTo>
                    <a:cubicBezTo>
                      <a:pt x="39" y="1"/>
                      <a:pt x="1" y="58"/>
                      <a:pt x="1" y="135"/>
                    </a:cubicBezTo>
                    <a:cubicBezTo>
                      <a:pt x="1" y="192"/>
                      <a:pt x="39" y="250"/>
                      <a:pt x="116" y="250"/>
                    </a:cubicBezTo>
                    <a:lnTo>
                      <a:pt x="2164" y="250"/>
                    </a:lnTo>
                    <a:cubicBezTo>
                      <a:pt x="2240" y="250"/>
                      <a:pt x="2298" y="192"/>
                      <a:pt x="2298" y="135"/>
                    </a:cubicBezTo>
                    <a:cubicBezTo>
                      <a:pt x="2298" y="58"/>
                      <a:pt x="2240" y="1"/>
                      <a:pt x="21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4"/>
              <p:cNvSpPr/>
              <p:nvPr/>
            </p:nvSpPr>
            <p:spPr>
              <a:xfrm>
                <a:off x="1568007" y="1247560"/>
                <a:ext cx="102780" cy="12365"/>
              </a:xfrm>
              <a:custGeom>
                <a:rect b="b" l="l" r="r" t="t"/>
                <a:pathLst>
                  <a:path extrusionOk="0" h="288" w="2394">
                    <a:moveTo>
                      <a:pt x="2279" y="1"/>
                    </a:moveTo>
                    <a:lnTo>
                      <a:pt x="116" y="39"/>
                    </a:lnTo>
                    <a:cubicBezTo>
                      <a:pt x="39" y="39"/>
                      <a:pt x="1" y="96"/>
                      <a:pt x="1" y="154"/>
                    </a:cubicBezTo>
                    <a:cubicBezTo>
                      <a:pt x="1" y="230"/>
                      <a:pt x="39" y="288"/>
                      <a:pt x="116" y="288"/>
                    </a:cubicBezTo>
                    <a:lnTo>
                      <a:pt x="2279" y="230"/>
                    </a:lnTo>
                    <a:cubicBezTo>
                      <a:pt x="2355" y="230"/>
                      <a:pt x="2394" y="192"/>
                      <a:pt x="2394" y="115"/>
                    </a:cubicBezTo>
                    <a:cubicBezTo>
                      <a:pt x="2394" y="39"/>
                      <a:pt x="2355" y="1"/>
                      <a:pt x="22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4"/>
              <p:cNvSpPr/>
              <p:nvPr/>
            </p:nvSpPr>
            <p:spPr>
              <a:xfrm>
                <a:off x="1586940" y="1134992"/>
                <a:ext cx="104412" cy="12365"/>
              </a:xfrm>
              <a:custGeom>
                <a:rect b="b" l="l" r="r" t="t"/>
                <a:pathLst>
                  <a:path extrusionOk="0" h="288" w="2432">
                    <a:moveTo>
                      <a:pt x="2316" y="0"/>
                    </a:moveTo>
                    <a:lnTo>
                      <a:pt x="115" y="58"/>
                    </a:lnTo>
                    <a:cubicBezTo>
                      <a:pt x="38" y="58"/>
                      <a:pt x="0" y="96"/>
                      <a:pt x="0" y="173"/>
                    </a:cubicBezTo>
                    <a:cubicBezTo>
                      <a:pt x="0" y="249"/>
                      <a:pt x="38" y="287"/>
                      <a:pt x="115" y="287"/>
                    </a:cubicBezTo>
                    <a:lnTo>
                      <a:pt x="2316" y="249"/>
                    </a:lnTo>
                    <a:cubicBezTo>
                      <a:pt x="2393" y="249"/>
                      <a:pt x="2431" y="192"/>
                      <a:pt x="2431" y="134"/>
                    </a:cubicBezTo>
                    <a:cubicBezTo>
                      <a:pt x="2431" y="58"/>
                      <a:pt x="2393" y="0"/>
                      <a:pt x="23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4"/>
              <p:cNvSpPr/>
              <p:nvPr/>
            </p:nvSpPr>
            <p:spPr>
              <a:xfrm>
                <a:off x="1698692" y="1052005"/>
                <a:ext cx="128239" cy="13180"/>
              </a:xfrm>
              <a:custGeom>
                <a:rect b="b" l="l" r="r" t="t"/>
                <a:pathLst>
                  <a:path extrusionOk="0" h="307" w="2987">
                    <a:moveTo>
                      <a:pt x="115" y="0"/>
                    </a:moveTo>
                    <a:cubicBezTo>
                      <a:pt x="77" y="0"/>
                      <a:pt x="0" y="38"/>
                      <a:pt x="0" y="115"/>
                    </a:cubicBezTo>
                    <a:cubicBezTo>
                      <a:pt x="0" y="192"/>
                      <a:pt x="39" y="230"/>
                      <a:pt x="115" y="230"/>
                    </a:cubicBezTo>
                    <a:lnTo>
                      <a:pt x="2871" y="306"/>
                    </a:lnTo>
                    <a:cubicBezTo>
                      <a:pt x="2910" y="306"/>
                      <a:pt x="2967" y="268"/>
                      <a:pt x="2986" y="192"/>
                    </a:cubicBezTo>
                    <a:cubicBezTo>
                      <a:pt x="2986" y="115"/>
                      <a:pt x="2948" y="77"/>
                      <a:pt x="2871" y="77"/>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4"/>
              <p:cNvSpPr/>
              <p:nvPr/>
            </p:nvSpPr>
            <p:spPr>
              <a:xfrm>
                <a:off x="1678943" y="1180200"/>
                <a:ext cx="138930" cy="13996"/>
              </a:xfrm>
              <a:custGeom>
                <a:rect b="b" l="l" r="r" t="t"/>
                <a:pathLst>
                  <a:path extrusionOk="0" h="326" w="3236">
                    <a:moveTo>
                      <a:pt x="3121" y="0"/>
                    </a:moveTo>
                    <a:lnTo>
                      <a:pt x="116" y="77"/>
                    </a:lnTo>
                    <a:cubicBezTo>
                      <a:pt x="58" y="77"/>
                      <a:pt x="1" y="115"/>
                      <a:pt x="1" y="191"/>
                    </a:cubicBezTo>
                    <a:cubicBezTo>
                      <a:pt x="1" y="268"/>
                      <a:pt x="58" y="325"/>
                      <a:pt x="116" y="325"/>
                    </a:cubicBezTo>
                    <a:lnTo>
                      <a:pt x="3121" y="249"/>
                    </a:lnTo>
                    <a:cubicBezTo>
                      <a:pt x="3178" y="249"/>
                      <a:pt x="3236" y="191"/>
                      <a:pt x="3236" y="115"/>
                    </a:cubicBezTo>
                    <a:cubicBezTo>
                      <a:pt x="3236" y="58"/>
                      <a:pt x="3178" y="0"/>
                      <a:pt x="31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4"/>
              <p:cNvSpPr/>
              <p:nvPr/>
            </p:nvSpPr>
            <p:spPr>
              <a:xfrm>
                <a:off x="1811260" y="1120996"/>
                <a:ext cx="138930" cy="13223"/>
              </a:xfrm>
              <a:custGeom>
                <a:rect b="b" l="l" r="r" t="t"/>
                <a:pathLst>
                  <a:path extrusionOk="0" h="308" w="3236">
                    <a:moveTo>
                      <a:pt x="3120" y="1"/>
                    </a:moveTo>
                    <a:lnTo>
                      <a:pt x="135" y="78"/>
                    </a:lnTo>
                    <a:cubicBezTo>
                      <a:pt x="58" y="78"/>
                      <a:pt x="1" y="116"/>
                      <a:pt x="1" y="192"/>
                    </a:cubicBezTo>
                    <a:cubicBezTo>
                      <a:pt x="1" y="269"/>
                      <a:pt x="58" y="307"/>
                      <a:pt x="135" y="307"/>
                    </a:cubicBezTo>
                    <a:lnTo>
                      <a:pt x="3120" y="231"/>
                    </a:lnTo>
                    <a:cubicBezTo>
                      <a:pt x="3197" y="231"/>
                      <a:pt x="3235" y="192"/>
                      <a:pt x="3235" y="116"/>
                    </a:cubicBezTo>
                    <a:cubicBezTo>
                      <a:pt x="3235" y="39"/>
                      <a:pt x="3197" y="1"/>
                      <a:pt x="31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4"/>
              <p:cNvSpPr/>
              <p:nvPr/>
            </p:nvSpPr>
            <p:spPr>
              <a:xfrm>
                <a:off x="1809629" y="1240176"/>
                <a:ext cx="138930" cy="15670"/>
              </a:xfrm>
              <a:custGeom>
                <a:rect b="b" l="l" r="r" t="t"/>
                <a:pathLst>
                  <a:path extrusionOk="0" h="365" w="3236">
                    <a:moveTo>
                      <a:pt x="3101" y="0"/>
                    </a:moveTo>
                    <a:lnTo>
                      <a:pt x="115" y="115"/>
                    </a:lnTo>
                    <a:cubicBezTo>
                      <a:pt x="39" y="115"/>
                      <a:pt x="0" y="153"/>
                      <a:pt x="0" y="230"/>
                    </a:cubicBezTo>
                    <a:cubicBezTo>
                      <a:pt x="0" y="307"/>
                      <a:pt x="39" y="364"/>
                      <a:pt x="115" y="364"/>
                    </a:cubicBezTo>
                    <a:lnTo>
                      <a:pt x="3101" y="230"/>
                    </a:lnTo>
                    <a:cubicBezTo>
                      <a:pt x="3178" y="230"/>
                      <a:pt x="3235" y="192"/>
                      <a:pt x="3235" y="115"/>
                    </a:cubicBezTo>
                    <a:cubicBezTo>
                      <a:pt x="3235" y="39"/>
                      <a:pt x="3178" y="0"/>
                      <a:pt x="31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4"/>
              <p:cNvSpPr/>
              <p:nvPr/>
            </p:nvSpPr>
            <p:spPr>
              <a:xfrm>
                <a:off x="1942761" y="1062652"/>
                <a:ext cx="137255" cy="9917"/>
              </a:xfrm>
              <a:custGeom>
                <a:rect b="b" l="l" r="r" t="t"/>
                <a:pathLst>
                  <a:path extrusionOk="0" h="231" w="3197">
                    <a:moveTo>
                      <a:pt x="134" y="1"/>
                    </a:moveTo>
                    <a:cubicBezTo>
                      <a:pt x="57" y="1"/>
                      <a:pt x="0" y="39"/>
                      <a:pt x="0" y="116"/>
                    </a:cubicBezTo>
                    <a:cubicBezTo>
                      <a:pt x="0" y="192"/>
                      <a:pt x="57" y="231"/>
                      <a:pt x="134" y="231"/>
                    </a:cubicBezTo>
                    <a:lnTo>
                      <a:pt x="3063" y="231"/>
                    </a:lnTo>
                    <a:cubicBezTo>
                      <a:pt x="3139" y="231"/>
                      <a:pt x="3197" y="192"/>
                      <a:pt x="3197" y="116"/>
                    </a:cubicBezTo>
                    <a:cubicBezTo>
                      <a:pt x="3197" y="39"/>
                      <a:pt x="3139" y="1"/>
                      <a:pt x="30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4"/>
              <p:cNvSpPr/>
              <p:nvPr/>
            </p:nvSpPr>
            <p:spPr>
              <a:xfrm>
                <a:off x="1942761" y="1190847"/>
                <a:ext cx="138887" cy="20608"/>
              </a:xfrm>
              <a:custGeom>
                <a:rect b="b" l="l" r="r" t="t"/>
                <a:pathLst>
                  <a:path extrusionOk="0" h="480" w="3235">
                    <a:moveTo>
                      <a:pt x="3120" y="1"/>
                    </a:moveTo>
                    <a:lnTo>
                      <a:pt x="134" y="231"/>
                    </a:lnTo>
                    <a:cubicBezTo>
                      <a:pt x="57" y="231"/>
                      <a:pt x="0" y="288"/>
                      <a:pt x="0" y="365"/>
                    </a:cubicBezTo>
                    <a:cubicBezTo>
                      <a:pt x="0" y="422"/>
                      <a:pt x="57" y="479"/>
                      <a:pt x="134" y="479"/>
                    </a:cubicBezTo>
                    <a:lnTo>
                      <a:pt x="3120" y="231"/>
                    </a:lnTo>
                    <a:cubicBezTo>
                      <a:pt x="3197" y="231"/>
                      <a:pt x="3235" y="192"/>
                      <a:pt x="3235" y="116"/>
                    </a:cubicBezTo>
                    <a:cubicBezTo>
                      <a:pt x="3235" y="39"/>
                      <a:pt x="3197" y="1"/>
                      <a:pt x="312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4"/>
              <p:cNvSpPr/>
              <p:nvPr/>
            </p:nvSpPr>
            <p:spPr>
              <a:xfrm>
                <a:off x="2074219" y="1130055"/>
                <a:ext cx="118365" cy="12365"/>
              </a:xfrm>
              <a:custGeom>
                <a:rect b="b" l="l" r="r" t="t"/>
                <a:pathLst>
                  <a:path extrusionOk="0" h="288" w="2757">
                    <a:moveTo>
                      <a:pt x="135" y="1"/>
                    </a:moveTo>
                    <a:cubicBezTo>
                      <a:pt x="77" y="1"/>
                      <a:pt x="1" y="58"/>
                      <a:pt x="1" y="115"/>
                    </a:cubicBezTo>
                    <a:cubicBezTo>
                      <a:pt x="1" y="192"/>
                      <a:pt x="58" y="249"/>
                      <a:pt x="135" y="249"/>
                    </a:cubicBezTo>
                    <a:lnTo>
                      <a:pt x="2642" y="288"/>
                    </a:lnTo>
                    <a:cubicBezTo>
                      <a:pt x="2719" y="288"/>
                      <a:pt x="2757" y="249"/>
                      <a:pt x="2757" y="173"/>
                    </a:cubicBezTo>
                    <a:cubicBezTo>
                      <a:pt x="2757" y="96"/>
                      <a:pt x="2719" y="58"/>
                      <a:pt x="2642" y="58"/>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4"/>
              <p:cNvSpPr/>
              <p:nvPr/>
            </p:nvSpPr>
            <p:spPr>
              <a:xfrm>
                <a:off x="2184340" y="1072526"/>
                <a:ext cx="87153" cy="15670"/>
              </a:xfrm>
              <a:custGeom>
                <a:rect b="b" l="l" r="r" t="t"/>
                <a:pathLst>
                  <a:path extrusionOk="0" h="365" w="2030">
                    <a:moveTo>
                      <a:pt x="115" y="1"/>
                    </a:moveTo>
                    <a:cubicBezTo>
                      <a:pt x="77" y="1"/>
                      <a:pt x="0" y="77"/>
                      <a:pt x="0" y="116"/>
                    </a:cubicBezTo>
                    <a:cubicBezTo>
                      <a:pt x="0" y="173"/>
                      <a:pt x="58" y="249"/>
                      <a:pt x="115" y="249"/>
                    </a:cubicBezTo>
                    <a:lnTo>
                      <a:pt x="1914" y="364"/>
                    </a:lnTo>
                    <a:cubicBezTo>
                      <a:pt x="1991" y="364"/>
                      <a:pt x="2029" y="307"/>
                      <a:pt x="2029" y="249"/>
                    </a:cubicBezTo>
                    <a:cubicBezTo>
                      <a:pt x="2029" y="192"/>
                      <a:pt x="1991" y="116"/>
                      <a:pt x="1914" y="116"/>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4"/>
              <p:cNvSpPr/>
              <p:nvPr/>
            </p:nvSpPr>
            <p:spPr>
              <a:xfrm>
                <a:off x="2199967" y="1235239"/>
                <a:ext cx="110122" cy="12365"/>
              </a:xfrm>
              <a:custGeom>
                <a:rect b="b" l="l" r="r" t="t"/>
                <a:pathLst>
                  <a:path extrusionOk="0" h="288" w="2565">
                    <a:moveTo>
                      <a:pt x="2431" y="1"/>
                    </a:moveTo>
                    <a:lnTo>
                      <a:pt x="115" y="39"/>
                    </a:lnTo>
                    <a:cubicBezTo>
                      <a:pt x="38" y="39"/>
                      <a:pt x="0" y="96"/>
                      <a:pt x="0" y="154"/>
                    </a:cubicBezTo>
                    <a:cubicBezTo>
                      <a:pt x="0" y="230"/>
                      <a:pt x="38" y="288"/>
                      <a:pt x="115" y="288"/>
                    </a:cubicBezTo>
                    <a:lnTo>
                      <a:pt x="2431" y="230"/>
                    </a:lnTo>
                    <a:cubicBezTo>
                      <a:pt x="2507" y="230"/>
                      <a:pt x="2565" y="192"/>
                      <a:pt x="2565" y="115"/>
                    </a:cubicBezTo>
                    <a:cubicBezTo>
                      <a:pt x="2565" y="39"/>
                      <a:pt x="2507" y="1"/>
                      <a:pt x="24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4"/>
              <p:cNvSpPr/>
              <p:nvPr/>
            </p:nvSpPr>
            <p:spPr>
              <a:xfrm>
                <a:off x="2289524" y="1149761"/>
                <a:ext cx="69894" cy="15670"/>
              </a:xfrm>
              <a:custGeom>
                <a:rect b="b" l="l" r="r" t="t"/>
                <a:pathLst>
                  <a:path extrusionOk="0" h="365" w="1628">
                    <a:moveTo>
                      <a:pt x="1493" y="1"/>
                    </a:moveTo>
                    <a:lnTo>
                      <a:pt x="115" y="116"/>
                    </a:lnTo>
                    <a:cubicBezTo>
                      <a:pt x="39" y="116"/>
                      <a:pt x="0" y="173"/>
                      <a:pt x="0" y="231"/>
                    </a:cubicBezTo>
                    <a:cubicBezTo>
                      <a:pt x="0" y="307"/>
                      <a:pt x="39" y="365"/>
                      <a:pt x="115" y="365"/>
                    </a:cubicBezTo>
                    <a:lnTo>
                      <a:pt x="1493" y="231"/>
                    </a:lnTo>
                    <a:cubicBezTo>
                      <a:pt x="1570" y="231"/>
                      <a:pt x="1627" y="192"/>
                      <a:pt x="1627" y="116"/>
                    </a:cubicBezTo>
                    <a:cubicBezTo>
                      <a:pt x="1627" y="39"/>
                      <a:pt x="1570" y="1"/>
                      <a:pt x="14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4"/>
              <p:cNvSpPr/>
              <p:nvPr/>
            </p:nvSpPr>
            <p:spPr>
              <a:xfrm>
                <a:off x="2353621" y="1281262"/>
                <a:ext cx="74016" cy="9917"/>
              </a:xfrm>
              <a:custGeom>
                <a:rect b="b" l="l" r="r" t="t"/>
                <a:pathLst>
                  <a:path extrusionOk="0" h="231" w="1724">
                    <a:moveTo>
                      <a:pt x="134" y="0"/>
                    </a:moveTo>
                    <a:cubicBezTo>
                      <a:pt x="58" y="0"/>
                      <a:pt x="0" y="39"/>
                      <a:pt x="0" y="115"/>
                    </a:cubicBezTo>
                    <a:cubicBezTo>
                      <a:pt x="0" y="192"/>
                      <a:pt x="58" y="230"/>
                      <a:pt x="134" y="230"/>
                    </a:cubicBezTo>
                    <a:lnTo>
                      <a:pt x="1608" y="230"/>
                    </a:lnTo>
                    <a:cubicBezTo>
                      <a:pt x="1666" y="230"/>
                      <a:pt x="1723" y="192"/>
                      <a:pt x="1723" y="115"/>
                    </a:cubicBezTo>
                    <a:cubicBezTo>
                      <a:pt x="1723" y="39"/>
                      <a:pt x="1685" y="0"/>
                      <a:pt x="16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4"/>
              <p:cNvSpPr/>
              <p:nvPr/>
            </p:nvSpPr>
            <p:spPr>
              <a:xfrm>
                <a:off x="2425103" y="1224549"/>
                <a:ext cx="121671" cy="15670"/>
              </a:xfrm>
              <a:custGeom>
                <a:rect b="b" l="l" r="r" t="t"/>
                <a:pathLst>
                  <a:path extrusionOk="0" h="365" w="2834">
                    <a:moveTo>
                      <a:pt x="115" y="1"/>
                    </a:moveTo>
                    <a:cubicBezTo>
                      <a:pt x="58" y="1"/>
                      <a:pt x="1" y="39"/>
                      <a:pt x="1" y="116"/>
                    </a:cubicBezTo>
                    <a:cubicBezTo>
                      <a:pt x="1" y="192"/>
                      <a:pt x="39" y="250"/>
                      <a:pt x="115" y="250"/>
                    </a:cubicBezTo>
                    <a:lnTo>
                      <a:pt x="2719" y="364"/>
                    </a:lnTo>
                    <a:cubicBezTo>
                      <a:pt x="2795" y="364"/>
                      <a:pt x="2833" y="307"/>
                      <a:pt x="2814" y="250"/>
                    </a:cubicBezTo>
                    <a:cubicBezTo>
                      <a:pt x="2814" y="173"/>
                      <a:pt x="2776" y="116"/>
                      <a:pt x="2699" y="116"/>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4"/>
              <p:cNvSpPr/>
              <p:nvPr/>
            </p:nvSpPr>
            <p:spPr>
              <a:xfrm>
                <a:off x="2550852" y="1311658"/>
                <a:ext cx="120812" cy="15670"/>
              </a:xfrm>
              <a:custGeom>
                <a:rect b="b" l="l" r="r" t="t"/>
                <a:pathLst>
                  <a:path extrusionOk="0" h="365" w="2814">
                    <a:moveTo>
                      <a:pt x="2680" y="1"/>
                    </a:moveTo>
                    <a:lnTo>
                      <a:pt x="134" y="135"/>
                    </a:lnTo>
                    <a:cubicBezTo>
                      <a:pt x="58" y="135"/>
                      <a:pt x="0" y="173"/>
                      <a:pt x="0" y="249"/>
                    </a:cubicBezTo>
                    <a:cubicBezTo>
                      <a:pt x="0" y="326"/>
                      <a:pt x="58" y="364"/>
                      <a:pt x="134" y="364"/>
                    </a:cubicBezTo>
                    <a:lnTo>
                      <a:pt x="2680" y="249"/>
                    </a:lnTo>
                    <a:cubicBezTo>
                      <a:pt x="2756" y="249"/>
                      <a:pt x="2814" y="192"/>
                      <a:pt x="2814" y="135"/>
                    </a:cubicBezTo>
                    <a:cubicBezTo>
                      <a:pt x="2814" y="58"/>
                      <a:pt x="2756" y="1"/>
                      <a:pt x="26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4"/>
              <p:cNvSpPr/>
              <p:nvPr/>
            </p:nvSpPr>
            <p:spPr>
              <a:xfrm>
                <a:off x="2538530" y="1167020"/>
                <a:ext cx="110122" cy="13223"/>
              </a:xfrm>
              <a:custGeom>
                <a:rect b="b" l="l" r="r" t="t"/>
                <a:pathLst>
                  <a:path extrusionOk="0" h="308" w="2565">
                    <a:moveTo>
                      <a:pt x="2450" y="1"/>
                    </a:moveTo>
                    <a:lnTo>
                      <a:pt x="134" y="77"/>
                    </a:lnTo>
                    <a:cubicBezTo>
                      <a:pt x="57" y="77"/>
                      <a:pt x="0" y="116"/>
                      <a:pt x="0" y="192"/>
                    </a:cubicBezTo>
                    <a:cubicBezTo>
                      <a:pt x="0" y="269"/>
                      <a:pt x="57" y="307"/>
                      <a:pt x="134" y="307"/>
                    </a:cubicBezTo>
                    <a:lnTo>
                      <a:pt x="2450" y="250"/>
                    </a:lnTo>
                    <a:cubicBezTo>
                      <a:pt x="2527" y="250"/>
                      <a:pt x="2565" y="192"/>
                      <a:pt x="2565" y="116"/>
                    </a:cubicBezTo>
                    <a:cubicBezTo>
                      <a:pt x="2565" y="58"/>
                      <a:pt x="2527" y="1"/>
                      <a:pt x="24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4"/>
              <p:cNvSpPr/>
              <p:nvPr/>
            </p:nvSpPr>
            <p:spPr>
              <a:xfrm>
                <a:off x="2654361" y="1235239"/>
                <a:ext cx="133992" cy="14855"/>
              </a:xfrm>
              <a:custGeom>
                <a:rect b="b" l="l" r="r" t="t"/>
                <a:pathLst>
                  <a:path extrusionOk="0" h="346" w="3121">
                    <a:moveTo>
                      <a:pt x="3006" y="1"/>
                    </a:moveTo>
                    <a:lnTo>
                      <a:pt x="135" y="115"/>
                    </a:lnTo>
                    <a:cubicBezTo>
                      <a:pt x="58" y="115"/>
                      <a:pt x="1" y="154"/>
                      <a:pt x="1" y="230"/>
                    </a:cubicBezTo>
                    <a:cubicBezTo>
                      <a:pt x="1" y="307"/>
                      <a:pt x="58" y="345"/>
                      <a:pt x="135" y="345"/>
                    </a:cubicBezTo>
                    <a:lnTo>
                      <a:pt x="3006" y="230"/>
                    </a:lnTo>
                    <a:cubicBezTo>
                      <a:pt x="3082" y="230"/>
                      <a:pt x="3121" y="192"/>
                      <a:pt x="3121" y="115"/>
                    </a:cubicBezTo>
                    <a:cubicBezTo>
                      <a:pt x="3121" y="39"/>
                      <a:pt x="3082" y="1"/>
                      <a:pt x="30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4"/>
              <p:cNvSpPr/>
              <p:nvPr/>
            </p:nvSpPr>
            <p:spPr>
              <a:xfrm>
                <a:off x="2759545" y="1151435"/>
                <a:ext cx="78137" cy="18933"/>
              </a:xfrm>
              <a:custGeom>
                <a:rect b="b" l="l" r="r" t="t"/>
                <a:pathLst>
                  <a:path extrusionOk="0" h="441" w="1820">
                    <a:moveTo>
                      <a:pt x="1647" y="0"/>
                    </a:moveTo>
                    <a:lnTo>
                      <a:pt x="97" y="192"/>
                    </a:lnTo>
                    <a:cubicBezTo>
                      <a:pt x="58" y="230"/>
                      <a:pt x="1" y="268"/>
                      <a:pt x="1" y="345"/>
                    </a:cubicBezTo>
                    <a:cubicBezTo>
                      <a:pt x="1" y="383"/>
                      <a:pt x="77" y="440"/>
                      <a:pt x="116" y="440"/>
                    </a:cubicBezTo>
                    <a:lnTo>
                      <a:pt x="1704" y="249"/>
                    </a:lnTo>
                    <a:cubicBezTo>
                      <a:pt x="1743" y="230"/>
                      <a:pt x="1819" y="153"/>
                      <a:pt x="1800" y="96"/>
                    </a:cubicBezTo>
                    <a:cubicBezTo>
                      <a:pt x="1781" y="58"/>
                      <a:pt x="1723" y="0"/>
                      <a:pt x="164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4"/>
              <p:cNvSpPr/>
              <p:nvPr/>
            </p:nvSpPr>
            <p:spPr>
              <a:xfrm>
                <a:off x="2811321" y="1302642"/>
                <a:ext cx="95353" cy="23870"/>
              </a:xfrm>
              <a:custGeom>
                <a:rect b="b" l="l" r="r" t="t"/>
                <a:pathLst>
                  <a:path extrusionOk="0" h="556" w="2221">
                    <a:moveTo>
                      <a:pt x="2068" y="0"/>
                    </a:moveTo>
                    <a:lnTo>
                      <a:pt x="96" y="306"/>
                    </a:lnTo>
                    <a:cubicBezTo>
                      <a:pt x="20" y="345"/>
                      <a:pt x="1" y="383"/>
                      <a:pt x="1" y="459"/>
                    </a:cubicBezTo>
                    <a:cubicBezTo>
                      <a:pt x="1" y="498"/>
                      <a:pt x="58" y="555"/>
                      <a:pt x="116" y="555"/>
                    </a:cubicBezTo>
                    <a:lnTo>
                      <a:pt x="2125" y="249"/>
                    </a:lnTo>
                    <a:cubicBezTo>
                      <a:pt x="2202" y="211"/>
                      <a:pt x="2221" y="172"/>
                      <a:pt x="2221" y="96"/>
                    </a:cubicBezTo>
                    <a:cubicBezTo>
                      <a:pt x="2202" y="19"/>
                      <a:pt x="2144" y="0"/>
                      <a:pt x="20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9" name="Google Shape;1549;p34"/>
            <p:cNvGrpSpPr/>
            <p:nvPr/>
          </p:nvGrpSpPr>
          <p:grpSpPr>
            <a:xfrm>
              <a:off x="1491322" y="3110799"/>
              <a:ext cx="870240" cy="338577"/>
              <a:chOff x="1406968" y="2347869"/>
              <a:chExt cx="751957" cy="292583"/>
            </a:xfrm>
          </p:grpSpPr>
          <p:sp>
            <p:nvSpPr>
              <p:cNvPr id="1550" name="Google Shape;1550;p34"/>
              <p:cNvSpPr/>
              <p:nvPr/>
            </p:nvSpPr>
            <p:spPr>
              <a:xfrm>
                <a:off x="1415984" y="2390629"/>
                <a:ext cx="123345" cy="9874"/>
              </a:xfrm>
              <a:custGeom>
                <a:rect b="b" l="l" r="r" t="t"/>
                <a:pathLst>
                  <a:path extrusionOk="0" h="230" w="2873">
                    <a:moveTo>
                      <a:pt x="116" y="0"/>
                    </a:moveTo>
                    <a:cubicBezTo>
                      <a:pt x="58" y="0"/>
                      <a:pt x="1" y="38"/>
                      <a:pt x="1" y="115"/>
                    </a:cubicBezTo>
                    <a:cubicBezTo>
                      <a:pt x="1" y="192"/>
                      <a:pt x="58" y="230"/>
                      <a:pt x="116" y="230"/>
                    </a:cubicBezTo>
                    <a:lnTo>
                      <a:pt x="2757" y="230"/>
                    </a:lnTo>
                    <a:cubicBezTo>
                      <a:pt x="2834" y="230"/>
                      <a:pt x="2872" y="192"/>
                      <a:pt x="2872" y="115"/>
                    </a:cubicBezTo>
                    <a:cubicBezTo>
                      <a:pt x="2872" y="38"/>
                      <a:pt x="2834" y="0"/>
                      <a:pt x="27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4"/>
              <p:cNvSpPr/>
              <p:nvPr/>
            </p:nvSpPr>
            <p:spPr>
              <a:xfrm>
                <a:off x="1482572" y="2353621"/>
                <a:ext cx="14812" cy="48557"/>
              </a:xfrm>
              <a:custGeom>
                <a:rect b="b" l="l" r="r" t="t"/>
                <a:pathLst>
                  <a:path extrusionOk="0" h="1131" w="345">
                    <a:moveTo>
                      <a:pt x="96" y="1"/>
                    </a:moveTo>
                    <a:cubicBezTo>
                      <a:pt x="58" y="1"/>
                      <a:pt x="0" y="39"/>
                      <a:pt x="0" y="116"/>
                    </a:cubicBezTo>
                    <a:lnTo>
                      <a:pt x="96" y="1034"/>
                    </a:lnTo>
                    <a:cubicBezTo>
                      <a:pt x="96" y="1073"/>
                      <a:pt x="153" y="1130"/>
                      <a:pt x="211" y="1130"/>
                    </a:cubicBezTo>
                    <a:cubicBezTo>
                      <a:pt x="287" y="1092"/>
                      <a:pt x="345" y="1054"/>
                      <a:pt x="326" y="996"/>
                    </a:cubicBezTo>
                    <a:lnTo>
                      <a:pt x="211" y="97"/>
                    </a:lnTo>
                    <a:cubicBezTo>
                      <a:pt x="211" y="39"/>
                      <a:pt x="173"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4"/>
              <p:cNvSpPr/>
              <p:nvPr/>
            </p:nvSpPr>
            <p:spPr>
              <a:xfrm>
                <a:off x="1437364" y="2353621"/>
                <a:ext cx="10733" cy="46067"/>
              </a:xfrm>
              <a:custGeom>
                <a:rect b="b" l="l" r="r" t="t"/>
                <a:pathLst>
                  <a:path extrusionOk="0" h="1073" w="250">
                    <a:moveTo>
                      <a:pt x="135" y="1"/>
                    </a:moveTo>
                    <a:cubicBezTo>
                      <a:pt x="58" y="1"/>
                      <a:pt x="1" y="39"/>
                      <a:pt x="1" y="116"/>
                    </a:cubicBezTo>
                    <a:lnTo>
                      <a:pt x="1" y="958"/>
                    </a:lnTo>
                    <a:cubicBezTo>
                      <a:pt x="1" y="1034"/>
                      <a:pt x="58" y="1073"/>
                      <a:pt x="135" y="1073"/>
                    </a:cubicBezTo>
                    <a:cubicBezTo>
                      <a:pt x="192" y="1073"/>
                      <a:pt x="249" y="1015"/>
                      <a:pt x="249" y="958"/>
                    </a:cubicBezTo>
                    <a:lnTo>
                      <a:pt x="249" y="116"/>
                    </a:lnTo>
                    <a:cubicBezTo>
                      <a:pt x="249"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4"/>
              <p:cNvSpPr/>
              <p:nvPr/>
            </p:nvSpPr>
            <p:spPr>
              <a:xfrm>
                <a:off x="1468576" y="2390629"/>
                <a:ext cx="9917" cy="46882"/>
              </a:xfrm>
              <a:custGeom>
                <a:rect b="b" l="l" r="r" t="t"/>
                <a:pathLst>
                  <a:path extrusionOk="0" h="1092" w="231">
                    <a:moveTo>
                      <a:pt x="116" y="0"/>
                    </a:moveTo>
                    <a:cubicBezTo>
                      <a:pt x="39" y="0"/>
                      <a:pt x="1" y="38"/>
                      <a:pt x="1" y="115"/>
                    </a:cubicBezTo>
                    <a:lnTo>
                      <a:pt x="1" y="976"/>
                    </a:lnTo>
                    <a:cubicBezTo>
                      <a:pt x="1" y="1053"/>
                      <a:pt x="39" y="1091"/>
                      <a:pt x="116" y="1091"/>
                    </a:cubicBezTo>
                    <a:cubicBezTo>
                      <a:pt x="192" y="1091"/>
                      <a:pt x="231" y="1053"/>
                      <a:pt x="231" y="976"/>
                    </a:cubicBezTo>
                    <a:lnTo>
                      <a:pt x="231" y="115"/>
                    </a:lnTo>
                    <a:cubicBezTo>
                      <a:pt x="231" y="3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4"/>
              <p:cNvSpPr/>
              <p:nvPr/>
            </p:nvSpPr>
            <p:spPr>
              <a:xfrm>
                <a:off x="1420921" y="2432531"/>
                <a:ext cx="102780" cy="12365"/>
              </a:xfrm>
              <a:custGeom>
                <a:rect b="b" l="l" r="r" t="t"/>
                <a:pathLst>
                  <a:path extrusionOk="0" h="288" w="2394">
                    <a:moveTo>
                      <a:pt x="135" y="0"/>
                    </a:moveTo>
                    <a:cubicBezTo>
                      <a:pt x="58" y="0"/>
                      <a:pt x="1" y="58"/>
                      <a:pt x="1" y="115"/>
                    </a:cubicBezTo>
                    <a:cubicBezTo>
                      <a:pt x="1" y="192"/>
                      <a:pt x="58" y="249"/>
                      <a:pt x="135" y="249"/>
                    </a:cubicBezTo>
                    <a:lnTo>
                      <a:pt x="2279" y="287"/>
                    </a:lnTo>
                    <a:cubicBezTo>
                      <a:pt x="2355" y="287"/>
                      <a:pt x="2393" y="249"/>
                      <a:pt x="2393" y="173"/>
                    </a:cubicBezTo>
                    <a:cubicBezTo>
                      <a:pt x="2393" y="96"/>
                      <a:pt x="2355" y="58"/>
                      <a:pt x="2279" y="58"/>
                    </a:cubicBezTo>
                    <a:lnTo>
                      <a:pt x="1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4"/>
              <p:cNvSpPr/>
              <p:nvPr/>
            </p:nvSpPr>
            <p:spPr>
              <a:xfrm>
                <a:off x="1406968" y="2347869"/>
                <a:ext cx="135624" cy="11549"/>
              </a:xfrm>
              <a:custGeom>
                <a:rect b="b" l="l" r="r" t="t"/>
                <a:pathLst>
                  <a:path extrusionOk="0" h="269" w="3159">
                    <a:moveTo>
                      <a:pt x="115" y="1"/>
                    </a:moveTo>
                    <a:cubicBezTo>
                      <a:pt x="39" y="1"/>
                      <a:pt x="0" y="58"/>
                      <a:pt x="0" y="135"/>
                    </a:cubicBezTo>
                    <a:cubicBezTo>
                      <a:pt x="0" y="192"/>
                      <a:pt x="39" y="250"/>
                      <a:pt x="115" y="250"/>
                    </a:cubicBezTo>
                    <a:lnTo>
                      <a:pt x="3044" y="269"/>
                    </a:lnTo>
                    <a:cubicBezTo>
                      <a:pt x="3101" y="269"/>
                      <a:pt x="3159" y="231"/>
                      <a:pt x="3159" y="154"/>
                    </a:cubicBezTo>
                    <a:cubicBezTo>
                      <a:pt x="3159" y="77"/>
                      <a:pt x="3101" y="39"/>
                      <a:pt x="3044"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4"/>
              <p:cNvSpPr/>
              <p:nvPr/>
            </p:nvSpPr>
            <p:spPr>
              <a:xfrm>
                <a:off x="2032317" y="2585369"/>
                <a:ext cx="123302" cy="10733"/>
              </a:xfrm>
              <a:custGeom>
                <a:rect b="b" l="l" r="r" t="t"/>
                <a:pathLst>
                  <a:path extrusionOk="0" h="250" w="2872">
                    <a:moveTo>
                      <a:pt x="115" y="1"/>
                    </a:moveTo>
                    <a:cubicBezTo>
                      <a:pt x="58" y="1"/>
                      <a:pt x="0" y="58"/>
                      <a:pt x="0" y="134"/>
                    </a:cubicBezTo>
                    <a:cubicBezTo>
                      <a:pt x="0" y="192"/>
                      <a:pt x="58" y="249"/>
                      <a:pt x="115" y="249"/>
                    </a:cubicBezTo>
                    <a:lnTo>
                      <a:pt x="2757" y="249"/>
                    </a:lnTo>
                    <a:cubicBezTo>
                      <a:pt x="2833" y="249"/>
                      <a:pt x="2871" y="192"/>
                      <a:pt x="2871" y="134"/>
                    </a:cubicBezTo>
                    <a:cubicBezTo>
                      <a:pt x="2871" y="58"/>
                      <a:pt x="2833" y="1"/>
                      <a:pt x="2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4"/>
              <p:cNvSpPr/>
              <p:nvPr/>
            </p:nvSpPr>
            <p:spPr>
              <a:xfrm>
                <a:off x="2098862" y="2548405"/>
                <a:ext cx="14855" cy="48514"/>
              </a:xfrm>
              <a:custGeom>
                <a:rect b="b" l="l" r="r" t="t"/>
                <a:pathLst>
                  <a:path extrusionOk="0" h="1130" w="346">
                    <a:moveTo>
                      <a:pt x="96" y="0"/>
                    </a:moveTo>
                    <a:cubicBezTo>
                      <a:pt x="58" y="0"/>
                      <a:pt x="1" y="58"/>
                      <a:pt x="1" y="134"/>
                    </a:cubicBezTo>
                    <a:lnTo>
                      <a:pt x="96" y="1034"/>
                    </a:lnTo>
                    <a:cubicBezTo>
                      <a:pt x="96" y="1091"/>
                      <a:pt x="154" y="1129"/>
                      <a:pt x="230" y="1129"/>
                    </a:cubicBezTo>
                    <a:cubicBezTo>
                      <a:pt x="288" y="1110"/>
                      <a:pt x="345" y="1053"/>
                      <a:pt x="326" y="1015"/>
                    </a:cubicBezTo>
                    <a:lnTo>
                      <a:pt x="230" y="96"/>
                    </a:lnTo>
                    <a:cubicBezTo>
                      <a:pt x="230" y="58"/>
                      <a:pt x="173"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4"/>
              <p:cNvSpPr/>
              <p:nvPr/>
            </p:nvSpPr>
            <p:spPr>
              <a:xfrm>
                <a:off x="2053698" y="2548405"/>
                <a:ext cx="10690" cy="46882"/>
              </a:xfrm>
              <a:custGeom>
                <a:rect b="b" l="l" r="r" t="t"/>
                <a:pathLst>
                  <a:path extrusionOk="0" h="1092" w="249">
                    <a:moveTo>
                      <a:pt x="134" y="0"/>
                    </a:moveTo>
                    <a:cubicBezTo>
                      <a:pt x="57" y="0"/>
                      <a:pt x="0" y="58"/>
                      <a:pt x="0" y="134"/>
                    </a:cubicBezTo>
                    <a:lnTo>
                      <a:pt x="0" y="957"/>
                    </a:lnTo>
                    <a:cubicBezTo>
                      <a:pt x="0" y="1034"/>
                      <a:pt x="57" y="1091"/>
                      <a:pt x="134" y="1091"/>
                    </a:cubicBezTo>
                    <a:cubicBezTo>
                      <a:pt x="191" y="1091"/>
                      <a:pt x="249" y="1034"/>
                      <a:pt x="249" y="957"/>
                    </a:cubicBezTo>
                    <a:lnTo>
                      <a:pt x="249" y="134"/>
                    </a:lnTo>
                    <a:cubicBezTo>
                      <a:pt x="249" y="58"/>
                      <a:pt x="191"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4"/>
              <p:cNvSpPr/>
              <p:nvPr/>
            </p:nvSpPr>
            <p:spPr>
              <a:xfrm>
                <a:off x="2084909" y="2585369"/>
                <a:ext cx="9917" cy="47698"/>
              </a:xfrm>
              <a:custGeom>
                <a:rect b="b" l="l" r="r" t="t"/>
                <a:pathLst>
                  <a:path extrusionOk="0" h="1111" w="231">
                    <a:moveTo>
                      <a:pt x="115" y="1"/>
                    </a:moveTo>
                    <a:cubicBezTo>
                      <a:pt x="39" y="1"/>
                      <a:pt x="0" y="58"/>
                      <a:pt x="0" y="134"/>
                    </a:cubicBezTo>
                    <a:lnTo>
                      <a:pt x="0" y="996"/>
                    </a:lnTo>
                    <a:cubicBezTo>
                      <a:pt x="0" y="1053"/>
                      <a:pt x="39" y="1111"/>
                      <a:pt x="115" y="1111"/>
                    </a:cubicBezTo>
                    <a:cubicBezTo>
                      <a:pt x="192" y="1111"/>
                      <a:pt x="230" y="1053"/>
                      <a:pt x="230" y="996"/>
                    </a:cubicBezTo>
                    <a:lnTo>
                      <a:pt x="230" y="134"/>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4"/>
              <p:cNvSpPr/>
              <p:nvPr/>
            </p:nvSpPr>
            <p:spPr>
              <a:xfrm>
                <a:off x="2037255" y="2628087"/>
                <a:ext cx="102737" cy="12365"/>
              </a:xfrm>
              <a:custGeom>
                <a:rect b="b" l="l" r="r" t="t"/>
                <a:pathLst>
                  <a:path extrusionOk="0" h="288" w="2393">
                    <a:moveTo>
                      <a:pt x="134" y="1"/>
                    </a:moveTo>
                    <a:cubicBezTo>
                      <a:pt x="58" y="1"/>
                      <a:pt x="0" y="39"/>
                      <a:pt x="0" y="116"/>
                    </a:cubicBezTo>
                    <a:cubicBezTo>
                      <a:pt x="0" y="192"/>
                      <a:pt x="58" y="231"/>
                      <a:pt x="134" y="231"/>
                    </a:cubicBezTo>
                    <a:lnTo>
                      <a:pt x="2278" y="288"/>
                    </a:lnTo>
                    <a:cubicBezTo>
                      <a:pt x="2355" y="288"/>
                      <a:pt x="2393" y="231"/>
                      <a:pt x="2393" y="154"/>
                    </a:cubicBezTo>
                    <a:cubicBezTo>
                      <a:pt x="2393" y="97"/>
                      <a:pt x="2355" y="39"/>
                      <a:pt x="2278" y="39"/>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4"/>
              <p:cNvSpPr/>
              <p:nvPr/>
            </p:nvSpPr>
            <p:spPr>
              <a:xfrm>
                <a:off x="2023259" y="2543467"/>
                <a:ext cx="135667" cy="11549"/>
              </a:xfrm>
              <a:custGeom>
                <a:rect b="b" l="l" r="r" t="t"/>
                <a:pathLst>
                  <a:path extrusionOk="0" h="269" w="3160">
                    <a:moveTo>
                      <a:pt x="116" y="0"/>
                    </a:moveTo>
                    <a:cubicBezTo>
                      <a:pt x="39" y="0"/>
                      <a:pt x="1" y="39"/>
                      <a:pt x="1" y="115"/>
                    </a:cubicBezTo>
                    <a:cubicBezTo>
                      <a:pt x="1" y="192"/>
                      <a:pt x="39" y="249"/>
                      <a:pt x="116" y="249"/>
                    </a:cubicBezTo>
                    <a:lnTo>
                      <a:pt x="3044" y="268"/>
                    </a:lnTo>
                    <a:cubicBezTo>
                      <a:pt x="3102" y="268"/>
                      <a:pt x="3159" y="211"/>
                      <a:pt x="3159" y="153"/>
                    </a:cubicBezTo>
                    <a:cubicBezTo>
                      <a:pt x="3159" y="77"/>
                      <a:pt x="3102" y="19"/>
                      <a:pt x="3044" y="19"/>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2" name="Google Shape;1562;p34"/>
            <p:cNvGrpSpPr/>
            <p:nvPr/>
          </p:nvGrpSpPr>
          <p:grpSpPr>
            <a:xfrm>
              <a:off x="1875539" y="3763162"/>
              <a:ext cx="156957" cy="111286"/>
              <a:chOff x="1738962" y="2911611"/>
              <a:chExt cx="135624" cy="96168"/>
            </a:xfrm>
          </p:grpSpPr>
          <p:sp>
            <p:nvSpPr>
              <p:cNvPr id="1563" name="Google Shape;1563;p34"/>
              <p:cNvSpPr/>
              <p:nvPr/>
            </p:nvSpPr>
            <p:spPr>
              <a:xfrm>
                <a:off x="1747978" y="2953512"/>
                <a:ext cx="123302" cy="9917"/>
              </a:xfrm>
              <a:custGeom>
                <a:rect b="b" l="l" r="r" t="t"/>
                <a:pathLst>
                  <a:path extrusionOk="0" h="231" w="2872">
                    <a:moveTo>
                      <a:pt x="116" y="0"/>
                    </a:moveTo>
                    <a:cubicBezTo>
                      <a:pt x="39" y="0"/>
                      <a:pt x="1" y="39"/>
                      <a:pt x="1" y="115"/>
                    </a:cubicBezTo>
                    <a:cubicBezTo>
                      <a:pt x="1" y="192"/>
                      <a:pt x="39" y="230"/>
                      <a:pt x="116" y="230"/>
                    </a:cubicBezTo>
                    <a:lnTo>
                      <a:pt x="2757" y="230"/>
                    </a:lnTo>
                    <a:cubicBezTo>
                      <a:pt x="2814" y="230"/>
                      <a:pt x="2872" y="192"/>
                      <a:pt x="2872" y="115"/>
                    </a:cubicBezTo>
                    <a:cubicBezTo>
                      <a:pt x="2872" y="39"/>
                      <a:pt x="2814" y="0"/>
                      <a:pt x="27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4"/>
              <p:cNvSpPr/>
              <p:nvPr/>
            </p:nvSpPr>
            <p:spPr>
              <a:xfrm>
                <a:off x="1813707" y="2916548"/>
                <a:ext cx="14039" cy="48514"/>
              </a:xfrm>
              <a:custGeom>
                <a:rect b="b" l="l" r="r" t="t"/>
                <a:pathLst>
                  <a:path extrusionOk="0" h="1130" w="327">
                    <a:moveTo>
                      <a:pt x="97" y="0"/>
                    </a:moveTo>
                    <a:cubicBezTo>
                      <a:pt x="39" y="0"/>
                      <a:pt x="1" y="38"/>
                      <a:pt x="1" y="115"/>
                    </a:cubicBezTo>
                    <a:lnTo>
                      <a:pt x="97" y="1034"/>
                    </a:lnTo>
                    <a:cubicBezTo>
                      <a:pt x="97" y="1072"/>
                      <a:pt x="135" y="1129"/>
                      <a:pt x="212" y="1129"/>
                    </a:cubicBezTo>
                    <a:cubicBezTo>
                      <a:pt x="288" y="1091"/>
                      <a:pt x="326" y="1053"/>
                      <a:pt x="307" y="995"/>
                    </a:cubicBezTo>
                    <a:lnTo>
                      <a:pt x="212" y="96"/>
                    </a:lnTo>
                    <a:cubicBezTo>
                      <a:pt x="212" y="38"/>
                      <a:pt x="173" y="0"/>
                      <a:pt x="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4"/>
              <p:cNvSpPr/>
              <p:nvPr/>
            </p:nvSpPr>
            <p:spPr>
              <a:xfrm>
                <a:off x="1769358" y="2917364"/>
                <a:ext cx="10733" cy="46067"/>
              </a:xfrm>
              <a:custGeom>
                <a:rect b="b" l="l" r="r" t="t"/>
                <a:pathLst>
                  <a:path extrusionOk="0" h="1073" w="250">
                    <a:moveTo>
                      <a:pt x="115" y="0"/>
                    </a:moveTo>
                    <a:cubicBezTo>
                      <a:pt x="39" y="0"/>
                      <a:pt x="0" y="58"/>
                      <a:pt x="0" y="115"/>
                    </a:cubicBezTo>
                    <a:lnTo>
                      <a:pt x="0" y="957"/>
                    </a:lnTo>
                    <a:cubicBezTo>
                      <a:pt x="0" y="1034"/>
                      <a:pt x="39" y="1072"/>
                      <a:pt x="115" y="1072"/>
                    </a:cubicBezTo>
                    <a:cubicBezTo>
                      <a:pt x="173" y="1072"/>
                      <a:pt x="249" y="1015"/>
                      <a:pt x="249" y="957"/>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4"/>
              <p:cNvSpPr/>
              <p:nvPr/>
            </p:nvSpPr>
            <p:spPr>
              <a:xfrm>
                <a:off x="1798939" y="2953512"/>
                <a:ext cx="10733" cy="46882"/>
              </a:xfrm>
              <a:custGeom>
                <a:rect b="b" l="l" r="r" t="t"/>
                <a:pathLst>
                  <a:path extrusionOk="0" h="1092" w="250">
                    <a:moveTo>
                      <a:pt x="134" y="0"/>
                    </a:moveTo>
                    <a:cubicBezTo>
                      <a:pt x="58" y="0"/>
                      <a:pt x="0" y="39"/>
                      <a:pt x="0" y="115"/>
                    </a:cubicBezTo>
                    <a:lnTo>
                      <a:pt x="0" y="977"/>
                    </a:lnTo>
                    <a:cubicBezTo>
                      <a:pt x="0" y="1053"/>
                      <a:pt x="58" y="1092"/>
                      <a:pt x="134" y="1092"/>
                    </a:cubicBezTo>
                    <a:cubicBezTo>
                      <a:pt x="192" y="1092"/>
                      <a:pt x="249" y="1053"/>
                      <a:pt x="249" y="977"/>
                    </a:cubicBezTo>
                    <a:lnTo>
                      <a:pt x="249" y="115"/>
                    </a:lnTo>
                    <a:cubicBezTo>
                      <a:pt x="249" y="39"/>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4"/>
              <p:cNvSpPr/>
              <p:nvPr/>
            </p:nvSpPr>
            <p:spPr>
              <a:xfrm>
                <a:off x="1752915" y="2995414"/>
                <a:ext cx="102780" cy="12365"/>
              </a:xfrm>
              <a:custGeom>
                <a:rect b="b" l="l" r="r" t="t"/>
                <a:pathLst>
                  <a:path extrusionOk="0" h="288" w="2394">
                    <a:moveTo>
                      <a:pt x="115" y="1"/>
                    </a:moveTo>
                    <a:cubicBezTo>
                      <a:pt x="58" y="1"/>
                      <a:pt x="1" y="58"/>
                      <a:pt x="1" y="116"/>
                    </a:cubicBezTo>
                    <a:cubicBezTo>
                      <a:pt x="1" y="192"/>
                      <a:pt x="58" y="249"/>
                      <a:pt x="115" y="249"/>
                    </a:cubicBezTo>
                    <a:lnTo>
                      <a:pt x="2278" y="288"/>
                    </a:lnTo>
                    <a:cubicBezTo>
                      <a:pt x="2317" y="288"/>
                      <a:pt x="2393" y="249"/>
                      <a:pt x="2393" y="173"/>
                    </a:cubicBezTo>
                    <a:cubicBezTo>
                      <a:pt x="2393" y="96"/>
                      <a:pt x="2355" y="58"/>
                      <a:pt x="2278" y="58"/>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4"/>
              <p:cNvSpPr/>
              <p:nvPr/>
            </p:nvSpPr>
            <p:spPr>
              <a:xfrm>
                <a:off x="1738962" y="2911611"/>
                <a:ext cx="135624" cy="10733"/>
              </a:xfrm>
              <a:custGeom>
                <a:rect b="b" l="l" r="r" t="t"/>
                <a:pathLst>
                  <a:path extrusionOk="0" h="250" w="3159">
                    <a:moveTo>
                      <a:pt x="115" y="0"/>
                    </a:moveTo>
                    <a:cubicBezTo>
                      <a:pt x="38" y="0"/>
                      <a:pt x="0" y="39"/>
                      <a:pt x="0" y="115"/>
                    </a:cubicBezTo>
                    <a:cubicBezTo>
                      <a:pt x="0" y="192"/>
                      <a:pt x="38" y="230"/>
                      <a:pt x="115" y="230"/>
                    </a:cubicBezTo>
                    <a:lnTo>
                      <a:pt x="3024" y="249"/>
                    </a:lnTo>
                    <a:cubicBezTo>
                      <a:pt x="3082" y="249"/>
                      <a:pt x="3158" y="211"/>
                      <a:pt x="3158" y="134"/>
                    </a:cubicBezTo>
                    <a:cubicBezTo>
                      <a:pt x="3158" y="58"/>
                      <a:pt x="3101" y="19"/>
                      <a:pt x="3024" y="19"/>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9" name="Google Shape;1569;p34"/>
            <p:cNvGrpSpPr/>
            <p:nvPr/>
          </p:nvGrpSpPr>
          <p:grpSpPr>
            <a:xfrm>
              <a:off x="2947301" y="2885446"/>
              <a:ext cx="156957" cy="112279"/>
              <a:chOff x="2665051" y="2153128"/>
              <a:chExt cx="135624" cy="97027"/>
            </a:xfrm>
          </p:grpSpPr>
          <p:sp>
            <p:nvSpPr>
              <p:cNvPr id="1570" name="Google Shape;1570;p34"/>
              <p:cNvSpPr/>
              <p:nvPr/>
            </p:nvSpPr>
            <p:spPr>
              <a:xfrm>
                <a:off x="2674110" y="2195030"/>
                <a:ext cx="123302" cy="10733"/>
              </a:xfrm>
              <a:custGeom>
                <a:rect b="b" l="l" r="r" t="t"/>
                <a:pathLst>
                  <a:path extrusionOk="0" h="250" w="2872">
                    <a:moveTo>
                      <a:pt x="134" y="1"/>
                    </a:moveTo>
                    <a:cubicBezTo>
                      <a:pt x="58" y="1"/>
                      <a:pt x="0" y="58"/>
                      <a:pt x="0" y="135"/>
                    </a:cubicBezTo>
                    <a:cubicBezTo>
                      <a:pt x="0" y="192"/>
                      <a:pt x="58" y="250"/>
                      <a:pt x="134" y="250"/>
                    </a:cubicBezTo>
                    <a:lnTo>
                      <a:pt x="2756" y="250"/>
                    </a:lnTo>
                    <a:cubicBezTo>
                      <a:pt x="2833" y="250"/>
                      <a:pt x="2871" y="192"/>
                      <a:pt x="2871" y="135"/>
                    </a:cubicBezTo>
                    <a:cubicBezTo>
                      <a:pt x="2871" y="58"/>
                      <a:pt x="2833" y="1"/>
                      <a:pt x="2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4"/>
              <p:cNvSpPr/>
              <p:nvPr/>
            </p:nvSpPr>
            <p:spPr>
              <a:xfrm>
                <a:off x="2741470" y="2158066"/>
                <a:ext cx="14039" cy="48514"/>
              </a:xfrm>
              <a:custGeom>
                <a:rect b="b" l="l" r="r" t="t"/>
                <a:pathLst>
                  <a:path extrusionOk="0" h="1130" w="327">
                    <a:moveTo>
                      <a:pt x="96" y="0"/>
                    </a:moveTo>
                    <a:cubicBezTo>
                      <a:pt x="39" y="0"/>
                      <a:pt x="1" y="58"/>
                      <a:pt x="1" y="134"/>
                    </a:cubicBezTo>
                    <a:lnTo>
                      <a:pt x="96" y="1034"/>
                    </a:lnTo>
                    <a:cubicBezTo>
                      <a:pt x="96" y="1091"/>
                      <a:pt x="135" y="1130"/>
                      <a:pt x="211" y="1130"/>
                    </a:cubicBezTo>
                    <a:cubicBezTo>
                      <a:pt x="288" y="1111"/>
                      <a:pt x="326" y="1053"/>
                      <a:pt x="307" y="1015"/>
                    </a:cubicBezTo>
                    <a:lnTo>
                      <a:pt x="211" y="96"/>
                    </a:lnTo>
                    <a:cubicBezTo>
                      <a:pt x="211" y="58"/>
                      <a:pt x="154"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4"/>
              <p:cNvSpPr/>
              <p:nvPr/>
            </p:nvSpPr>
            <p:spPr>
              <a:xfrm>
                <a:off x="2695447" y="2158066"/>
                <a:ext cx="10733" cy="46882"/>
              </a:xfrm>
              <a:custGeom>
                <a:rect b="b" l="l" r="r" t="t"/>
                <a:pathLst>
                  <a:path extrusionOk="0" h="1092" w="250">
                    <a:moveTo>
                      <a:pt x="135" y="0"/>
                    </a:moveTo>
                    <a:cubicBezTo>
                      <a:pt x="58" y="0"/>
                      <a:pt x="1" y="58"/>
                      <a:pt x="1" y="134"/>
                    </a:cubicBezTo>
                    <a:lnTo>
                      <a:pt x="1" y="957"/>
                    </a:lnTo>
                    <a:cubicBezTo>
                      <a:pt x="1" y="1034"/>
                      <a:pt x="58" y="1091"/>
                      <a:pt x="135" y="1091"/>
                    </a:cubicBezTo>
                    <a:cubicBezTo>
                      <a:pt x="211" y="1091"/>
                      <a:pt x="250" y="1034"/>
                      <a:pt x="250" y="957"/>
                    </a:cubicBezTo>
                    <a:lnTo>
                      <a:pt x="250" y="134"/>
                    </a:lnTo>
                    <a:cubicBezTo>
                      <a:pt x="250" y="58"/>
                      <a:pt x="211"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4"/>
              <p:cNvSpPr/>
              <p:nvPr/>
            </p:nvSpPr>
            <p:spPr>
              <a:xfrm>
                <a:off x="2726702" y="2195030"/>
                <a:ext cx="9874" cy="47698"/>
              </a:xfrm>
              <a:custGeom>
                <a:rect b="b" l="l" r="r" t="t"/>
                <a:pathLst>
                  <a:path extrusionOk="0" h="1111" w="230">
                    <a:moveTo>
                      <a:pt x="115" y="1"/>
                    </a:moveTo>
                    <a:cubicBezTo>
                      <a:pt x="38" y="1"/>
                      <a:pt x="0" y="58"/>
                      <a:pt x="0" y="135"/>
                    </a:cubicBezTo>
                    <a:lnTo>
                      <a:pt x="0" y="996"/>
                    </a:lnTo>
                    <a:cubicBezTo>
                      <a:pt x="0" y="1053"/>
                      <a:pt x="38" y="1111"/>
                      <a:pt x="115" y="1111"/>
                    </a:cubicBezTo>
                    <a:cubicBezTo>
                      <a:pt x="192" y="1111"/>
                      <a:pt x="230" y="1053"/>
                      <a:pt x="230" y="996"/>
                    </a:cubicBezTo>
                    <a:lnTo>
                      <a:pt x="230" y="135"/>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4"/>
              <p:cNvSpPr/>
              <p:nvPr/>
            </p:nvSpPr>
            <p:spPr>
              <a:xfrm>
                <a:off x="2679863" y="2237791"/>
                <a:ext cx="102737" cy="12365"/>
              </a:xfrm>
              <a:custGeom>
                <a:rect b="b" l="l" r="r" t="t"/>
                <a:pathLst>
                  <a:path extrusionOk="0" h="288" w="2393">
                    <a:moveTo>
                      <a:pt x="115" y="0"/>
                    </a:moveTo>
                    <a:cubicBezTo>
                      <a:pt x="38" y="0"/>
                      <a:pt x="0" y="38"/>
                      <a:pt x="0" y="115"/>
                    </a:cubicBezTo>
                    <a:cubicBezTo>
                      <a:pt x="0" y="191"/>
                      <a:pt x="38" y="230"/>
                      <a:pt x="115" y="230"/>
                    </a:cubicBezTo>
                    <a:lnTo>
                      <a:pt x="2259" y="287"/>
                    </a:lnTo>
                    <a:cubicBezTo>
                      <a:pt x="2335" y="287"/>
                      <a:pt x="2393" y="230"/>
                      <a:pt x="2393" y="153"/>
                    </a:cubicBezTo>
                    <a:cubicBezTo>
                      <a:pt x="2393" y="96"/>
                      <a:pt x="2335" y="38"/>
                      <a:pt x="2259" y="3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4"/>
              <p:cNvSpPr/>
              <p:nvPr/>
            </p:nvSpPr>
            <p:spPr>
              <a:xfrm>
                <a:off x="2665051" y="2153128"/>
                <a:ext cx="135624" cy="11549"/>
              </a:xfrm>
              <a:custGeom>
                <a:rect b="b" l="l" r="r" t="t"/>
                <a:pathLst>
                  <a:path extrusionOk="0" h="269" w="3159">
                    <a:moveTo>
                      <a:pt x="115" y="1"/>
                    </a:moveTo>
                    <a:cubicBezTo>
                      <a:pt x="58" y="1"/>
                      <a:pt x="1" y="39"/>
                      <a:pt x="1" y="115"/>
                    </a:cubicBezTo>
                    <a:cubicBezTo>
                      <a:pt x="1" y="192"/>
                      <a:pt x="58" y="230"/>
                      <a:pt x="115" y="230"/>
                    </a:cubicBezTo>
                    <a:lnTo>
                      <a:pt x="3044" y="269"/>
                    </a:lnTo>
                    <a:cubicBezTo>
                      <a:pt x="3101" y="269"/>
                      <a:pt x="3159" y="211"/>
                      <a:pt x="3159" y="154"/>
                    </a:cubicBezTo>
                    <a:cubicBezTo>
                      <a:pt x="3159" y="77"/>
                      <a:pt x="3121" y="20"/>
                      <a:pt x="3044"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6" name="Google Shape;1576;p34"/>
            <p:cNvGrpSpPr/>
            <p:nvPr/>
          </p:nvGrpSpPr>
          <p:grpSpPr>
            <a:xfrm>
              <a:off x="1469460" y="2020101"/>
              <a:ext cx="1583476" cy="709447"/>
              <a:chOff x="1388078" y="1405336"/>
              <a:chExt cx="1368250" cy="613072"/>
            </a:xfrm>
          </p:grpSpPr>
          <p:sp>
            <p:nvSpPr>
              <p:cNvPr id="1577" name="Google Shape;1577;p34"/>
              <p:cNvSpPr/>
              <p:nvPr/>
            </p:nvSpPr>
            <p:spPr>
              <a:xfrm>
                <a:off x="2375817" y="1872910"/>
                <a:ext cx="380511" cy="145498"/>
              </a:xfrm>
              <a:custGeom>
                <a:rect b="b" l="l" r="r" t="t"/>
                <a:pathLst>
                  <a:path extrusionOk="0" h="3389" w="8863">
                    <a:moveTo>
                      <a:pt x="8575" y="192"/>
                    </a:moveTo>
                    <a:lnTo>
                      <a:pt x="8288" y="2987"/>
                    </a:lnTo>
                    <a:lnTo>
                      <a:pt x="306" y="3121"/>
                    </a:lnTo>
                    <a:lnTo>
                      <a:pt x="211" y="613"/>
                    </a:lnTo>
                    <a:lnTo>
                      <a:pt x="8575" y="192"/>
                    </a:lnTo>
                    <a:close/>
                    <a:moveTo>
                      <a:pt x="8747" y="1"/>
                    </a:moveTo>
                    <a:lnTo>
                      <a:pt x="115" y="403"/>
                    </a:lnTo>
                    <a:cubicBezTo>
                      <a:pt x="38" y="403"/>
                      <a:pt x="0" y="460"/>
                      <a:pt x="0" y="517"/>
                    </a:cubicBezTo>
                    <a:lnTo>
                      <a:pt x="96" y="3274"/>
                    </a:lnTo>
                    <a:cubicBezTo>
                      <a:pt x="96" y="3350"/>
                      <a:pt x="134" y="3388"/>
                      <a:pt x="211" y="3388"/>
                    </a:cubicBezTo>
                    <a:lnTo>
                      <a:pt x="8441" y="3274"/>
                    </a:lnTo>
                    <a:cubicBezTo>
                      <a:pt x="8518" y="3274"/>
                      <a:pt x="8556" y="3255"/>
                      <a:pt x="8556" y="3178"/>
                    </a:cubicBezTo>
                    <a:lnTo>
                      <a:pt x="8862" y="135"/>
                    </a:lnTo>
                    <a:cubicBezTo>
                      <a:pt x="8862" y="115"/>
                      <a:pt x="8862" y="58"/>
                      <a:pt x="8843" y="39"/>
                    </a:cubicBezTo>
                    <a:cubicBezTo>
                      <a:pt x="8824" y="20"/>
                      <a:pt x="8767" y="1"/>
                      <a:pt x="87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4"/>
              <p:cNvSpPr/>
              <p:nvPr/>
            </p:nvSpPr>
            <p:spPr>
              <a:xfrm>
                <a:off x="2375817" y="1892187"/>
                <a:ext cx="95353" cy="123774"/>
              </a:xfrm>
              <a:custGeom>
                <a:rect b="b" l="l" r="r" t="t"/>
                <a:pathLst>
                  <a:path extrusionOk="0" h="2883" w="2221">
                    <a:moveTo>
                      <a:pt x="1146" y="1"/>
                    </a:moveTo>
                    <a:cubicBezTo>
                      <a:pt x="1124" y="1"/>
                      <a:pt x="1105" y="9"/>
                      <a:pt x="1091" y="30"/>
                    </a:cubicBezTo>
                    <a:cubicBezTo>
                      <a:pt x="1034" y="68"/>
                      <a:pt x="1015" y="145"/>
                      <a:pt x="1072" y="202"/>
                    </a:cubicBezTo>
                    <a:cubicBezTo>
                      <a:pt x="1761" y="1121"/>
                      <a:pt x="1359" y="2155"/>
                      <a:pt x="1168" y="2538"/>
                    </a:cubicBezTo>
                    <a:cubicBezTo>
                      <a:pt x="345" y="1466"/>
                      <a:pt x="995" y="260"/>
                      <a:pt x="1015" y="222"/>
                    </a:cubicBezTo>
                    <a:cubicBezTo>
                      <a:pt x="1053" y="145"/>
                      <a:pt x="1015" y="68"/>
                      <a:pt x="976" y="49"/>
                    </a:cubicBezTo>
                    <a:cubicBezTo>
                      <a:pt x="957" y="44"/>
                      <a:pt x="938" y="42"/>
                      <a:pt x="920" y="42"/>
                    </a:cubicBezTo>
                    <a:cubicBezTo>
                      <a:pt x="865" y="42"/>
                      <a:pt x="818" y="64"/>
                      <a:pt x="804" y="107"/>
                    </a:cubicBezTo>
                    <a:cubicBezTo>
                      <a:pt x="804" y="126"/>
                      <a:pt x="0" y="1581"/>
                      <a:pt x="1091" y="2825"/>
                    </a:cubicBezTo>
                    <a:cubicBezTo>
                      <a:pt x="1110" y="2844"/>
                      <a:pt x="1168" y="2882"/>
                      <a:pt x="1187" y="2882"/>
                    </a:cubicBezTo>
                    <a:cubicBezTo>
                      <a:pt x="1244" y="2882"/>
                      <a:pt x="1263" y="2844"/>
                      <a:pt x="1283" y="2825"/>
                    </a:cubicBezTo>
                    <a:cubicBezTo>
                      <a:pt x="1302" y="2806"/>
                      <a:pt x="2220" y="1351"/>
                      <a:pt x="1263" y="49"/>
                    </a:cubicBezTo>
                    <a:cubicBezTo>
                      <a:pt x="1227" y="25"/>
                      <a:pt x="1183" y="1"/>
                      <a:pt x="11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4"/>
              <p:cNvSpPr/>
              <p:nvPr/>
            </p:nvSpPr>
            <p:spPr>
              <a:xfrm>
                <a:off x="2423472" y="1885146"/>
                <a:ext cx="95353" cy="123388"/>
              </a:xfrm>
              <a:custGeom>
                <a:rect b="b" l="l" r="r" t="t"/>
                <a:pathLst>
                  <a:path extrusionOk="0" h="2874" w="2221">
                    <a:moveTo>
                      <a:pt x="1167" y="1"/>
                    </a:moveTo>
                    <a:cubicBezTo>
                      <a:pt x="1145" y="1"/>
                      <a:pt x="1125" y="7"/>
                      <a:pt x="1110" y="22"/>
                    </a:cubicBezTo>
                    <a:cubicBezTo>
                      <a:pt x="1053" y="79"/>
                      <a:pt x="1034" y="137"/>
                      <a:pt x="1072" y="194"/>
                    </a:cubicBezTo>
                    <a:cubicBezTo>
                      <a:pt x="1780" y="1132"/>
                      <a:pt x="1378" y="2146"/>
                      <a:pt x="1187" y="2529"/>
                    </a:cubicBezTo>
                    <a:cubicBezTo>
                      <a:pt x="364" y="1457"/>
                      <a:pt x="1015" y="271"/>
                      <a:pt x="1034" y="213"/>
                    </a:cubicBezTo>
                    <a:cubicBezTo>
                      <a:pt x="1053" y="137"/>
                      <a:pt x="1034" y="79"/>
                      <a:pt x="996" y="41"/>
                    </a:cubicBezTo>
                    <a:cubicBezTo>
                      <a:pt x="976" y="36"/>
                      <a:pt x="957" y="34"/>
                      <a:pt x="939" y="34"/>
                    </a:cubicBezTo>
                    <a:cubicBezTo>
                      <a:pt x="884" y="34"/>
                      <a:pt x="838" y="55"/>
                      <a:pt x="823" y="98"/>
                    </a:cubicBezTo>
                    <a:cubicBezTo>
                      <a:pt x="823" y="118"/>
                      <a:pt x="0" y="1572"/>
                      <a:pt x="1110" y="2816"/>
                    </a:cubicBezTo>
                    <a:cubicBezTo>
                      <a:pt x="1130" y="2836"/>
                      <a:pt x="1187" y="2874"/>
                      <a:pt x="1206" y="2874"/>
                    </a:cubicBezTo>
                    <a:cubicBezTo>
                      <a:pt x="1244" y="2874"/>
                      <a:pt x="1302" y="2836"/>
                      <a:pt x="1302" y="2816"/>
                    </a:cubicBezTo>
                    <a:cubicBezTo>
                      <a:pt x="1321" y="2797"/>
                      <a:pt x="2221" y="1343"/>
                      <a:pt x="1264" y="41"/>
                    </a:cubicBezTo>
                    <a:cubicBezTo>
                      <a:pt x="1240" y="17"/>
                      <a:pt x="1202" y="1"/>
                      <a:pt x="11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4"/>
              <p:cNvSpPr/>
              <p:nvPr/>
            </p:nvSpPr>
            <p:spPr>
              <a:xfrm>
                <a:off x="2468680" y="1883772"/>
                <a:ext cx="95353" cy="123130"/>
              </a:xfrm>
              <a:custGeom>
                <a:rect b="b" l="l" r="r" t="t"/>
                <a:pathLst>
                  <a:path extrusionOk="0" h="2868" w="2221">
                    <a:moveTo>
                      <a:pt x="1173" y="0"/>
                    </a:moveTo>
                    <a:cubicBezTo>
                      <a:pt x="1149" y="0"/>
                      <a:pt x="1126" y="11"/>
                      <a:pt x="1110" y="35"/>
                    </a:cubicBezTo>
                    <a:cubicBezTo>
                      <a:pt x="1053" y="73"/>
                      <a:pt x="1034" y="150"/>
                      <a:pt x="1091" y="207"/>
                    </a:cubicBezTo>
                    <a:cubicBezTo>
                      <a:pt x="1780" y="1126"/>
                      <a:pt x="1378" y="2159"/>
                      <a:pt x="1187" y="2542"/>
                    </a:cubicBezTo>
                    <a:cubicBezTo>
                      <a:pt x="364" y="1470"/>
                      <a:pt x="1015" y="264"/>
                      <a:pt x="1034" y="226"/>
                    </a:cubicBezTo>
                    <a:cubicBezTo>
                      <a:pt x="1053" y="150"/>
                      <a:pt x="1034" y="73"/>
                      <a:pt x="995" y="54"/>
                    </a:cubicBezTo>
                    <a:cubicBezTo>
                      <a:pt x="976" y="49"/>
                      <a:pt x="957" y="47"/>
                      <a:pt x="939" y="47"/>
                    </a:cubicBezTo>
                    <a:cubicBezTo>
                      <a:pt x="884" y="47"/>
                      <a:pt x="837" y="68"/>
                      <a:pt x="823" y="111"/>
                    </a:cubicBezTo>
                    <a:cubicBezTo>
                      <a:pt x="823" y="130"/>
                      <a:pt x="0" y="1585"/>
                      <a:pt x="1110" y="2829"/>
                    </a:cubicBezTo>
                    <a:cubicBezTo>
                      <a:pt x="1129" y="2848"/>
                      <a:pt x="1187" y="2868"/>
                      <a:pt x="1206" y="2868"/>
                    </a:cubicBezTo>
                    <a:cubicBezTo>
                      <a:pt x="1244" y="2848"/>
                      <a:pt x="1282" y="2848"/>
                      <a:pt x="1302" y="2829"/>
                    </a:cubicBezTo>
                    <a:cubicBezTo>
                      <a:pt x="1321" y="2810"/>
                      <a:pt x="2220" y="1355"/>
                      <a:pt x="1263" y="54"/>
                    </a:cubicBezTo>
                    <a:cubicBezTo>
                      <a:pt x="1241" y="20"/>
                      <a:pt x="1206" y="0"/>
                      <a:pt x="1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4"/>
              <p:cNvSpPr/>
              <p:nvPr/>
            </p:nvSpPr>
            <p:spPr>
              <a:xfrm>
                <a:off x="2516334" y="1878835"/>
                <a:ext cx="95353" cy="123130"/>
              </a:xfrm>
              <a:custGeom>
                <a:rect b="b" l="l" r="r" t="t"/>
                <a:pathLst>
                  <a:path extrusionOk="0" h="2868" w="2221">
                    <a:moveTo>
                      <a:pt x="1163" y="0"/>
                    </a:moveTo>
                    <a:cubicBezTo>
                      <a:pt x="1139" y="0"/>
                      <a:pt x="1115" y="11"/>
                      <a:pt x="1091" y="35"/>
                    </a:cubicBezTo>
                    <a:cubicBezTo>
                      <a:pt x="1053" y="73"/>
                      <a:pt x="1034" y="150"/>
                      <a:pt x="1072" y="188"/>
                    </a:cubicBezTo>
                    <a:cubicBezTo>
                      <a:pt x="1761" y="1126"/>
                      <a:pt x="1359" y="2159"/>
                      <a:pt x="1168" y="2542"/>
                    </a:cubicBezTo>
                    <a:cubicBezTo>
                      <a:pt x="345" y="1470"/>
                      <a:pt x="996" y="265"/>
                      <a:pt x="1034" y="226"/>
                    </a:cubicBezTo>
                    <a:cubicBezTo>
                      <a:pt x="1053" y="150"/>
                      <a:pt x="1034" y="73"/>
                      <a:pt x="976" y="54"/>
                    </a:cubicBezTo>
                    <a:cubicBezTo>
                      <a:pt x="956" y="49"/>
                      <a:pt x="937" y="47"/>
                      <a:pt x="919" y="47"/>
                    </a:cubicBezTo>
                    <a:cubicBezTo>
                      <a:pt x="870" y="47"/>
                      <a:pt x="832" y="64"/>
                      <a:pt x="804" y="92"/>
                    </a:cubicBezTo>
                    <a:cubicBezTo>
                      <a:pt x="804" y="111"/>
                      <a:pt x="0" y="1585"/>
                      <a:pt x="1091" y="2829"/>
                    </a:cubicBezTo>
                    <a:cubicBezTo>
                      <a:pt x="1130" y="2849"/>
                      <a:pt x="1168" y="2868"/>
                      <a:pt x="1187" y="2868"/>
                    </a:cubicBezTo>
                    <a:cubicBezTo>
                      <a:pt x="1244" y="2868"/>
                      <a:pt x="1283" y="2849"/>
                      <a:pt x="1283" y="2829"/>
                    </a:cubicBezTo>
                    <a:cubicBezTo>
                      <a:pt x="1302" y="2810"/>
                      <a:pt x="2221" y="1336"/>
                      <a:pt x="1263" y="54"/>
                    </a:cubicBezTo>
                    <a:cubicBezTo>
                      <a:pt x="1230" y="21"/>
                      <a:pt x="1197" y="0"/>
                      <a:pt x="11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4"/>
              <p:cNvSpPr/>
              <p:nvPr/>
            </p:nvSpPr>
            <p:spPr>
              <a:xfrm>
                <a:off x="2562357" y="1879865"/>
                <a:ext cx="95353" cy="123731"/>
              </a:xfrm>
              <a:custGeom>
                <a:rect b="b" l="l" r="r" t="t"/>
                <a:pathLst>
                  <a:path extrusionOk="0" h="2882" w="2221">
                    <a:moveTo>
                      <a:pt x="1159" y="1"/>
                    </a:moveTo>
                    <a:cubicBezTo>
                      <a:pt x="1136" y="1"/>
                      <a:pt x="1112" y="9"/>
                      <a:pt x="1091" y="30"/>
                    </a:cubicBezTo>
                    <a:cubicBezTo>
                      <a:pt x="1053" y="68"/>
                      <a:pt x="1034" y="145"/>
                      <a:pt x="1072" y="202"/>
                    </a:cubicBezTo>
                    <a:cubicBezTo>
                      <a:pt x="1761" y="1121"/>
                      <a:pt x="1359" y="2155"/>
                      <a:pt x="1168" y="2537"/>
                    </a:cubicBezTo>
                    <a:cubicBezTo>
                      <a:pt x="364" y="1466"/>
                      <a:pt x="1015" y="260"/>
                      <a:pt x="1034" y="221"/>
                    </a:cubicBezTo>
                    <a:cubicBezTo>
                      <a:pt x="1053" y="145"/>
                      <a:pt x="1034" y="68"/>
                      <a:pt x="976" y="49"/>
                    </a:cubicBezTo>
                    <a:cubicBezTo>
                      <a:pt x="962" y="44"/>
                      <a:pt x="946" y="42"/>
                      <a:pt x="931" y="42"/>
                    </a:cubicBezTo>
                    <a:cubicBezTo>
                      <a:pt x="884" y="42"/>
                      <a:pt x="837" y="64"/>
                      <a:pt x="823" y="107"/>
                    </a:cubicBezTo>
                    <a:cubicBezTo>
                      <a:pt x="823" y="126"/>
                      <a:pt x="0" y="1580"/>
                      <a:pt x="1110" y="2825"/>
                    </a:cubicBezTo>
                    <a:cubicBezTo>
                      <a:pt x="1129" y="2844"/>
                      <a:pt x="1168" y="2882"/>
                      <a:pt x="1206" y="2882"/>
                    </a:cubicBezTo>
                    <a:cubicBezTo>
                      <a:pt x="1244" y="2882"/>
                      <a:pt x="1302" y="2844"/>
                      <a:pt x="1282" y="2825"/>
                    </a:cubicBezTo>
                    <a:cubicBezTo>
                      <a:pt x="1321" y="2805"/>
                      <a:pt x="2220" y="1351"/>
                      <a:pt x="1263" y="49"/>
                    </a:cubicBezTo>
                    <a:cubicBezTo>
                      <a:pt x="1239" y="25"/>
                      <a:pt x="1200" y="1"/>
                      <a:pt x="11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4"/>
              <p:cNvSpPr/>
              <p:nvPr/>
            </p:nvSpPr>
            <p:spPr>
              <a:xfrm>
                <a:off x="2610012" y="1876946"/>
                <a:ext cx="95353" cy="123388"/>
              </a:xfrm>
              <a:custGeom>
                <a:rect b="b" l="l" r="r" t="t"/>
                <a:pathLst>
                  <a:path extrusionOk="0" h="2874" w="2221">
                    <a:moveTo>
                      <a:pt x="1157" y="1"/>
                    </a:moveTo>
                    <a:cubicBezTo>
                      <a:pt x="1135" y="1"/>
                      <a:pt x="1113" y="7"/>
                      <a:pt x="1091" y="21"/>
                    </a:cubicBezTo>
                    <a:cubicBezTo>
                      <a:pt x="1053" y="79"/>
                      <a:pt x="1015" y="136"/>
                      <a:pt x="1072" y="194"/>
                    </a:cubicBezTo>
                    <a:cubicBezTo>
                      <a:pt x="1761" y="1132"/>
                      <a:pt x="1359" y="2146"/>
                      <a:pt x="1168" y="2529"/>
                    </a:cubicBezTo>
                    <a:cubicBezTo>
                      <a:pt x="345" y="1457"/>
                      <a:pt x="996" y="270"/>
                      <a:pt x="1015" y="213"/>
                    </a:cubicBezTo>
                    <a:cubicBezTo>
                      <a:pt x="1053" y="136"/>
                      <a:pt x="1015" y="79"/>
                      <a:pt x="976" y="41"/>
                    </a:cubicBezTo>
                    <a:cubicBezTo>
                      <a:pt x="957" y="36"/>
                      <a:pt x="938" y="33"/>
                      <a:pt x="920" y="33"/>
                    </a:cubicBezTo>
                    <a:cubicBezTo>
                      <a:pt x="865" y="33"/>
                      <a:pt x="818" y="55"/>
                      <a:pt x="804" y="98"/>
                    </a:cubicBezTo>
                    <a:cubicBezTo>
                      <a:pt x="804" y="117"/>
                      <a:pt x="0" y="1572"/>
                      <a:pt x="1091" y="2816"/>
                    </a:cubicBezTo>
                    <a:cubicBezTo>
                      <a:pt x="1110" y="2835"/>
                      <a:pt x="1168" y="2873"/>
                      <a:pt x="1187" y="2873"/>
                    </a:cubicBezTo>
                    <a:cubicBezTo>
                      <a:pt x="1244" y="2873"/>
                      <a:pt x="1283" y="2854"/>
                      <a:pt x="1283" y="2816"/>
                    </a:cubicBezTo>
                    <a:cubicBezTo>
                      <a:pt x="1302" y="2797"/>
                      <a:pt x="2221" y="1342"/>
                      <a:pt x="1264" y="41"/>
                    </a:cubicBezTo>
                    <a:cubicBezTo>
                      <a:pt x="1228" y="17"/>
                      <a:pt x="1193" y="1"/>
                      <a:pt x="11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4"/>
              <p:cNvSpPr/>
              <p:nvPr/>
            </p:nvSpPr>
            <p:spPr>
              <a:xfrm>
                <a:off x="2659298" y="1879865"/>
                <a:ext cx="95353" cy="123731"/>
              </a:xfrm>
              <a:custGeom>
                <a:rect b="b" l="l" r="r" t="t"/>
                <a:pathLst>
                  <a:path extrusionOk="0" h="2882" w="2221">
                    <a:moveTo>
                      <a:pt x="1155" y="1"/>
                    </a:moveTo>
                    <a:cubicBezTo>
                      <a:pt x="1134" y="1"/>
                      <a:pt x="1113" y="9"/>
                      <a:pt x="1092" y="30"/>
                    </a:cubicBezTo>
                    <a:cubicBezTo>
                      <a:pt x="1053" y="68"/>
                      <a:pt x="1015" y="145"/>
                      <a:pt x="1073" y="202"/>
                    </a:cubicBezTo>
                    <a:cubicBezTo>
                      <a:pt x="1762" y="1121"/>
                      <a:pt x="1360" y="2155"/>
                      <a:pt x="1168" y="2537"/>
                    </a:cubicBezTo>
                    <a:cubicBezTo>
                      <a:pt x="345" y="1466"/>
                      <a:pt x="996" y="260"/>
                      <a:pt x="1015" y="221"/>
                    </a:cubicBezTo>
                    <a:cubicBezTo>
                      <a:pt x="1053" y="145"/>
                      <a:pt x="1015" y="68"/>
                      <a:pt x="977" y="49"/>
                    </a:cubicBezTo>
                    <a:cubicBezTo>
                      <a:pt x="958" y="44"/>
                      <a:pt x="939" y="42"/>
                      <a:pt x="920" y="42"/>
                    </a:cubicBezTo>
                    <a:cubicBezTo>
                      <a:pt x="866" y="42"/>
                      <a:pt x="819" y="64"/>
                      <a:pt x="805" y="107"/>
                    </a:cubicBezTo>
                    <a:cubicBezTo>
                      <a:pt x="805" y="126"/>
                      <a:pt x="1" y="1580"/>
                      <a:pt x="1092" y="2825"/>
                    </a:cubicBezTo>
                    <a:cubicBezTo>
                      <a:pt x="1111" y="2844"/>
                      <a:pt x="1168" y="2882"/>
                      <a:pt x="1187" y="2882"/>
                    </a:cubicBezTo>
                    <a:cubicBezTo>
                      <a:pt x="1245" y="2882"/>
                      <a:pt x="1264" y="2844"/>
                      <a:pt x="1283" y="2825"/>
                    </a:cubicBezTo>
                    <a:cubicBezTo>
                      <a:pt x="1302" y="2805"/>
                      <a:pt x="2221" y="1351"/>
                      <a:pt x="1264" y="49"/>
                    </a:cubicBezTo>
                    <a:cubicBezTo>
                      <a:pt x="1228" y="25"/>
                      <a:pt x="1191" y="1"/>
                      <a:pt x="1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4"/>
              <p:cNvSpPr/>
              <p:nvPr/>
            </p:nvSpPr>
            <p:spPr>
              <a:xfrm>
                <a:off x="2061898" y="1763605"/>
                <a:ext cx="123302" cy="10733"/>
              </a:xfrm>
              <a:custGeom>
                <a:rect b="b" l="l" r="r" t="t"/>
                <a:pathLst>
                  <a:path extrusionOk="0" h="250" w="2872">
                    <a:moveTo>
                      <a:pt x="134" y="1"/>
                    </a:moveTo>
                    <a:cubicBezTo>
                      <a:pt x="58" y="1"/>
                      <a:pt x="0" y="58"/>
                      <a:pt x="0" y="135"/>
                    </a:cubicBezTo>
                    <a:cubicBezTo>
                      <a:pt x="0" y="192"/>
                      <a:pt x="58" y="250"/>
                      <a:pt x="134" y="250"/>
                    </a:cubicBezTo>
                    <a:lnTo>
                      <a:pt x="2757" y="250"/>
                    </a:lnTo>
                    <a:cubicBezTo>
                      <a:pt x="2833" y="250"/>
                      <a:pt x="2872" y="192"/>
                      <a:pt x="2872" y="135"/>
                    </a:cubicBezTo>
                    <a:cubicBezTo>
                      <a:pt x="2872" y="58"/>
                      <a:pt x="2833" y="1"/>
                      <a:pt x="2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4"/>
              <p:cNvSpPr/>
              <p:nvPr/>
            </p:nvSpPr>
            <p:spPr>
              <a:xfrm>
                <a:off x="2127627" y="1726640"/>
                <a:ext cx="14855" cy="48514"/>
              </a:xfrm>
              <a:custGeom>
                <a:rect b="b" l="l" r="r" t="t"/>
                <a:pathLst>
                  <a:path extrusionOk="0" h="1130" w="346">
                    <a:moveTo>
                      <a:pt x="96" y="1"/>
                    </a:moveTo>
                    <a:cubicBezTo>
                      <a:pt x="58" y="1"/>
                      <a:pt x="1" y="58"/>
                      <a:pt x="1" y="135"/>
                    </a:cubicBezTo>
                    <a:lnTo>
                      <a:pt x="96" y="1034"/>
                    </a:lnTo>
                    <a:cubicBezTo>
                      <a:pt x="96" y="1092"/>
                      <a:pt x="154" y="1130"/>
                      <a:pt x="230" y="1130"/>
                    </a:cubicBezTo>
                    <a:cubicBezTo>
                      <a:pt x="288" y="1111"/>
                      <a:pt x="345" y="1053"/>
                      <a:pt x="326" y="1015"/>
                    </a:cubicBezTo>
                    <a:lnTo>
                      <a:pt x="230" y="96"/>
                    </a:lnTo>
                    <a:cubicBezTo>
                      <a:pt x="230" y="58"/>
                      <a:pt x="173"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4"/>
              <p:cNvSpPr/>
              <p:nvPr/>
            </p:nvSpPr>
            <p:spPr>
              <a:xfrm>
                <a:off x="2084094" y="1726640"/>
                <a:ext cx="9874" cy="46882"/>
              </a:xfrm>
              <a:custGeom>
                <a:rect b="b" l="l" r="r" t="t"/>
                <a:pathLst>
                  <a:path extrusionOk="0" h="1092" w="230">
                    <a:moveTo>
                      <a:pt x="115" y="1"/>
                    </a:moveTo>
                    <a:cubicBezTo>
                      <a:pt x="39" y="1"/>
                      <a:pt x="0" y="58"/>
                      <a:pt x="0" y="135"/>
                    </a:cubicBezTo>
                    <a:lnTo>
                      <a:pt x="0" y="958"/>
                    </a:lnTo>
                    <a:cubicBezTo>
                      <a:pt x="0" y="1034"/>
                      <a:pt x="39" y="1092"/>
                      <a:pt x="115" y="1092"/>
                    </a:cubicBezTo>
                    <a:cubicBezTo>
                      <a:pt x="153" y="1092"/>
                      <a:pt x="230" y="1034"/>
                      <a:pt x="230" y="958"/>
                    </a:cubicBezTo>
                    <a:lnTo>
                      <a:pt x="230" y="135"/>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4"/>
              <p:cNvSpPr/>
              <p:nvPr/>
            </p:nvSpPr>
            <p:spPr>
              <a:xfrm>
                <a:off x="2113674" y="1763605"/>
                <a:ext cx="9874" cy="47741"/>
              </a:xfrm>
              <a:custGeom>
                <a:rect b="b" l="l" r="r" t="t"/>
                <a:pathLst>
                  <a:path extrusionOk="0" h="1112" w="230">
                    <a:moveTo>
                      <a:pt x="115" y="1"/>
                    </a:moveTo>
                    <a:cubicBezTo>
                      <a:pt x="39" y="1"/>
                      <a:pt x="0" y="58"/>
                      <a:pt x="0" y="135"/>
                    </a:cubicBezTo>
                    <a:lnTo>
                      <a:pt x="0" y="996"/>
                    </a:lnTo>
                    <a:cubicBezTo>
                      <a:pt x="0" y="1054"/>
                      <a:pt x="39" y="1111"/>
                      <a:pt x="115" y="1111"/>
                    </a:cubicBezTo>
                    <a:cubicBezTo>
                      <a:pt x="192" y="1111"/>
                      <a:pt x="230" y="1054"/>
                      <a:pt x="230" y="996"/>
                    </a:cubicBezTo>
                    <a:lnTo>
                      <a:pt x="230" y="135"/>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4"/>
              <p:cNvSpPr/>
              <p:nvPr/>
            </p:nvSpPr>
            <p:spPr>
              <a:xfrm>
                <a:off x="2066019" y="1806365"/>
                <a:ext cx="102737" cy="12365"/>
              </a:xfrm>
              <a:custGeom>
                <a:rect b="b" l="l" r="r" t="t"/>
                <a:pathLst>
                  <a:path extrusionOk="0" h="288" w="2393">
                    <a:moveTo>
                      <a:pt x="134" y="0"/>
                    </a:moveTo>
                    <a:cubicBezTo>
                      <a:pt x="58" y="0"/>
                      <a:pt x="0" y="39"/>
                      <a:pt x="0" y="115"/>
                    </a:cubicBezTo>
                    <a:cubicBezTo>
                      <a:pt x="0" y="192"/>
                      <a:pt x="58" y="230"/>
                      <a:pt x="134" y="230"/>
                    </a:cubicBezTo>
                    <a:lnTo>
                      <a:pt x="2278" y="287"/>
                    </a:lnTo>
                    <a:cubicBezTo>
                      <a:pt x="2354" y="287"/>
                      <a:pt x="2393" y="230"/>
                      <a:pt x="2393" y="153"/>
                    </a:cubicBezTo>
                    <a:cubicBezTo>
                      <a:pt x="2393" y="96"/>
                      <a:pt x="2354" y="39"/>
                      <a:pt x="2278" y="39"/>
                    </a:cubicBezTo>
                    <a:lnTo>
                      <a:pt x="13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4"/>
              <p:cNvSpPr/>
              <p:nvPr/>
            </p:nvSpPr>
            <p:spPr>
              <a:xfrm>
                <a:off x="2052023" y="1721703"/>
                <a:ext cx="135624" cy="11549"/>
              </a:xfrm>
              <a:custGeom>
                <a:rect b="b" l="l" r="r" t="t"/>
                <a:pathLst>
                  <a:path extrusionOk="0" h="269" w="3159">
                    <a:moveTo>
                      <a:pt x="116" y="1"/>
                    </a:moveTo>
                    <a:cubicBezTo>
                      <a:pt x="39" y="1"/>
                      <a:pt x="1" y="39"/>
                      <a:pt x="1" y="116"/>
                    </a:cubicBezTo>
                    <a:cubicBezTo>
                      <a:pt x="1" y="192"/>
                      <a:pt x="39" y="230"/>
                      <a:pt x="116" y="230"/>
                    </a:cubicBezTo>
                    <a:lnTo>
                      <a:pt x="3044" y="269"/>
                    </a:lnTo>
                    <a:cubicBezTo>
                      <a:pt x="3102" y="269"/>
                      <a:pt x="3159" y="211"/>
                      <a:pt x="3159" y="154"/>
                    </a:cubicBezTo>
                    <a:cubicBezTo>
                      <a:pt x="3159" y="77"/>
                      <a:pt x="3102" y="20"/>
                      <a:pt x="3044" y="20"/>
                    </a:cubicBezTo>
                    <a:lnTo>
                      <a:pt x="1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4"/>
              <p:cNvSpPr/>
              <p:nvPr/>
            </p:nvSpPr>
            <p:spPr>
              <a:xfrm>
                <a:off x="1397910" y="1447238"/>
                <a:ext cx="123302" cy="10733"/>
              </a:xfrm>
              <a:custGeom>
                <a:rect b="b" l="l" r="r" t="t"/>
                <a:pathLst>
                  <a:path extrusionOk="0" h="250" w="2872">
                    <a:moveTo>
                      <a:pt x="116" y="1"/>
                    </a:moveTo>
                    <a:cubicBezTo>
                      <a:pt x="39" y="1"/>
                      <a:pt x="1" y="58"/>
                      <a:pt x="1" y="135"/>
                    </a:cubicBezTo>
                    <a:cubicBezTo>
                      <a:pt x="1" y="192"/>
                      <a:pt x="39" y="250"/>
                      <a:pt x="116" y="250"/>
                    </a:cubicBezTo>
                    <a:lnTo>
                      <a:pt x="2738" y="250"/>
                    </a:lnTo>
                    <a:cubicBezTo>
                      <a:pt x="2815" y="250"/>
                      <a:pt x="2872" y="192"/>
                      <a:pt x="2872" y="135"/>
                    </a:cubicBezTo>
                    <a:cubicBezTo>
                      <a:pt x="2872" y="58"/>
                      <a:pt x="2815" y="1"/>
                      <a:pt x="27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4"/>
              <p:cNvSpPr/>
              <p:nvPr/>
            </p:nvSpPr>
            <p:spPr>
              <a:xfrm>
                <a:off x="1463682" y="1409458"/>
                <a:ext cx="14812" cy="48514"/>
              </a:xfrm>
              <a:custGeom>
                <a:rect b="b" l="l" r="r" t="t"/>
                <a:pathLst>
                  <a:path extrusionOk="0" h="1130" w="345">
                    <a:moveTo>
                      <a:pt x="96" y="0"/>
                    </a:moveTo>
                    <a:cubicBezTo>
                      <a:pt x="38" y="0"/>
                      <a:pt x="0" y="39"/>
                      <a:pt x="0" y="115"/>
                    </a:cubicBezTo>
                    <a:lnTo>
                      <a:pt x="96" y="1034"/>
                    </a:lnTo>
                    <a:cubicBezTo>
                      <a:pt x="96" y="1072"/>
                      <a:pt x="134" y="1130"/>
                      <a:pt x="211" y="1130"/>
                    </a:cubicBezTo>
                    <a:cubicBezTo>
                      <a:pt x="306" y="1130"/>
                      <a:pt x="345" y="1053"/>
                      <a:pt x="306" y="1015"/>
                    </a:cubicBezTo>
                    <a:lnTo>
                      <a:pt x="211" y="96"/>
                    </a:lnTo>
                    <a:cubicBezTo>
                      <a:pt x="211" y="39"/>
                      <a:pt x="153"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4"/>
              <p:cNvSpPr/>
              <p:nvPr/>
            </p:nvSpPr>
            <p:spPr>
              <a:xfrm>
                <a:off x="1419290" y="1410273"/>
                <a:ext cx="9917" cy="46882"/>
              </a:xfrm>
              <a:custGeom>
                <a:rect b="b" l="l" r="r" t="t"/>
                <a:pathLst>
                  <a:path extrusionOk="0" h="1092" w="231">
                    <a:moveTo>
                      <a:pt x="115" y="0"/>
                    </a:moveTo>
                    <a:cubicBezTo>
                      <a:pt x="39" y="0"/>
                      <a:pt x="1" y="58"/>
                      <a:pt x="1" y="134"/>
                    </a:cubicBezTo>
                    <a:lnTo>
                      <a:pt x="1" y="957"/>
                    </a:lnTo>
                    <a:cubicBezTo>
                      <a:pt x="1" y="1034"/>
                      <a:pt x="39" y="1091"/>
                      <a:pt x="115" y="1091"/>
                    </a:cubicBezTo>
                    <a:cubicBezTo>
                      <a:pt x="192" y="1091"/>
                      <a:pt x="230" y="1034"/>
                      <a:pt x="230" y="957"/>
                    </a:cubicBezTo>
                    <a:lnTo>
                      <a:pt x="230" y="134"/>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4"/>
              <p:cNvSpPr/>
              <p:nvPr/>
            </p:nvSpPr>
            <p:spPr>
              <a:xfrm>
                <a:off x="1449686" y="1447238"/>
                <a:ext cx="10733" cy="47698"/>
              </a:xfrm>
              <a:custGeom>
                <a:rect b="b" l="l" r="r" t="t"/>
                <a:pathLst>
                  <a:path extrusionOk="0" h="1111" w="250">
                    <a:moveTo>
                      <a:pt x="135" y="1"/>
                    </a:moveTo>
                    <a:cubicBezTo>
                      <a:pt x="58" y="1"/>
                      <a:pt x="1" y="58"/>
                      <a:pt x="1" y="135"/>
                    </a:cubicBezTo>
                    <a:lnTo>
                      <a:pt x="1" y="996"/>
                    </a:lnTo>
                    <a:cubicBezTo>
                      <a:pt x="1" y="1054"/>
                      <a:pt x="58" y="1111"/>
                      <a:pt x="135" y="1111"/>
                    </a:cubicBezTo>
                    <a:cubicBezTo>
                      <a:pt x="173" y="1111"/>
                      <a:pt x="250" y="1054"/>
                      <a:pt x="250" y="996"/>
                    </a:cubicBezTo>
                    <a:lnTo>
                      <a:pt x="250" y="135"/>
                    </a:lnTo>
                    <a:cubicBezTo>
                      <a:pt x="250" y="58"/>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4"/>
              <p:cNvSpPr/>
              <p:nvPr/>
            </p:nvSpPr>
            <p:spPr>
              <a:xfrm>
                <a:off x="1402847" y="1489998"/>
                <a:ext cx="102780" cy="12365"/>
              </a:xfrm>
              <a:custGeom>
                <a:rect b="b" l="l" r="r" t="t"/>
                <a:pathLst>
                  <a:path extrusionOk="0" h="288" w="2394">
                    <a:moveTo>
                      <a:pt x="116" y="0"/>
                    </a:moveTo>
                    <a:cubicBezTo>
                      <a:pt x="39" y="0"/>
                      <a:pt x="1" y="38"/>
                      <a:pt x="1" y="115"/>
                    </a:cubicBezTo>
                    <a:cubicBezTo>
                      <a:pt x="1" y="191"/>
                      <a:pt x="39" y="230"/>
                      <a:pt x="116" y="230"/>
                    </a:cubicBezTo>
                    <a:lnTo>
                      <a:pt x="2278" y="287"/>
                    </a:lnTo>
                    <a:cubicBezTo>
                      <a:pt x="2317" y="287"/>
                      <a:pt x="2393" y="230"/>
                      <a:pt x="2393" y="153"/>
                    </a:cubicBezTo>
                    <a:cubicBezTo>
                      <a:pt x="2393" y="77"/>
                      <a:pt x="2336" y="38"/>
                      <a:pt x="2278" y="3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4"/>
              <p:cNvSpPr/>
              <p:nvPr/>
            </p:nvSpPr>
            <p:spPr>
              <a:xfrm>
                <a:off x="1388078" y="1405336"/>
                <a:ext cx="135624" cy="11549"/>
              </a:xfrm>
              <a:custGeom>
                <a:rect b="b" l="l" r="r" t="t"/>
                <a:pathLst>
                  <a:path extrusionOk="0" h="269" w="3159">
                    <a:moveTo>
                      <a:pt x="134" y="1"/>
                    </a:moveTo>
                    <a:cubicBezTo>
                      <a:pt x="58" y="1"/>
                      <a:pt x="0" y="58"/>
                      <a:pt x="0" y="115"/>
                    </a:cubicBezTo>
                    <a:cubicBezTo>
                      <a:pt x="0" y="192"/>
                      <a:pt x="58" y="249"/>
                      <a:pt x="134" y="249"/>
                    </a:cubicBezTo>
                    <a:lnTo>
                      <a:pt x="3044" y="269"/>
                    </a:lnTo>
                    <a:cubicBezTo>
                      <a:pt x="3120" y="269"/>
                      <a:pt x="3158" y="192"/>
                      <a:pt x="3158" y="154"/>
                    </a:cubicBezTo>
                    <a:cubicBezTo>
                      <a:pt x="3158" y="77"/>
                      <a:pt x="3120" y="20"/>
                      <a:pt x="3044" y="20"/>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7" name="Google Shape;1597;p34"/>
            <p:cNvSpPr/>
            <p:nvPr/>
          </p:nvSpPr>
          <p:spPr>
            <a:xfrm>
              <a:off x="2043873" y="2042805"/>
              <a:ext cx="52318" cy="14458"/>
            </a:xfrm>
            <a:custGeom>
              <a:rect b="b" l="l" r="r" t="t"/>
              <a:pathLst>
                <a:path extrusionOk="0" h="291" w="1053">
                  <a:moveTo>
                    <a:pt x="431" y="0"/>
                  </a:moveTo>
                  <a:cubicBezTo>
                    <a:pt x="247" y="0"/>
                    <a:pt x="106" y="22"/>
                    <a:pt x="96" y="22"/>
                  </a:cubicBezTo>
                  <a:cubicBezTo>
                    <a:pt x="19" y="41"/>
                    <a:pt x="0" y="99"/>
                    <a:pt x="0" y="175"/>
                  </a:cubicBezTo>
                  <a:cubicBezTo>
                    <a:pt x="19" y="233"/>
                    <a:pt x="77" y="271"/>
                    <a:pt x="153" y="271"/>
                  </a:cubicBezTo>
                  <a:cubicBezTo>
                    <a:pt x="153" y="271"/>
                    <a:pt x="320" y="242"/>
                    <a:pt x="515" y="242"/>
                  </a:cubicBezTo>
                  <a:cubicBezTo>
                    <a:pt x="637" y="242"/>
                    <a:pt x="770" y="253"/>
                    <a:pt x="881" y="290"/>
                  </a:cubicBezTo>
                  <a:lnTo>
                    <a:pt x="938" y="290"/>
                  </a:lnTo>
                  <a:cubicBezTo>
                    <a:pt x="976" y="290"/>
                    <a:pt x="1015" y="271"/>
                    <a:pt x="1034" y="214"/>
                  </a:cubicBezTo>
                  <a:cubicBezTo>
                    <a:pt x="1053" y="175"/>
                    <a:pt x="1034" y="99"/>
                    <a:pt x="957" y="80"/>
                  </a:cubicBezTo>
                  <a:cubicBezTo>
                    <a:pt x="787" y="17"/>
                    <a:pt x="593" y="0"/>
                    <a:pt x="43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4"/>
            <p:cNvSpPr/>
            <p:nvPr/>
          </p:nvSpPr>
          <p:spPr>
            <a:xfrm>
              <a:off x="2021017" y="2078774"/>
              <a:ext cx="52368" cy="13663"/>
            </a:xfrm>
            <a:custGeom>
              <a:rect b="b" l="l" r="r" t="t"/>
              <a:pathLst>
                <a:path extrusionOk="0" h="275" w="1054">
                  <a:moveTo>
                    <a:pt x="486" y="0"/>
                  </a:moveTo>
                  <a:cubicBezTo>
                    <a:pt x="284" y="0"/>
                    <a:pt x="118" y="25"/>
                    <a:pt x="96" y="25"/>
                  </a:cubicBezTo>
                  <a:cubicBezTo>
                    <a:pt x="39" y="45"/>
                    <a:pt x="1" y="83"/>
                    <a:pt x="1" y="159"/>
                  </a:cubicBezTo>
                  <a:cubicBezTo>
                    <a:pt x="39" y="236"/>
                    <a:pt x="77" y="255"/>
                    <a:pt x="154" y="255"/>
                  </a:cubicBezTo>
                  <a:cubicBezTo>
                    <a:pt x="154" y="255"/>
                    <a:pt x="328" y="226"/>
                    <a:pt x="529" y="226"/>
                  </a:cubicBezTo>
                  <a:cubicBezTo>
                    <a:pt x="654" y="226"/>
                    <a:pt x="790" y="237"/>
                    <a:pt x="900" y="274"/>
                  </a:cubicBezTo>
                  <a:lnTo>
                    <a:pt x="939" y="274"/>
                  </a:lnTo>
                  <a:cubicBezTo>
                    <a:pt x="996" y="274"/>
                    <a:pt x="1034" y="255"/>
                    <a:pt x="1034" y="217"/>
                  </a:cubicBezTo>
                  <a:cubicBezTo>
                    <a:pt x="1053" y="159"/>
                    <a:pt x="1034" y="83"/>
                    <a:pt x="958" y="64"/>
                  </a:cubicBezTo>
                  <a:cubicBezTo>
                    <a:pt x="810" y="15"/>
                    <a:pt x="638" y="0"/>
                    <a:pt x="486"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4"/>
            <p:cNvSpPr/>
            <p:nvPr/>
          </p:nvSpPr>
          <p:spPr>
            <a:xfrm>
              <a:off x="2661064" y="2156774"/>
              <a:ext cx="46654" cy="32641"/>
            </a:xfrm>
            <a:custGeom>
              <a:rect b="b" l="l" r="r" t="t"/>
              <a:pathLst>
                <a:path extrusionOk="0" h="657" w="939">
                  <a:moveTo>
                    <a:pt x="802" y="1"/>
                  </a:moveTo>
                  <a:cubicBezTo>
                    <a:pt x="791" y="1"/>
                    <a:pt x="779" y="3"/>
                    <a:pt x="766" y="6"/>
                  </a:cubicBezTo>
                  <a:cubicBezTo>
                    <a:pt x="402" y="102"/>
                    <a:pt x="77" y="427"/>
                    <a:pt x="39" y="465"/>
                  </a:cubicBezTo>
                  <a:cubicBezTo>
                    <a:pt x="0" y="504"/>
                    <a:pt x="0" y="580"/>
                    <a:pt x="39" y="618"/>
                  </a:cubicBezTo>
                  <a:cubicBezTo>
                    <a:pt x="77" y="657"/>
                    <a:pt x="115" y="657"/>
                    <a:pt x="134" y="657"/>
                  </a:cubicBezTo>
                  <a:cubicBezTo>
                    <a:pt x="160" y="657"/>
                    <a:pt x="177" y="640"/>
                    <a:pt x="185" y="640"/>
                  </a:cubicBezTo>
                  <a:cubicBezTo>
                    <a:pt x="190" y="640"/>
                    <a:pt x="192" y="644"/>
                    <a:pt x="192" y="657"/>
                  </a:cubicBezTo>
                  <a:cubicBezTo>
                    <a:pt x="192" y="657"/>
                    <a:pt x="517" y="312"/>
                    <a:pt x="804" y="236"/>
                  </a:cubicBezTo>
                  <a:cubicBezTo>
                    <a:pt x="881" y="216"/>
                    <a:pt x="938" y="178"/>
                    <a:pt x="900" y="102"/>
                  </a:cubicBezTo>
                  <a:cubicBezTo>
                    <a:pt x="884" y="38"/>
                    <a:pt x="855" y="1"/>
                    <a:pt x="8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4"/>
            <p:cNvSpPr/>
            <p:nvPr/>
          </p:nvSpPr>
          <p:spPr>
            <a:xfrm>
              <a:off x="2699073" y="2114942"/>
              <a:ext cx="45710" cy="32641"/>
            </a:xfrm>
            <a:custGeom>
              <a:rect b="b" l="l" r="r" t="t"/>
              <a:pathLst>
                <a:path extrusionOk="0" h="657" w="920">
                  <a:moveTo>
                    <a:pt x="803" y="1"/>
                  </a:moveTo>
                  <a:cubicBezTo>
                    <a:pt x="792" y="1"/>
                    <a:pt x="780" y="2"/>
                    <a:pt x="767" y="6"/>
                  </a:cubicBezTo>
                  <a:cubicBezTo>
                    <a:pt x="403" y="101"/>
                    <a:pt x="78" y="446"/>
                    <a:pt x="39" y="465"/>
                  </a:cubicBezTo>
                  <a:cubicBezTo>
                    <a:pt x="1" y="503"/>
                    <a:pt x="1" y="580"/>
                    <a:pt x="39" y="637"/>
                  </a:cubicBezTo>
                  <a:cubicBezTo>
                    <a:pt x="78" y="656"/>
                    <a:pt x="116" y="656"/>
                    <a:pt x="135" y="656"/>
                  </a:cubicBezTo>
                  <a:cubicBezTo>
                    <a:pt x="173" y="656"/>
                    <a:pt x="194" y="648"/>
                    <a:pt x="199" y="648"/>
                  </a:cubicBezTo>
                  <a:cubicBezTo>
                    <a:pt x="200" y="648"/>
                    <a:pt x="200" y="649"/>
                    <a:pt x="199" y="650"/>
                  </a:cubicBezTo>
                  <a:lnTo>
                    <a:pt x="199" y="650"/>
                  </a:lnTo>
                  <a:cubicBezTo>
                    <a:pt x="245" y="602"/>
                    <a:pt x="541" y="307"/>
                    <a:pt x="805" y="254"/>
                  </a:cubicBezTo>
                  <a:cubicBezTo>
                    <a:pt x="881" y="216"/>
                    <a:pt x="920" y="178"/>
                    <a:pt x="901" y="101"/>
                  </a:cubicBezTo>
                  <a:cubicBezTo>
                    <a:pt x="885" y="38"/>
                    <a:pt x="856" y="1"/>
                    <a:pt x="803" y="1"/>
                  </a:cubicBezTo>
                  <a:close/>
                  <a:moveTo>
                    <a:pt x="199" y="650"/>
                  </a:moveTo>
                  <a:cubicBezTo>
                    <a:pt x="195" y="654"/>
                    <a:pt x="192" y="656"/>
                    <a:pt x="192" y="656"/>
                  </a:cubicBezTo>
                  <a:cubicBezTo>
                    <a:pt x="195" y="653"/>
                    <a:pt x="198" y="651"/>
                    <a:pt x="199" y="65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4"/>
            <p:cNvSpPr/>
            <p:nvPr/>
          </p:nvSpPr>
          <p:spPr>
            <a:xfrm>
              <a:off x="2917838" y="2134814"/>
              <a:ext cx="43772" cy="37510"/>
            </a:xfrm>
            <a:custGeom>
              <a:rect b="b" l="l" r="r" t="t"/>
              <a:pathLst>
                <a:path extrusionOk="0" h="755" w="881">
                  <a:moveTo>
                    <a:pt x="135" y="0"/>
                  </a:moveTo>
                  <a:cubicBezTo>
                    <a:pt x="80" y="0"/>
                    <a:pt x="34" y="22"/>
                    <a:pt x="19" y="65"/>
                  </a:cubicBezTo>
                  <a:cubicBezTo>
                    <a:pt x="0" y="142"/>
                    <a:pt x="19" y="199"/>
                    <a:pt x="77" y="237"/>
                  </a:cubicBezTo>
                  <a:cubicBezTo>
                    <a:pt x="77" y="237"/>
                    <a:pt x="479" y="448"/>
                    <a:pt x="651" y="716"/>
                  </a:cubicBezTo>
                  <a:cubicBezTo>
                    <a:pt x="670" y="735"/>
                    <a:pt x="689" y="754"/>
                    <a:pt x="747" y="754"/>
                  </a:cubicBezTo>
                  <a:cubicBezTo>
                    <a:pt x="766" y="754"/>
                    <a:pt x="785" y="754"/>
                    <a:pt x="804" y="735"/>
                  </a:cubicBezTo>
                  <a:cubicBezTo>
                    <a:pt x="881" y="678"/>
                    <a:pt x="881" y="620"/>
                    <a:pt x="862" y="563"/>
                  </a:cubicBezTo>
                  <a:cubicBezTo>
                    <a:pt x="651" y="256"/>
                    <a:pt x="211" y="8"/>
                    <a:pt x="192" y="8"/>
                  </a:cubicBezTo>
                  <a:cubicBezTo>
                    <a:pt x="173" y="3"/>
                    <a:pt x="153" y="0"/>
                    <a:pt x="1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4"/>
            <p:cNvSpPr/>
            <p:nvPr/>
          </p:nvSpPr>
          <p:spPr>
            <a:xfrm>
              <a:off x="2964443" y="2139385"/>
              <a:ext cx="43772" cy="37659"/>
            </a:xfrm>
            <a:custGeom>
              <a:rect b="b" l="l" r="r" t="t"/>
              <a:pathLst>
                <a:path extrusionOk="0" h="758" w="881">
                  <a:moveTo>
                    <a:pt x="117" y="1"/>
                  </a:moveTo>
                  <a:cubicBezTo>
                    <a:pt x="70" y="1"/>
                    <a:pt x="32" y="18"/>
                    <a:pt x="19" y="69"/>
                  </a:cubicBezTo>
                  <a:cubicBezTo>
                    <a:pt x="0" y="145"/>
                    <a:pt x="19" y="203"/>
                    <a:pt x="58" y="241"/>
                  </a:cubicBezTo>
                  <a:cubicBezTo>
                    <a:pt x="58" y="241"/>
                    <a:pt x="479" y="452"/>
                    <a:pt x="632" y="720"/>
                  </a:cubicBezTo>
                  <a:cubicBezTo>
                    <a:pt x="651" y="739"/>
                    <a:pt x="689" y="758"/>
                    <a:pt x="728" y="758"/>
                  </a:cubicBezTo>
                  <a:cubicBezTo>
                    <a:pt x="766" y="758"/>
                    <a:pt x="785" y="758"/>
                    <a:pt x="804" y="739"/>
                  </a:cubicBezTo>
                  <a:cubicBezTo>
                    <a:pt x="881" y="681"/>
                    <a:pt x="881" y="624"/>
                    <a:pt x="862" y="566"/>
                  </a:cubicBezTo>
                  <a:cubicBezTo>
                    <a:pt x="632" y="260"/>
                    <a:pt x="211" y="11"/>
                    <a:pt x="192" y="11"/>
                  </a:cubicBezTo>
                  <a:cubicBezTo>
                    <a:pt x="166" y="5"/>
                    <a:pt x="141" y="1"/>
                    <a:pt x="1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4"/>
            <p:cNvSpPr/>
            <p:nvPr/>
          </p:nvSpPr>
          <p:spPr>
            <a:xfrm>
              <a:off x="2928272" y="3015412"/>
              <a:ext cx="43822" cy="37461"/>
            </a:xfrm>
            <a:custGeom>
              <a:rect b="b" l="l" r="r" t="t"/>
              <a:pathLst>
                <a:path extrusionOk="0" h="754" w="882">
                  <a:moveTo>
                    <a:pt x="107" y="1"/>
                  </a:moveTo>
                  <a:cubicBezTo>
                    <a:pt x="71" y="1"/>
                    <a:pt x="42" y="19"/>
                    <a:pt x="20" y="64"/>
                  </a:cubicBezTo>
                  <a:cubicBezTo>
                    <a:pt x="1" y="141"/>
                    <a:pt x="20" y="198"/>
                    <a:pt x="77" y="237"/>
                  </a:cubicBezTo>
                  <a:cubicBezTo>
                    <a:pt x="77" y="237"/>
                    <a:pt x="479" y="447"/>
                    <a:pt x="652" y="715"/>
                  </a:cubicBezTo>
                  <a:cubicBezTo>
                    <a:pt x="671" y="734"/>
                    <a:pt x="690" y="753"/>
                    <a:pt x="747" y="753"/>
                  </a:cubicBezTo>
                  <a:cubicBezTo>
                    <a:pt x="766" y="753"/>
                    <a:pt x="786" y="753"/>
                    <a:pt x="824" y="734"/>
                  </a:cubicBezTo>
                  <a:cubicBezTo>
                    <a:pt x="881" y="696"/>
                    <a:pt x="881" y="619"/>
                    <a:pt x="862" y="562"/>
                  </a:cubicBezTo>
                  <a:cubicBezTo>
                    <a:pt x="652" y="256"/>
                    <a:pt x="211" y="26"/>
                    <a:pt x="192" y="26"/>
                  </a:cubicBezTo>
                  <a:cubicBezTo>
                    <a:pt x="161" y="10"/>
                    <a:pt x="132" y="1"/>
                    <a:pt x="1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4"/>
            <p:cNvSpPr/>
            <p:nvPr/>
          </p:nvSpPr>
          <p:spPr>
            <a:xfrm>
              <a:off x="2878835" y="3013474"/>
              <a:ext cx="43772" cy="37510"/>
            </a:xfrm>
            <a:custGeom>
              <a:rect b="b" l="l" r="r" t="t"/>
              <a:pathLst>
                <a:path extrusionOk="0" h="755" w="881">
                  <a:moveTo>
                    <a:pt x="135" y="0"/>
                  </a:moveTo>
                  <a:cubicBezTo>
                    <a:pt x="81" y="0"/>
                    <a:pt x="34" y="22"/>
                    <a:pt x="20" y="65"/>
                  </a:cubicBezTo>
                  <a:cubicBezTo>
                    <a:pt x="1" y="122"/>
                    <a:pt x="20" y="199"/>
                    <a:pt x="58" y="218"/>
                  </a:cubicBezTo>
                  <a:cubicBezTo>
                    <a:pt x="58" y="218"/>
                    <a:pt x="479" y="448"/>
                    <a:pt x="632" y="697"/>
                  </a:cubicBezTo>
                  <a:cubicBezTo>
                    <a:pt x="651" y="716"/>
                    <a:pt x="690" y="754"/>
                    <a:pt x="728" y="754"/>
                  </a:cubicBezTo>
                  <a:cubicBezTo>
                    <a:pt x="766" y="754"/>
                    <a:pt x="785" y="754"/>
                    <a:pt x="804" y="735"/>
                  </a:cubicBezTo>
                  <a:cubicBezTo>
                    <a:pt x="881" y="677"/>
                    <a:pt x="881" y="601"/>
                    <a:pt x="862" y="563"/>
                  </a:cubicBezTo>
                  <a:cubicBezTo>
                    <a:pt x="632" y="256"/>
                    <a:pt x="211" y="8"/>
                    <a:pt x="192" y="8"/>
                  </a:cubicBezTo>
                  <a:cubicBezTo>
                    <a:pt x="173" y="3"/>
                    <a:pt x="154" y="0"/>
                    <a:pt x="1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4"/>
            <p:cNvSpPr/>
            <p:nvPr/>
          </p:nvSpPr>
          <p:spPr>
            <a:xfrm>
              <a:off x="2950183" y="3072942"/>
              <a:ext cx="43772" cy="36964"/>
            </a:xfrm>
            <a:custGeom>
              <a:rect b="b" l="l" r="r" t="t"/>
              <a:pathLst>
                <a:path extrusionOk="0" h="744" w="881">
                  <a:moveTo>
                    <a:pt x="126" y="1"/>
                  </a:moveTo>
                  <a:cubicBezTo>
                    <a:pt x="75" y="1"/>
                    <a:pt x="33" y="28"/>
                    <a:pt x="19" y="55"/>
                  </a:cubicBezTo>
                  <a:cubicBezTo>
                    <a:pt x="0" y="131"/>
                    <a:pt x="19" y="208"/>
                    <a:pt x="57" y="227"/>
                  </a:cubicBezTo>
                  <a:cubicBezTo>
                    <a:pt x="57" y="227"/>
                    <a:pt x="479" y="437"/>
                    <a:pt x="632" y="705"/>
                  </a:cubicBezTo>
                  <a:cubicBezTo>
                    <a:pt x="651" y="725"/>
                    <a:pt x="689" y="744"/>
                    <a:pt x="727" y="744"/>
                  </a:cubicBezTo>
                  <a:cubicBezTo>
                    <a:pt x="766" y="744"/>
                    <a:pt x="785" y="744"/>
                    <a:pt x="804" y="725"/>
                  </a:cubicBezTo>
                  <a:cubicBezTo>
                    <a:pt x="881" y="686"/>
                    <a:pt x="881" y="610"/>
                    <a:pt x="861" y="552"/>
                  </a:cubicBezTo>
                  <a:cubicBezTo>
                    <a:pt x="632" y="246"/>
                    <a:pt x="211" y="16"/>
                    <a:pt x="191" y="16"/>
                  </a:cubicBezTo>
                  <a:cubicBezTo>
                    <a:pt x="169" y="5"/>
                    <a:pt x="147" y="1"/>
                    <a:pt x="12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4"/>
            <p:cNvSpPr/>
            <p:nvPr/>
          </p:nvSpPr>
          <p:spPr>
            <a:xfrm>
              <a:off x="2605913" y="3044575"/>
              <a:ext cx="46654" cy="33983"/>
            </a:xfrm>
            <a:custGeom>
              <a:rect b="b" l="l" r="r" t="t"/>
              <a:pathLst>
                <a:path extrusionOk="0" h="684" w="939">
                  <a:moveTo>
                    <a:pt x="814" y="1"/>
                  </a:moveTo>
                  <a:cubicBezTo>
                    <a:pt x="799" y="1"/>
                    <a:pt x="783" y="5"/>
                    <a:pt x="766" y="13"/>
                  </a:cubicBezTo>
                  <a:cubicBezTo>
                    <a:pt x="421" y="128"/>
                    <a:pt x="77" y="453"/>
                    <a:pt x="58" y="492"/>
                  </a:cubicBezTo>
                  <a:cubicBezTo>
                    <a:pt x="0" y="530"/>
                    <a:pt x="0" y="607"/>
                    <a:pt x="58" y="645"/>
                  </a:cubicBezTo>
                  <a:cubicBezTo>
                    <a:pt x="77" y="683"/>
                    <a:pt x="134" y="683"/>
                    <a:pt x="153" y="683"/>
                  </a:cubicBezTo>
                  <a:cubicBezTo>
                    <a:pt x="172" y="683"/>
                    <a:pt x="230" y="683"/>
                    <a:pt x="192" y="645"/>
                  </a:cubicBezTo>
                  <a:cubicBezTo>
                    <a:pt x="192" y="645"/>
                    <a:pt x="536" y="319"/>
                    <a:pt x="823" y="243"/>
                  </a:cubicBezTo>
                  <a:cubicBezTo>
                    <a:pt x="900" y="224"/>
                    <a:pt x="938" y="166"/>
                    <a:pt x="919" y="90"/>
                  </a:cubicBezTo>
                  <a:cubicBezTo>
                    <a:pt x="904" y="45"/>
                    <a:pt x="866" y="1"/>
                    <a:pt x="81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4"/>
            <p:cNvSpPr/>
            <p:nvPr/>
          </p:nvSpPr>
          <p:spPr>
            <a:xfrm>
              <a:off x="1966811" y="2048866"/>
              <a:ext cx="53312" cy="14060"/>
            </a:xfrm>
            <a:custGeom>
              <a:rect b="b" l="l" r="r" t="t"/>
              <a:pathLst>
                <a:path extrusionOk="0" h="283" w="1073">
                  <a:moveTo>
                    <a:pt x="417" y="1"/>
                  </a:moveTo>
                  <a:cubicBezTo>
                    <a:pt x="250" y="1"/>
                    <a:pt x="125" y="15"/>
                    <a:pt x="116" y="15"/>
                  </a:cubicBezTo>
                  <a:cubicBezTo>
                    <a:pt x="39" y="53"/>
                    <a:pt x="1" y="92"/>
                    <a:pt x="20" y="168"/>
                  </a:cubicBezTo>
                  <a:cubicBezTo>
                    <a:pt x="39" y="245"/>
                    <a:pt x="96" y="264"/>
                    <a:pt x="173" y="264"/>
                  </a:cubicBezTo>
                  <a:cubicBezTo>
                    <a:pt x="173" y="264"/>
                    <a:pt x="340" y="235"/>
                    <a:pt x="535" y="235"/>
                  </a:cubicBezTo>
                  <a:cubicBezTo>
                    <a:pt x="657" y="235"/>
                    <a:pt x="790" y="246"/>
                    <a:pt x="900" y="283"/>
                  </a:cubicBezTo>
                  <a:lnTo>
                    <a:pt x="958" y="283"/>
                  </a:lnTo>
                  <a:cubicBezTo>
                    <a:pt x="996" y="283"/>
                    <a:pt x="1053" y="264"/>
                    <a:pt x="1053" y="206"/>
                  </a:cubicBezTo>
                  <a:cubicBezTo>
                    <a:pt x="1073" y="168"/>
                    <a:pt x="1053" y="92"/>
                    <a:pt x="977" y="72"/>
                  </a:cubicBezTo>
                  <a:cubicBezTo>
                    <a:pt x="795" y="15"/>
                    <a:pt x="584" y="1"/>
                    <a:pt x="417"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4"/>
            <p:cNvSpPr/>
            <p:nvPr/>
          </p:nvSpPr>
          <p:spPr>
            <a:xfrm>
              <a:off x="1756642" y="2074949"/>
              <a:ext cx="52368" cy="14607"/>
            </a:xfrm>
            <a:custGeom>
              <a:rect b="b" l="l" r="r" t="t"/>
              <a:pathLst>
                <a:path extrusionOk="0" h="294" w="1054">
                  <a:moveTo>
                    <a:pt x="472" y="1"/>
                  </a:moveTo>
                  <a:cubicBezTo>
                    <a:pt x="268" y="1"/>
                    <a:pt x="107" y="26"/>
                    <a:pt x="96" y="26"/>
                  </a:cubicBezTo>
                  <a:cubicBezTo>
                    <a:pt x="20" y="45"/>
                    <a:pt x="1" y="102"/>
                    <a:pt x="1" y="160"/>
                  </a:cubicBezTo>
                  <a:cubicBezTo>
                    <a:pt x="20" y="236"/>
                    <a:pt x="58" y="256"/>
                    <a:pt x="135" y="256"/>
                  </a:cubicBezTo>
                  <a:cubicBezTo>
                    <a:pt x="135" y="256"/>
                    <a:pt x="271" y="239"/>
                    <a:pt x="442" y="239"/>
                  </a:cubicBezTo>
                  <a:cubicBezTo>
                    <a:pt x="584" y="239"/>
                    <a:pt x="751" y="250"/>
                    <a:pt x="881" y="294"/>
                  </a:cubicBezTo>
                  <a:lnTo>
                    <a:pt x="919" y="294"/>
                  </a:lnTo>
                  <a:cubicBezTo>
                    <a:pt x="977" y="294"/>
                    <a:pt x="1015" y="236"/>
                    <a:pt x="1015" y="217"/>
                  </a:cubicBezTo>
                  <a:cubicBezTo>
                    <a:pt x="1053" y="160"/>
                    <a:pt x="1015" y="102"/>
                    <a:pt x="958" y="64"/>
                  </a:cubicBezTo>
                  <a:cubicBezTo>
                    <a:pt x="802" y="15"/>
                    <a:pt x="625" y="1"/>
                    <a:pt x="47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4"/>
            <p:cNvSpPr/>
            <p:nvPr/>
          </p:nvSpPr>
          <p:spPr>
            <a:xfrm>
              <a:off x="2019129" y="2931749"/>
              <a:ext cx="53312" cy="14607"/>
            </a:xfrm>
            <a:custGeom>
              <a:rect b="b" l="l" r="r" t="t"/>
              <a:pathLst>
                <a:path extrusionOk="0" h="294" w="1073">
                  <a:moveTo>
                    <a:pt x="491" y="1"/>
                  </a:moveTo>
                  <a:cubicBezTo>
                    <a:pt x="287" y="1"/>
                    <a:pt x="126" y="26"/>
                    <a:pt x="115" y="26"/>
                  </a:cubicBezTo>
                  <a:cubicBezTo>
                    <a:pt x="39" y="45"/>
                    <a:pt x="0" y="102"/>
                    <a:pt x="20" y="179"/>
                  </a:cubicBezTo>
                  <a:cubicBezTo>
                    <a:pt x="39" y="236"/>
                    <a:pt x="96" y="255"/>
                    <a:pt x="173" y="255"/>
                  </a:cubicBezTo>
                  <a:cubicBezTo>
                    <a:pt x="173" y="255"/>
                    <a:pt x="304" y="238"/>
                    <a:pt x="469" y="238"/>
                  </a:cubicBezTo>
                  <a:cubicBezTo>
                    <a:pt x="607" y="238"/>
                    <a:pt x="770" y="250"/>
                    <a:pt x="900" y="294"/>
                  </a:cubicBezTo>
                  <a:lnTo>
                    <a:pt x="957" y="294"/>
                  </a:lnTo>
                  <a:cubicBezTo>
                    <a:pt x="996" y="294"/>
                    <a:pt x="1034" y="274"/>
                    <a:pt x="1053" y="217"/>
                  </a:cubicBezTo>
                  <a:cubicBezTo>
                    <a:pt x="1072" y="160"/>
                    <a:pt x="1053" y="102"/>
                    <a:pt x="977" y="64"/>
                  </a:cubicBezTo>
                  <a:cubicBezTo>
                    <a:pt x="821" y="15"/>
                    <a:pt x="644" y="1"/>
                    <a:pt x="4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4"/>
            <p:cNvSpPr/>
            <p:nvPr/>
          </p:nvSpPr>
          <p:spPr>
            <a:xfrm>
              <a:off x="1681517" y="2990273"/>
              <a:ext cx="53312" cy="14110"/>
            </a:xfrm>
            <a:custGeom>
              <a:rect b="b" l="l" r="r" t="t"/>
              <a:pathLst>
                <a:path extrusionOk="0" h="284" w="1073">
                  <a:moveTo>
                    <a:pt x="417" y="1"/>
                  </a:moveTo>
                  <a:cubicBezTo>
                    <a:pt x="249" y="1"/>
                    <a:pt x="125" y="15"/>
                    <a:pt x="115" y="15"/>
                  </a:cubicBezTo>
                  <a:cubicBezTo>
                    <a:pt x="39" y="53"/>
                    <a:pt x="1" y="92"/>
                    <a:pt x="20" y="168"/>
                  </a:cubicBezTo>
                  <a:cubicBezTo>
                    <a:pt x="39" y="226"/>
                    <a:pt x="96" y="264"/>
                    <a:pt x="173" y="264"/>
                  </a:cubicBezTo>
                  <a:cubicBezTo>
                    <a:pt x="173" y="264"/>
                    <a:pt x="339" y="235"/>
                    <a:pt x="535" y="235"/>
                  </a:cubicBezTo>
                  <a:cubicBezTo>
                    <a:pt x="657" y="235"/>
                    <a:pt x="790" y="246"/>
                    <a:pt x="900" y="283"/>
                  </a:cubicBezTo>
                  <a:lnTo>
                    <a:pt x="958" y="283"/>
                  </a:lnTo>
                  <a:cubicBezTo>
                    <a:pt x="996" y="283"/>
                    <a:pt x="1053" y="226"/>
                    <a:pt x="1053" y="207"/>
                  </a:cubicBezTo>
                  <a:cubicBezTo>
                    <a:pt x="1072" y="168"/>
                    <a:pt x="1053" y="92"/>
                    <a:pt x="977" y="73"/>
                  </a:cubicBezTo>
                  <a:cubicBezTo>
                    <a:pt x="795" y="15"/>
                    <a:pt x="584" y="1"/>
                    <a:pt x="41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4"/>
            <p:cNvSpPr/>
            <p:nvPr/>
          </p:nvSpPr>
          <p:spPr>
            <a:xfrm>
              <a:off x="1706261" y="2960464"/>
              <a:ext cx="52318" cy="14408"/>
            </a:xfrm>
            <a:custGeom>
              <a:rect b="b" l="l" r="r" t="t"/>
              <a:pathLst>
                <a:path extrusionOk="0" h="290" w="1053">
                  <a:moveTo>
                    <a:pt x="431" y="0"/>
                  </a:moveTo>
                  <a:cubicBezTo>
                    <a:pt x="247" y="0"/>
                    <a:pt x="106" y="22"/>
                    <a:pt x="96" y="22"/>
                  </a:cubicBezTo>
                  <a:cubicBezTo>
                    <a:pt x="19" y="41"/>
                    <a:pt x="0" y="98"/>
                    <a:pt x="0" y="175"/>
                  </a:cubicBezTo>
                  <a:cubicBezTo>
                    <a:pt x="19" y="232"/>
                    <a:pt x="77" y="271"/>
                    <a:pt x="153" y="271"/>
                  </a:cubicBezTo>
                  <a:cubicBezTo>
                    <a:pt x="153" y="271"/>
                    <a:pt x="320" y="242"/>
                    <a:pt x="515" y="242"/>
                  </a:cubicBezTo>
                  <a:cubicBezTo>
                    <a:pt x="637" y="242"/>
                    <a:pt x="770" y="253"/>
                    <a:pt x="881" y="290"/>
                  </a:cubicBezTo>
                  <a:lnTo>
                    <a:pt x="938" y="290"/>
                  </a:lnTo>
                  <a:cubicBezTo>
                    <a:pt x="976" y="290"/>
                    <a:pt x="1034" y="232"/>
                    <a:pt x="1034" y="213"/>
                  </a:cubicBezTo>
                  <a:cubicBezTo>
                    <a:pt x="1053" y="156"/>
                    <a:pt x="1034" y="98"/>
                    <a:pt x="957" y="79"/>
                  </a:cubicBezTo>
                  <a:cubicBezTo>
                    <a:pt x="787" y="17"/>
                    <a:pt x="593" y="0"/>
                    <a:pt x="4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4"/>
            <p:cNvSpPr/>
            <p:nvPr/>
          </p:nvSpPr>
          <p:spPr>
            <a:xfrm>
              <a:off x="1991554" y="2966526"/>
              <a:ext cx="52368" cy="14060"/>
            </a:xfrm>
            <a:custGeom>
              <a:rect b="b" l="l" r="r" t="t"/>
              <a:pathLst>
                <a:path extrusionOk="0" h="283" w="1054">
                  <a:moveTo>
                    <a:pt x="398" y="0"/>
                  </a:moveTo>
                  <a:cubicBezTo>
                    <a:pt x="230" y="0"/>
                    <a:pt x="106" y="15"/>
                    <a:pt x="96" y="15"/>
                  </a:cubicBezTo>
                  <a:cubicBezTo>
                    <a:pt x="19" y="53"/>
                    <a:pt x="0" y="91"/>
                    <a:pt x="0" y="168"/>
                  </a:cubicBezTo>
                  <a:cubicBezTo>
                    <a:pt x="19" y="225"/>
                    <a:pt x="77" y="263"/>
                    <a:pt x="153" y="263"/>
                  </a:cubicBezTo>
                  <a:cubicBezTo>
                    <a:pt x="153" y="263"/>
                    <a:pt x="320" y="234"/>
                    <a:pt x="515" y="234"/>
                  </a:cubicBezTo>
                  <a:cubicBezTo>
                    <a:pt x="637" y="234"/>
                    <a:pt x="770" y="246"/>
                    <a:pt x="881" y="283"/>
                  </a:cubicBezTo>
                  <a:lnTo>
                    <a:pt x="938" y="283"/>
                  </a:lnTo>
                  <a:cubicBezTo>
                    <a:pt x="977" y="283"/>
                    <a:pt x="1034" y="225"/>
                    <a:pt x="1034" y="206"/>
                  </a:cubicBezTo>
                  <a:cubicBezTo>
                    <a:pt x="1053" y="168"/>
                    <a:pt x="1034" y="91"/>
                    <a:pt x="957" y="72"/>
                  </a:cubicBezTo>
                  <a:cubicBezTo>
                    <a:pt x="776" y="15"/>
                    <a:pt x="565" y="0"/>
                    <a:pt x="39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4"/>
            <p:cNvSpPr/>
            <p:nvPr/>
          </p:nvSpPr>
          <p:spPr>
            <a:xfrm>
              <a:off x="1752866" y="2984212"/>
              <a:ext cx="53262" cy="14458"/>
            </a:xfrm>
            <a:custGeom>
              <a:rect b="b" l="l" r="r" t="t"/>
              <a:pathLst>
                <a:path extrusionOk="0" h="291" w="1072">
                  <a:moveTo>
                    <a:pt x="450" y="1"/>
                  </a:moveTo>
                  <a:cubicBezTo>
                    <a:pt x="266" y="1"/>
                    <a:pt x="125" y="22"/>
                    <a:pt x="115" y="22"/>
                  </a:cubicBezTo>
                  <a:cubicBezTo>
                    <a:pt x="38" y="41"/>
                    <a:pt x="0" y="99"/>
                    <a:pt x="19" y="175"/>
                  </a:cubicBezTo>
                  <a:cubicBezTo>
                    <a:pt x="38" y="233"/>
                    <a:pt x="96" y="271"/>
                    <a:pt x="172" y="271"/>
                  </a:cubicBezTo>
                  <a:cubicBezTo>
                    <a:pt x="172" y="271"/>
                    <a:pt x="339" y="242"/>
                    <a:pt x="534" y="242"/>
                  </a:cubicBezTo>
                  <a:cubicBezTo>
                    <a:pt x="656" y="242"/>
                    <a:pt x="789" y="253"/>
                    <a:pt x="900" y="290"/>
                  </a:cubicBezTo>
                  <a:lnTo>
                    <a:pt x="957" y="290"/>
                  </a:lnTo>
                  <a:cubicBezTo>
                    <a:pt x="995" y="290"/>
                    <a:pt x="1053" y="233"/>
                    <a:pt x="1053" y="214"/>
                  </a:cubicBezTo>
                  <a:cubicBezTo>
                    <a:pt x="1072" y="156"/>
                    <a:pt x="1053" y="99"/>
                    <a:pt x="976" y="80"/>
                  </a:cubicBezTo>
                  <a:cubicBezTo>
                    <a:pt x="807" y="17"/>
                    <a:pt x="612" y="1"/>
                    <a:pt x="4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4"/>
            <p:cNvSpPr/>
            <p:nvPr/>
          </p:nvSpPr>
          <p:spPr>
            <a:xfrm>
              <a:off x="2062852" y="2961408"/>
              <a:ext cx="52368" cy="14408"/>
            </a:xfrm>
            <a:custGeom>
              <a:rect b="b" l="l" r="r" t="t"/>
              <a:pathLst>
                <a:path extrusionOk="0" h="290" w="1054">
                  <a:moveTo>
                    <a:pt x="432" y="0"/>
                  </a:moveTo>
                  <a:cubicBezTo>
                    <a:pt x="248" y="0"/>
                    <a:pt x="107" y="22"/>
                    <a:pt x="97" y="22"/>
                  </a:cubicBezTo>
                  <a:cubicBezTo>
                    <a:pt x="20" y="60"/>
                    <a:pt x="1" y="99"/>
                    <a:pt x="1" y="175"/>
                  </a:cubicBezTo>
                  <a:cubicBezTo>
                    <a:pt x="20" y="232"/>
                    <a:pt x="77" y="271"/>
                    <a:pt x="154" y="271"/>
                  </a:cubicBezTo>
                  <a:cubicBezTo>
                    <a:pt x="154" y="271"/>
                    <a:pt x="321" y="242"/>
                    <a:pt x="516" y="242"/>
                  </a:cubicBezTo>
                  <a:cubicBezTo>
                    <a:pt x="638" y="242"/>
                    <a:pt x="771" y="253"/>
                    <a:pt x="881" y="290"/>
                  </a:cubicBezTo>
                  <a:lnTo>
                    <a:pt x="939" y="290"/>
                  </a:lnTo>
                  <a:cubicBezTo>
                    <a:pt x="977" y="290"/>
                    <a:pt x="1034" y="271"/>
                    <a:pt x="1034" y="213"/>
                  </a:cubicBezTo>
                  <a:cubicBezTo>
                    <a:pt x="1054" y="175"/>
                    <a:pt x="1034" y="99"/>
                    <a:pt x="958" y="79"/>
                  </a:cubicBezTo>
                  <a:cubicBezTo>
                    <a:pt x="788" y="17"/>
                    <a:pt x="593" y="0"/>
                    <a:pt x="4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4"/>
            <p:cNvSpPr/>
            <p:nvPr/>
          </p:nvSpPr>
          <p:spPr>
            <a:xfrm>
              <a:off x="1686287" y="2084488"/>
              <a:ext cx="53312" cy="14607"/>
            </a:xfrm>
            <a:custGeom>
              <a:rect b="b" l="l" r="r" t="t"/>
              <a:pathLst>
                <a:path extrusionOk="0" h="294" w="1073">
                  <a:moveTo>
                    <a:pt x="491" y="0"/>
                  </a:moveTo>
                  <a:cubicBezTo>
                    <a:pt x="287" y="0"/>
                    <a:pt x="126" y="25"/>
                    <a:pt x="115" y="25"/>
                  </a:cubicBezTo>
                  <a:cubicBezTo>
                    <a:pt x="38" y="44"/>
                    <a:pt x="0" y="102"/>
                    <a:pt x="19" y="159"/>
                  </a:cubicBezTo>
                  <a:cubicBezTo>
                    <a:pt x="38" y="236"/>
                    <a:pt x="96" y="255"/>
                    <a:pt x="172" y="255"/>
                  </a:cubicBezTo>
                  <a:cubicBezTo>
                    <a:pt x="172" y="255"/>
                    <a:pt x="303" y="238"/>
                    <a:pt x="469" y="238"/>
                  </a:cubicBezTo>
                  <a:cubicBezTo>
                    <a:pt x="607" y="238"/>
                    <a:pt x="769" y="250"/>
                    <a:pt x="900" y="293"/>
                  </a:cubicBezTo>
                  <a:lnTo>
                    <a:pt x="957" y="293"/>
                  </a:lnTo>
                  <a:cubicBezTo>
                    <a:pt x="996" y="293"/>
                    <a:pt x="1034" y="255"/>
                    <a:pt x="1053" y="217"/>
                  </a:cubicBezTo>
                  <a:cubicBezTo>
                    <a:pt x="1072" y="159"/>
                    <a:pt x="1053" y="102"/>
                    <a:pt x="976" y="64"/>
                  </a:cubicBezTo>
                  <a:cubicBezTo>
                    <a:pt x="821" y="14"/>
                    <a:pt x="644" y="0"/>
                    <a:pt x="49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4"/>
            <p:cNvSpPr/>
            <p:nvPr/>
          </p:nvSpPr>
          <p:spPr>
            <a:xfrm>
              <a:off x="1714807" y="2052294"/>
              <a:ext cx="52368" cy="14458"/>
            </a:xfrm>
            <a:custGeom>
              <a:rect b="b" l="l" r="r" t="t"/>
              <a:pathLst>
                <a:path extrusionOk="0" h="291" w="1054">
                  <a:moveTo>
                    <a:pt x="432" y="1"/>
                  </a:moveTo>
                  <a:cubicBezTo>
                    <a:pt x="247" y="1"/>
                    <a:pt x="106" y="23"/>
                    <a:pt x="96" y="23"/>
                  </a:cubicBezTo>
                  <a:cubicBezTo>
                    <a:pt x="20" y="42"/>
                    <a:pt x="0" y="99"/>
                    <a:pt x="0" y="176"/>
                  </a:cubicBezTo>
                  <a:cubicBezTo>
                    <a:pt x="20" y="233"/>
                    <a:pt x="77" y="271"/>
                    <a:pt x="134" y="271"/>
                  </a:cubicBezTo>
                  <a:cubicBezTo>
                    <a:pt x="134" y="271"/>
                    <a:pt x="308" y="242"/>
                    <a:pt x="509" y="242"/>
                  </a:cubicBezTo>
                  <a:cubicBezTo>
                    <a:pt x="635" y="242"/>
                    <a:pt x="770" y="254"/>
                    <a:pt x="881" y="291"/>
                  </a:cubicBezTo>
                  <a:lnTo>
                    <a:pt x="938" y="291"/>
                  </a:lnTo>
                  <a:cubicBezTo>
                    <a:pt x="977" y="291"/>
                    <a:pt x="1034" y="271"/>
                    <a:pt x="1034" y="214"/>
                  </a:cubicBezTo>
                  <a:cubicBezTo>
                    <a:pt x="1053" y="176"/>
                    <a:pt x="1034" y="99"/>
                    <a:pt x="957" y="80"/>
                  </a:cubicBezTo>
                  <a:cubicBezTo>
                    <a:pt x="788" y="17"/>
                    <a:pt x="593" y="1"/>
                    <a:pt x="4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4"/>
            <p:cNvSpPr/>
            <p:nvPr/>
          </p:nvSpPr>
          <p:spPr>
            <a:xfrm>
              <a:off x="2448013" y="3511179"/>
              <a:ext cx="724705" cy="23798"/>
            </a:xfrm>
            <a:custGeom>
              <a:rect b="b" l="l" r="r" t="t"/>
              <a:pathLst>
                <a:path extrusionOk="0" h="479" w="14586">
                  <a:moveTo>
                    <a:pt x="14471" y="0"/>
                  </a:moveTo>
                  <a:lnTo>
                    <a:pt x="116" y="230"/>
                  </a:lnTo>
                  <a:cubicBezTo>
                    <a:pt x="58" y="230"/>
                    <a:pt x="1" y="287"/>
                    <a:pt x="1" y="345"/>
                  </a:cubicBezTo>
                  <a:cubicBezTo>
                    <a:pt x="1" y="421"/>
                    <a:pt x="58" y="479"/>
                    <a:pt x="116" y="479"/>
                  </a:cubicBezTo>
                  <a:lnTo>
                    <a:pt x="14471" y="230"/>
                  </a:lnTo>
                  <a:cubicBezTo>
                    <a:pt x="14548" y="230"/>
                    <a:pt x="14586" y="191"/>
                    <a:pt x="14586" y="115"/>
                  </a:cubicBezTo>
                  <a:cubicBezTo>
                    <a:pt x="14586" y="38"/>
                    <a:pt x="14548" y="0"/>
                    <a:pt x="144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4"/>
            <p:cNvSpPr/>
            <p:nvPr/>
          </p:nvSpPr>
          <p:spPr>
            <a:xfrm>
              <a:off x="2681997" y="1407956"/>
              <a:ext cx="315748" cy="61904"/>
            </a:xfrm>
            <a:custGeom>
              <a:rect b="b" l="l" r="r" t="t"/>
              <a:pathLst>
                <a:path extrusionOk="0" h="1246" w="6355">
                  <a:moveTo>
                    <a:pt x="115" y="1"/>
                  </a:moveTo>
                  <a:lnTo>
                    <a:pt x="0" y="1245"/>
                  </a:lnTo>
                  <a:lnTo>
                    <a:pt x="6355" y="1245"/>
                  </a:lnTo>
                  <a:lnTo>
                    <a:pt x="6336" y="211"/>
                  </a:ln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9" name="Google Shape;1619;p34"/>
            <p:cNvGrpSpPr/>
            <p:nvPr/>
          </p:nvGrpSpPr>
          <p:grpSpPr>
            <a:xfrm>
              <a:off x="2707669" y="1458108"/>
              <a:ext cx="266316" cy="257746"/>
              <a:chOff x="2457989" y="919688"/>
              <a:chExt cx="230118" cy="222732"/>
            </a:xfrm>
          </p:grpSpPr>
          <p:sp>
            <p:nvSpPr>
              <p:cNvPr id="1620" name="Google Shape;1620;p34"/>
              <p:cNvSpPr/>
              <p:nvPr/>
            </p:nvSpPr>
            <p:spPr>
              <a:xfrm>
                <a:off x="2460437" y="962405"/>
                <a:ext cx="224408" cy="11549"/>
              </a:xfrm>
              <a:custGeom>
                <a:rect b="b" l="l" r="r" t="t"/>
                <a:pathLst>
                  <a:path extrusionOk="0" h="269" w="5227">
                    <a:moveTo>
                      <a:pt x="135" y="1"/>
                    </a:moveTo>
                    <a:cubicBezTo>
                      <a:pt x="58" y="1"/>
                      <a:pt x="1" y="58"/>
                      <a:pt x="1" y="135"/>
                    </a:cubicBezTo>
                    <a:cubicBezTo>
                      <a:pt x="1" y="192"/>
                      <a:pt x="58" y="250"/>
                      <a:pt x="135" y="250"/>
                    </a:cubicBezTo>
                    <a:lnTo>
                      <a:pt x="5111" y="269"/>
                    </a:lnTo>
                    <a:cubicBezTo>
                      <a:pt x="5169" y="269"/>
                      <a:pt x="5226" y="231"/>
                      <a:pt x="5226" y="154"/>
                    </a:cubicBezTo>
                    <a:cubicBezTo>
                      <a:pt x="5226" y="77"/>
                      <a:pt x="5169" y="39"/>
                      <a:pt x="5111" y="39"/>
                    </a:cubicBezTo>
                    <a:lnTo>
                      <a:pt x="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4"/>
              <p:cNvSpPr/>
              <p:nvPr/>
            </p:nvSpPr>
            <p:spPr>
              <a:xfrm>
                <a:off x="2628087" y="966527"/>
                <a:ext cx="12365" cy="59204"/>
              </a:xfrm>
              <a:custGeom>
                <a:rect b="b" l="l" r="r" t="t"/>
                <a:pathLst>
                  <a:path extrusionOk="0" h="1379" w="288">
                    <a:moveTo>
                      <a:pt x="173" y="1"/>
                    </a:moveTo>
                    <a:cubicBezTo>
                      <a:pt x="115" y="1"/>
                      <a:pt x="58" y="58"/>
                      <a:pt x="58" y="135"/>
                    </a:cubicBezTo>
                    <a:lnTo>
                      <a:pt x="0" y="1245"/>
                    </a:lnTo>
                    <a:cubicBezTo>
                      <a:pt x="0" y="1321"/>
                      <a:pt x="58" y="1379"/>
                      <a:pt x="115" y="1379"/>
                    </a:cubicBezTo>
                    <a:cubicBezTo>
                      <a:pt x="192" y="1379"/>
                      <a:pt x="249" y="1302"/>
                      <a:pt x="249" y="1245"/>
                    </a:cubicBezTo>
                    <a:lnTo>
                      <a:pt x="287" y="135"/>
                    </a:lnTo>
                    <a:cubicBezTo>
                      <a:pt x="287"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4"/>
              <p:cNvSpPr/>
              <p:nvPr/>
            </p:nvSpPr>
            <p:spPr>
              <a:xfrm>
                <a:off x="2565620" y="970648"/>
                <a:ext cx="14039" cy="56714"/>
              </a:xfrm>
              <a:custGeom>
                <a:rect b="b" l="l" r="r" t="t"/>
                <a:pathLst>
                  <a:path extrusionOk="0" h="1321" w="327">
                    <a:moveTo>
                      <a:pt x="211" y="0"/>
                    </a:moveTo>
                    <a:cubicBezTo>
                      <a:pt x="173" y="0"/>
                      <a:pt x="96" y="58"/>
                      <a:pt x="96" y="134"/>
                    </a:cubicBezTo>
                    <a:lnTo>
                      <a:pt x="1" y="1206"/>
                    </a:lnTo>
                    <a:cubicBezTo>
                      <a:pt x="1" y="1244"/>
                      <a:pt x="39" y="1321"/>
                      <a:pt x="115" y="1321"/>
                    </a:cubicBezTo>
                    <a:cubicBezTo>
                      <a:pt x="173" y="1321"/>
                      <a:pt x="211" y="1283"/>
                      <a:pt x="230" y="1206"/>
                    </a:cubicBezTo>
                    <a:lnTo>
                      <a:pt x="326" y="134"/>
                    </a:lnTo>
                    <a:cubicBezTo>
                      <a:pt x="326" y="77"/>
                      <a:pt x="288"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4"/>
              <p:cNvSpPr/>
              <p:nvPr/>
            </p:nvSpPr>
            <p:spPr>
              <a:xfrm>
                <a:off x="2466189" y="1017487"/>
                <a:ext cx="215349" cy="17302"/>
              </a:xfrm>
              <a:custGeom>
                <a:rect b="b" l="l" r="r" t="t"/>
                <a:pathLst>
                  <a:path extrusionOk="0" h="403" w="5016">
                    <a:moveTo>
                      <a:pt x="115" y="0"/>
                    </a:moveTo>
                    <a:cubicBezTo>
                      <a:pt x="39" y="0"/>
                      <a:pt x="1" y="39"/>
                      <a:pt x="1" y="115"/>
                    </a:cubicBezTo>
                    <a:cubicBezTo>
                      <a:pt x="1" y="192"/>
                      <a:pt x="39" y="230"/>
                      <a:pt x="115" y="230"/>
                    </a:cubicBezTo>
                    <a:lnTo>
                      <a:pt x="4901" y="402"/>
                    </a:lnTo>
                    <a:cubicBezTo>
                      <a:pt x="4939" y="402"/>
                      <a:pt x="5015" y="326"/>
                      <a:pt x="5015" y="287"/>
                    </a:cubicBezTo>
                    <a:cubicBezTo>
                      <a:pt x="5015" y="211"/>
                      <a:pt x="4977" y="153"/>
                      <a:pt x="4901" y="153"/>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4"/>
              <p:cNvSpPr/>
              <p:nvPr/>
            </p:nvSpPr>
            <p:spPr>
              <a:xfrm>
                <a:off x="2457989" y="1077463"/>
                <a:ext cx="230118" cy="16486"/>
              </a:xfrm>
              <a:custGeom>
                <a:rect b="b" l="l" r="r" t="t"/>
                <a:pathLst>
                  <a:path extrusionOk="0" h="384" w="5360">
                    <a:moveTo>
                      <a:pt x="115" y="1"/>
                    </a:moveTo>
                    <a:cubicBezTo>
                      <a:pt x="58" y="1"/>
                      <a:pt x="0" y="58"/>
                      <a:pt x="0" y="134"/>
                    </a:cubicBezTo>
                    <a:cubicBezTo>
                      <a:pt x="0" y="192"/>
                      <a:pt x="39" y="249"/>
                      <a:pt x="115" y="249"/>
                    </a:cubicBezTo>
                    <a:lnTo>
                      <a:pt x="5226" y="383"/>
                    </a:lnTo>
                    <a:cubicBezTo>
                      <a:pt x="5302" y="383"/>
                      <a:pt x="5360" y="345"/>
                      <a:pt x="5321" y="268"/>
                    </a:cubicBezTo>
                    <a:cubicBezTo>
                      <a:pt x="5321" y="192"/>
                      <a:pt x="5283" y="154"/>
                      <a:pt x="5206" y="154"/>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4"/>
              <p:cNvSpPr/>
              <p:nvPr/>
            </p:nvSpPr>
            <p:spPr>
              <a:xfrm>
                <a:off x="2492507" y="1085663"/>
                <a:ext cx="10690" cy="56757"/>
              </a:xfrm>
              <a:custGeom>
                <a:rect b="b" l="l" r="r" t="t"/>
                <a:pathLst>
                  <a:path extrusionOk="0" h="1322" w="249">
                    <a:moveTo>
                      <a:pt x="115" y="1"/>
                    </a:moveTo>
                    <a:cubicBezTo>
                      <a:pt x="58" y="1"/>
                      <a:pt x="0" y="58"/>
                      <a:pt x="0" y="135"/>
                    </a:cubicBezTo>
                    <a:lnTo>
                      <a:pt x="0" y="1207"/>
                    </a:lnTo>
                    <a:cubicBezTo>
                      <a:pt x="0" y="1283"/>
                      <a:pt x="58" y="1322"/>
                      <a:pt x="115" y="1322"/>
                    </a:cubicBezTo>
                    <a:cubicBezTo>
                      <a:pt x="172" y="1322"/>
                      <a:pt x="249" y="1283"/>
                      <a:pt x="249" y="1207"/>
                    </a:cubicBezTo>
                    <a:lnTo>
                      <a:pt x="249" y="135"/>
                    </a:lnTo>
                    <a:cubicBezTo>
                      <a:pt x="249"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4"/>
              <p:cNvSpPr/>
              <p:nvPr/>
            </p:nvSpPr>
            <p:spPr>
              <a:xfrm>
                <a:off x="2553299" y="1084848"/>
                <a:ext cx="12365" cy="55941"/>
              </a:xfrm>
              <a:custGeom>
                <a:rect b="b" l="l" r="r" t="t"/>
                <a:pathLst>
                  <a:path extrusionOk="0" h="1303" w="288">
                    <a:moveTo>
                      <a:pt x="173" y="1"/>
                    </a:moveTo>
                    <a:cubicBezTo>
                      <a:pt x="96" y="1"/>
                      <a:pt x="39" y="58"/>
                      <a:pt x="39" y="116"/>
                    </a:cubicBezTo>
                    <a:lnTo>
                      <a:pt x="1" y="1168"/>
                    </a:lnTo>
                    <a:cubicBezTo>
                      <a:pt x="1" y="1245"/>
                      <a:pt x="39" y="1302"/>
                      <a:pt x="115" y="1302"/>
                    </a:cubicBezTo>
                    <a:cubicBezTo>
                      <a:pt x="192" y="1302"/>
                      <a:pt x="230" y="1245"/>
                      <a:pt x="230" y="1168"/>
                    </a:cubicBezTo>
                    <a:lnTo>
                      <a:pt x="288" y="116"/>
                    </a:lnTo>
                    <a:cubicBezTo>
                      <a:pt x="288" y="58"/>
                      <a:pt x="230"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4"/>
              <p:cNvSpPr/>
              <p:nvPr/>
            </p:nvSpPr>
            <p:spPr>
              <a:xfrm>
                <a:off x="2523719" y="1021566"/>
                <a:ext cx="13996" cy="66631"/>
              </a:xfrm>
              <a:custGeom>
                <a:rect b="b" l="l" r="r" t="t"/>
                <a:pathLst>
                  <a:path extrusionOk="0" h="1552" w="326">
                    <a:moveTo>
                      <a:pt x="211" y="1"/>
                    </a:moveTo>
                    <a:cubicBezTo>
                      <a:pt x="154" y="1"/>
                      <a:pt x="96" y="39"/>
                      <a:pt x="96" y="116"/>
                    </a:cubicBezTo>
                    <a:lnTo>
                      <a:pt x="0" y="1436"/>
                    </a:lnTo>
                    <a:cubicBezTo>
                      <a:pt x="0" y="1475"/>
                      <a:pt x="39" y="1551"/>
                      <a:pt x="115" y="1551"/>
                    </a:cubicBezTo>
                    <a:cubicBezTo>
                      <a:pt x="192" y="1551"/>
                      <a:pt x="230" y="1494"/>
                      <a:pt x="230" y="1436"/>
                    </a:cubicBezTo>
                    <a:lnTo>
                      <a:pt x="326" y="116"/>
                    </a:lnTo>
                    <a:cubicBezTo>
                      <a:pt x="326" y="58"/>
                      <a:pt x="288" y="1"/>
                      <a:pt x="2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4"/>
              <p:cNvSpPr/>
              <p:nvPr/>
            </p:nvSpPr>
            <p:spPr>
              <a:xfrm>
                <a:off x="2499891" y="965711"/>
                <a:ext cx="13996" cy="61651"/>
              </a:xfrm>
              <a:custGeom>
                <a:rect b="b" l="l" r="r" t="t"/>
                <a:pathLst>
                  <a:path extrusionOk="0" h="1436" w="326">
                    <a:moveTo>
                      <a:pt x="211" y="0"/>
                    </a:moveTo>
                    <a:cubicBezTo>
                      <a:pt x="173" y="0"/>
                      <a:pt x="96" y="58"/>
                      <a:pt x="96" y="115"/>
                    </a:cubicBezTo>
                    <a:lnTo>
                      <a:pt x="0" y="1321"/>
                    </a:lnTo>
                    <a:cubicBezTo>
                      <a:pt x="0" y="1359"/>
                      <a:pt x="39" y="1436"/>
                      <a:pt x="115" y="1436"/>
                    </a:cubicBezTo>
                    <a:cubicBezTo>
                      <a:pt x="192" y="1436"/>
                      <a:pt x="230" y="1398"/>
                      <a:pt x="230" y="1321"/>
                    </a:cubicBezTo>
                    <a:lnTo>
                      <a:pt x="326" y="115"/>
                    </a:lnTo>
                    <a:cubicBezTo>
                      <a:pt x="326" y="77"/>
                      <a:pt x="288"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4"/>
              <p:cNvSpPr/>
              <p:nvPr/>
            </p:nvSpPr>
            <p:spPr>
              <a:xfrm>
                <a:off x="2603443" y="1024056"/>
                <a:ext cx="14812" cy="67404"/>
              </a:xfrm>
              <a:custGeom>
                <a:rect b="b" l="l" r="r" t="t"/>
                <a:pathLst>
                  <a:path extrusionOk="0" h="1570" w="345">
                    <a:moveTo>
                      <a:pt x="211" y="0"/>
                    </a:moveTo>
                    <a:cubicBezTo>
                      <a:pt x="172" y="0"/>
                      <a:pt x="96" y="58"/>
                      <a:pt x="96" y="134"/>
                    </a:cubicBezTo>
                    <a:lnTo>
                      <a:pt x="0" y="1436"/>
                    </a:lnTo>
                    <a:cubicBezTo>
                      <a:pt x="0" y="1493"/>
                      <a:pt x="58" y="1570"/>
                      <a:pt x="115" y="1570"/>
                    </a:cubicBezTo>
                    <a:cubicBezTo>
                      <a:pt x="172" y="1570"/>
                      <a:pt x="249" y="1512"/>
                      <a:pt x="249" y="1436"/>
                    </a:cubicBezTo>
                    <a:lnTo>
                      <a:pt x="345" y="134"/>
                    </a:lnTo>
                    <a:cubicBezTo>
                      <a:pt x="345" y="77"/>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4"/>
              <p:cNvSpPr/>
              <p:nvPr/>
            </p:nvSpPr>
            <p:spPr>
              <a:xfrm>
                <a:off x="2643671" y="1082400"/>
                <a:ext cx="9917" cy="55082"/>
              </a:xfrm>
              <a:custGeom>
                <a:rect b="b" l="l" r="r" t="t"/>
                <a:pathLst>
                  <a:path extrusionOk="0" h="1283" w="231">
                    <a:moveTo>
                      <a:pt x="116" y="0"/>
                    </a:moveTo>
                    <a:cubicBezTo>
                      <a:pt x="39" y="0"/>
                      <a:pt x="1" y="58"/>
                      <a:pt x="1" y="134"/>
                    </a:cubicBezTo>
                    <a:lnTo>
                      <a:pt x="1" y="1168"/>
                    </a:lnTo>
                    <a:cubicBezTo>
                      <a:pt x="1" y="1225"/>
                      <a:pt x="39" y="1283"/>
                      <a:pt x="116" y="1283"/>
                    </a:cubicBezTo>
                    <a:cubicBezTo>
                      <a:pt x="192" y="1283"/>
                      <a:pt x="231" y="1206"/>
                      <a:pt x="231" y="1168"/>
                    </a:cubicBezTo>
                    <a:lnTo>
                      <a:pt x="231" y="134"/>
                    </a:lnTo>
                    <a:cubicBezTo>
                      <a:pt x="231"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4"/>
              <p:cNvSpPr/>
              <p:nvPr/>
            </p:nvSpPr>
            <p:spPr>
              <a:xfrm>
                <a:off x="2533593" y="920503"/>
                <a:ext cx="11549" cy="50188"/>
              </a:xfrm>
              <a:custGeom>
                <a:rect b="b" l="l" r="r" t="t"/>
                <a:pathLst>
                  <a:path extrusionOk="0" h="1169" w="269">
                    <a:moveTo>
                      <a:pt x="153" y="1"/>
                    </a:moveTo>
                    <a:cubicBezTo>
                      <a:pt x="77" y="1"/>
                      <a:pt x="19" y="58"/>
                      <a:pt x="19" y="116"/>
                    </a:cubicBezTo>
                    <a:lnTo>
                      <a:pt x="0" y="1053"/>
                    </a:lnTo>
                    <a:cubicBezTo>
                      <a:pt x="0" y="1130"/>
                      <a:pt x="58" y="1168"/>
                      <a:pt x="115" y="1168"/>
                    </a:cubicBezTo>
                    <a:cubicBezTo>
                      <a:pt x="192" y="1168"/>
                      <a:pt x="249" y="1130"/>
                      <a:pt x="249" y="1053"/>
                    </a:cubicBezTo>
                    <a:lnTo>
                      <a:pt x="268" y="116"/>
                    </a:lnTo>
                    <a:cubicBezTo>
                      <a:pt x="268" y="58"/>
                      <a:pt x="211" y="1"/>
                      <a:pt x="1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4"/>
              <p:cNvSpPr/>
              <p:nvPr/>
            </p:nvSpPr>
            <p:spPr>
              <a:xfrm>
                <a:off x="2603443" y="919688"/>
                <a:ext cx="13180" cy="54267"/>
              </a:xfrm>
              <a:custGeom>
                <a:rect b="b" l="l" r="r" t="t"/>
                <a:pathLst>
                  <a:path extrusionOk="0" h="1264" w="307">
                    <a:moveTo>
                      <a:pt x="192" y="1"/>
                    </a:moveTo>
                    <a:cubicBezTo>
                      <a:pt x="153" y="1"/>
                      <a:pt x="77" y="39"/>
                      <a:pt x="77" y="115"/>
                    </a:cubicBezTo>
                    <a:lnTo>
                      <a:pt x="0" y="1149"/>
                    </a:lnTo>
                    <a:cubicBezTo>
                      <a:pt x="0" y="1187"/>
                      <a:pt x="58" y="1264"/>
                      <a:pt x="115" y="1264"/>
                    </a:cubicBezTo>
                    <a:cubicBezTo>
                      <a:pt x="172" y="1264"/>
                      <a:pt x="249" y="1226"/>
                      <a:pt x="249" y="1149"/>
                    </a:cubicBezTo>
                    <a:lnTo>
                      <a:pt x="306" y="115"/>
                    </a:lnTo>
                    <a:cubicBezTo>
                      <a:pt x="306" y="77"/>
                      <a:pt x="268"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33" name="Google Shape;1633;p34"/>
          <p:cNvSpPr/>
          <p:nvPr/>
        </p:nvSpPr>
        <p:spPr>
          <a:xfrm>
            <a:off x="6615697" y="4205250"/>
            <a:ext cx="846000" cy="846000"/>
          </a:xfrm>
          <a:prstGeom prst="ellipse">
            <a:avLst/>
          </a:prstGeom>
          <a:solidFill>
            <a:schemeClr val="accent4"/>
          </a:solidFill>
          <a:ln cap="flat" cmpd="sng" w="38100">
            <a:solidFill>
              <a:schemeClr val="lt1"/>
            </a:solidFill>
            <a:prstDash val="solid"/>
            <a:round/>
            <a:headEnd len="sm" w="sm" type="none"/>
            <a:tailEnd len="sm" w="sm" type="none"/>
          </a:ln>
          <a:effectLst>
            <a:outerShdw blurRad="57150" rotWithShape="0" algn="bl" dir="6840000" dist="19050">
              <a:srgbClr val="000000">
                <a:alpha val="3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4"/>
          <p:cNvSpPr/>
          <p:nvPr/>
        </p:nvSpPr>
        <p:spPr>
          <a:xfrm>
            <a:off x="8429047" y="2055013"/>
            <a:ext cx="313175" cy="411800"/>
          </a:xfrm>
          <a:custGeom>
            <a:rect b="b" l="l" r="r" t="t"/>
            <a:pathLst>
              <a:path extrusionOk="0" h="16472" w="12527">
                <a:moveTo>
                  <a:pt x="1453" y="1018"/>
                </a:moveTo>
                <a:cubicBezTo>
                  <a:pt x="1727" y="1018"/>
                  <a:pt x="1930" y="1244"/>
                  <a:pt x="1930" y="1494"/>
                </a:cubicBezTo>
                <a:cubicBezTo>
                  <a:pt x="1930" y="2291"/>
                  <a:pt x="2584" y="2934"/>
                  <a:pt x="3382" y="2934"/>
                </a:cubicBezTo>
                <a:cubicBezTo>
                  <a:pt x="4168" y="2934"/>
                  <a:pt x="4823" y="2303"/>
                  <a:pt x="4823" y="1506"/>
                </a:cubicBezTo>
                <a:cubicBezTo>
                  <a:pt x="4823" y="1268"/>
                  <a:pt x="4989" y="1077"/>
                  <a:pt x="5204" y="1029"/>
                </a:cubicBezTo>
                <a:cubicBezTo>
                  <a:pt x="5233" y="1025"/>
                  <a:pt x="5261" y="1023"/>
                  <a:pt x="5289" y="1023"/>
                </a:cubicBezTo>
                <a:cubicBezTo>
                  <a:pt x="5570" y="1023"/>
                  <a:pt x="5787" y="1235"/>
                  <a:pt x="5787" y="1506"/>
                </a:cubicBezTo>
                <a:cubicBezTo>
                  <a:pt x="5787" y="2303"/>
                  <a:pt x="6442" y="2958"/>
                  <a:pt x="7228" y="2958"/>
                </a:cubicBezTo>
                <a:cubicBezTo>
                  <a:pt x="8026" y="2958"/>
                  <a:pt x="8680" y="2315"/>
                  <a:pt x="8680" y="1529"/>
                </a:cubicBezTo>
                <a:cubicBezTo>
                  <a:pt x="8680" y="1291"/>
                  <a:pt x="8835" y="1089"/>
                  <a:pt x="9061" y="1053"/>
                </a:cubicBezTo>
                <a:cubicBezTo>
                  <a:pt x="9094" y="1047"/>
                  <a:pt x="9126" y="1044"/>
                  <a:pt x="9157" y="1044"/>
                </a:cubicBezTo>
                <a:cubicBezTo>
                  <a:pt x="9425" y="1044"/>
                  <a:pt x="9645" y="1263"/>
                  <a:pt x="9645" y="1529"/>
                </a:cubicBezTo>
                <a:lnTo>
                  <a:pt x="9645" y="4506"/>
                </a:lnTo>
                <a:lnTo>
                  <a:pt x="965" y="4506"/>
                </a:lnTo>
                <a:lnTo>
                  <a:pt x="965" y="1529"/>
                </a:lnTo>
                <a:cubicBezTo>
                  <a:pt x="977" y="1244"/>
                  <a:pt x="1203" y="1018"/>
                  <a:pt x="1453" y="1018"/>
                </a:cubicBezTo>
                <a:close/>
                <a:moveTo>
                  <a:pt x="9657" y="5423"/>
                </a:moveTo>
                <a:lnTo>
                  <a:pt x="9657" y="7352"/>
                </a:lnTo>
                <a:lnTo>
                  <a:pt x="977" y="7352"/>
                </a:lnTo>
                <a:lnTo>
                  <a:pt x="977" y="5423"/>
                </a:lnTo>
                <a:close/>
                <a:moveTo>
                  <a:pt x="5823" y="13114"/>
                </a:moveTo>
                <a:lnTo>
                  <a:pt x="5823" y="15519"/>
                </a:lnTo>
                <a:lnTo>
                  <a:pt x="4835" y="15519"/>
                </a:lnTo>
                <a:lnTo>
                  <a:pt x="4835" y="13114"/>
                </a:lnTo>
                <a:close/>
                <a:moveTo>
                  <a:pt x="9167" y="0"/>
                </a:moveTo>
                <a:cubicBezTo>
                  <a:pt x="8323" y="0"/>
                  <a:pt x="7648" y="731"/>
                  <a:pt x="7728" y="1601"/>
                </a:cubicBezTo>
                <a:cubicBezTo>
                  <a:pt x="7728" y="1649"/>
                  <a:pt x="7704" y="1696"/>
                  <a:pt x="7680" y="1732"/>
                </a:cubicBezTo>
                <a:cubicBezTo>
                  <a:pt x="7534" y="1887"/>
                  <a:pt x="7376" y="1950"/>
                  <a:pt x="7232" y="1950"/>
                </a:cubicBezTo>
                <a:cubicBezTo>
                  <a:pt x="6967" y="1950"/>
                  <a:pt x="6752" y="1733"/>
                  <a:pt x="6752" y="1470"/>
                </a:cubicBezTo>
                <a:cubicBezTo>
                  <a:pt x="6752" y="660"/>
                  <a:pt x="6097" y="5"/>
                  <a:pt x="5311" y="5"/>
                </a:cubicBezTo>
                <a:cubicBezTo>
                  <a:pt x="4466" y="5"/>
                  <a:pt x="3787" y="732"/>
                  <a:pt x="3870" y="1601"/>
                </a:cubicBezTo>
                <a:cubicBezTo>
                  <a:pt x="3870" y="1649"/>
                  <a:pt x="3846" y="1696"/>
                  <a:pt x="3823" y="1732"/>
                </a:cubicBezTo>
                <a:cubicBezTo>
                  <a:pt x="3678" y="1881"/>
                  <a:pt x="3521" y="1942"/>
                  <a:pt x="3379" y="1942"/>
                </a:cubicBezTo>
                <a:cubicBezTo>
                  <a:pt x="3112" y="1942"/>
                  <a:pt x="2894" y="1726"/>
                  <a:pt x="2894" y="1470"/>
                </a:cubicBezTo>
                <a:cubicBezTo>
                  <a:pt x="2894" y="664"/>
                  <a:pt x="2245" y="6"/>
                  <a:pt x="1446" y="6"/>
                </a:cubicBezTo>
                <a:cubicBezTo>
                  <a:pt x="1029" y="6"/>
                  <a:pt x="572" y="185"/>
                  <a:pt x="144" y="613"/>
                </a:cubicBezTo>
                <a:cubicBezTo>
                  <a:pt x="72" y="696"/>
                  <a:pt x="1" y="851"/>
                  <a:pt x="1" y="970"/>
                </a:cubicBezTo>
                <a:lnTo>
                  <a:pt x="1" y="8173"/>
                </a:lnTo>
                <a:cubicBezTo>
                  <a:pt x="1" y="8268"/>
                  <a:pt x="72" y="8340"/>
                  <a:pt x="167" y="8340"/>
                </a:cubicBezTo>
                <a:lnTo>
                  <a:pt x="10443" y="8340"/>
                </a:lnTo>
                <a:cubicBezTo>
                  <a:pt x="10538" y="8340"/>
                  <a:pt x="10609" y="8268"/>
                  <a:pt x="10609" y="8173"/>
                </a:cubicBezTo>
                <a:lnTo>
                  <a:pt x="10609" y="6887"/>
                </a:lnTo>
                <a:lnTo>
                  <a:pt x="11597" y="6887"/>
                </a:lnTo>
                <a:lnTo>
                  <a:pt x="11597" y="9352"/>
                </a:lnTo>
                <a:lnTo>
                  <a:pt x="5287" y="10257"/>
                </a:lnTo>
                <a:cubicBezTo>
                  <a:pt x="5049" y="10292"/>
                  <a:pt x="4870" y="10507"/>
                  <a:pt x="4870" y="10733"/>
                </a:cubicBezTo>
                <a:lnTo>
                  <a:pt x="4870" y="12150"/>
                </a:lnTo>
                <a:lnTo>
                  <a:pt x="4358" y="12150"/>
                </a:lnTo>
                <a:cubicBezTo>
                  <a:pt x="4096" y="12150"/>
                  <a:pt x="3882" y="12364"/>
                  <a:pt x="3882" y="12626"/>
                </a:cubicBezTo>
                <a:lnTo>
                  <a:pt x="3882" y="15996"/>
                </a:lnTo>
                <a:cubicBezTo>
                  <a:pt x="3882" y="16257"/>
                  <a:pt x="4096" y="16472"/>
                  <a:pt x="4358" y="16472"/>
                </a:cubicBezTo>
                <a:lnTo>
                  <a:pt x="6263" y="16472"/>
                </a:lnTo>
                <a:cubicBezTo>
                  <a:pt x="6537" y="16472"/>
                  <a:pt x="6740" y="16257"/>
                  <a:pt x="6740" y="15996"/>
                </a:cubicBezTo>
                <a:lnTo>
                  <a:pt x="6740" y="12626"/>
                </a:lnTo>
                <a:cubicBezTo>
                  <a:pt x="6740" y="12364"/>
                  <a:pt x="6537" y="12150"/>
                  <a:pt x="6263" y="12150"/>
                </a:cubicBezTo>
                <a:lnTo>
                  <a:pt x="5799" y="12150"/>
                </a:lnTo>
                <a:lnTo>
                  <a:pt x="5799" y="11138"/>
                </a:lnTo>
                <a:lnTo>
                  <a:pt x="12109" y="10233"/>
                </a:lnTo>
                <a:cubicBezTo>
                  <a:pt x="12348" y="10209"/>
                  <a:pt x="12526" y="9995"/>
                  <a:pt x="12526" y="9757"/>
                </a:cubicBezTo>
                <a:lnTo>
                  <a:pt x="12526" y="6375"/>
                </a:lnTo>
                <a:cubicBezTo>
                  <a:pt x="12526" y="6113"/>
                  <a:pt x="12324" y="5887"/>
                  <a:pt x="12050" y="5887"/>
                </a:cubicBezTo>
                <a:lnTo>
                  <a:pt x="10609" y="5887"/>
                </a:lnTo>
                <a:lnTo>
                  <a:pt x="10609" y="958"/>
                </a:lnTo>
                <a:cubicBezTo>
                  <a:pt x="10609" y="839"/>
                  <a:pt x="10550" y="696"/>
                  <a:pt x="10466" y="601"/>
                </a:cubicBezTo>
                <a:cubicBezTo>
                  <a:pt x="10038" y="177"/>
                  <a:pt x="9582" y="0"/>
                  <a:pt x="91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4"/>
          <p:cNvSpPr/>
          <p:nvPr/>
        </p:nvSpPr>
        <p:spPr>
          <a:xfrm>
            <a:off x="6866473" y="4423338"/>
            <a:ext cx="344425" cy="409825"/>
          </a:xfrm>
          <a:custGeom>
            <a:rect b="b" l="l" r="r" t="t"/>
            <a:pathLst>
              <a:path extrusionOk="0" h="16393" w="13777">
                <a:moveTo>
                  <a:pt x="6883" y="1010"/>
                </a:moveTo>
                <a:cubicBezTo>
                  <a:pt x="8169" y="1819"/>
                  <a:pt x="8169" y="3272"/>
                  <a:pt x="6883" y="4081"/>
                </a:cubicBezTo>
                <a:cubicBezTo>
                  <a:pt x="5597" y="3272"/>
                  <a:pt x="5609" y="1819"/>
                  <a:pt x="6883" y="1010"/>
                </a:cubicBezTo>
                <a:close/>
                <a:moveTo>
                  <a:pt x="2014" y="3733"/>
                </a:moveTo>
                <a:cubicBezTo>
                  <a:pt x="3197" y="3733"/>
                  <a:pt x="3945" y="4677"/>
                  <a:pt x="3644" y="5975"/>
                </a:cubicBezTo>
                <a:cubicBezTo>
                  <a:pt x="3459" y="6014"/>
                  <a:pt x="3281" y="6032"/>
                  <a:pt x="3113" y="6032"/>
                </a:cubicBezTo>
                <a:cubicBezTo>
                  <a:pt x="1902" y="6032"/>
                  <a:pt x="1183" y="5061"/>
                  <a:pt x="1465" y="3796"/>
                </a:cubicBezTo>
                <a:cubicBezTo>
                  <a:pt x="1656" y="3753"/>
                  <a:pt x="1840" y="3733"/>
                  <a:pt x="2014" y="3733"/>
                </a:cubicBezTo>
                <a:close/>
                <a:moveTo>
                  <a:pt x="11744" y="3731"/>
                </a:moveTo>
                <a:cubicBezTo>
                  <a:pt x="11919" y="3731"/>
                  <a:pt x="12105" y="3752"/>
                  <a:pt x="12300" y="3796"/>
                </a:cubicBezTo>
                <a:cubicBezTo>
                  <a:pt x="12592" y="5088"/>
                  <a:pt x="11862" y="6034"/>
                  <a:pt x="10669" y="6034"/>
                </a:cubicBezTo>
                <a:cubicBezTo>
                  <a:pt x="10499" y="6034"/>
                  <a:pt x="10320" y="6015"/>
                  <a:pt x="10133" y="5975"/>
                </a:cubicBezTo>
                <a:cubicBezTo>
                  <a:pt x="9842" y="4708"/>
                  <a:pt x="10548" y="3731"/>
                  <a:pt x="11744" y="3731"/>
                </a:cubicBezTo>
                <a:close/>
                <a:moveTo>
                  <a:pt x="7776" y="13654"/>
                </a:moveTo>
                <a:lnTo>
                  <a:pt x="7776" y="15452"/>
                </a:lnTo>
                <a:lnTo>
                  <a:pt x="5978" y="15452"/>
                </a:lnTo>
                <a:lnTo>
                  <a:pt x="5978" y="13654"/>
                </a:lnTo>
                <a:close/>
                <a:moveTo>
                  <a:pt x="6883" y="7368"/>
                </a:moveTo>
                <a:lnTo>
                  <a:pt x="10514" y="9796"/>
                </a:lnTo>
                <a:lnTo>
                  <a:pt x="10514" y="15452"/>
                </a:lnTo>
                <a:lnTo>
                  <a:pt x="8764" y="15452"/>
                </a:lnTo>
                <a:lnTo>
                  <a:pt x="8764" y="13190"/>
                </a:lnTo>
                <a:cubicBezTo>
                  <a:pt x="8764" y="12916"/>
                  <a:pt x="8550" y="12713"/>
                  <a:pt x="8288" y="12713"/>
                </a:cubicBezTo>
                <a:lnTo>
                  <a:pt x="5537" y="12713"/>
                </a:lnTo>
                <a:cubicBezTo>
                  <a:pt x="5263" y="12713"/>
                  <a:pt x="5061" y="12916"/>
                  <a:pt x="5061" y="13190"/>
                </a:cubicBezTo>
                <a:lnTo>
                  <a:pt x="5061" y="15452"/>
                </a:lnTo>
                <a:lnTo>
                  <a:pt x="3251" y="15452"/>
                </a:lnTo>
                <a:lnTo>
                  <a:pt x="3251" y="9796"/>
                </a:lnTo>
                <a:lnTo>
                  <a:pt x="6883" y="7368"/>
                </a:lnTo>
                <a:close/>
                <a:moveTo>
                  <a:pt x="6889" y="1"/>
                </a:moveTo>
                <a:cubicBezTo>
                  <a:pt x="6820" y="1"/>
                  <a:pt x="6752" y="15"/>
                  <a:pt x="6692" y="45"/>
                </a:cubicBezTo>
                <a:cubicBezTo>
                  <a:pt x="6621" y="81"/>
                  <a:pt x="5013" y="831"/>
                  <a:pt x="5013" y="2522"/>
                </a:cubicBezTo>
                <a:cubicBezTo>
                  <a:pt x="5013" y="3796"/>
                  <a:pt x="5954" y="4546"/>
                  <a:pt x="6430" y="4843"/>
                </a:cubicBezTo>
                <a:lnTo>
                  <a:pt x="6430" y="6510"/>
                </a:lnTo>
                <a:lnTo>
                  <a:pt x="5514" y="7118"/>
                </a:lnTo>
                <a:lnTo>
                  <a:pt x="4597" y="6189"/>
                </a:lnTo>
                <a:cubicBezTo>
                  <a:pt x="5073" y="4189"/>
                  <a:pt x="3763" y="2760"/>
                  <a:pt x="2049" y="2760"/>
                </a:cubicBezTo>
                <a:cubicBezTo>
                  <a:pt x="1442" y="2760"/>
                  <a:pt x="989" y="2915"/>
                  <a:pt x="930" y="2938"/>
                </a:cubicBezTo>
                <a:cubicBezTo>
                  <a:pt x="799" y="2974"/>
                  <a:pt x="691" y="3081"/>
                  <a:pt x="656" y="3212"/>
                </a:cubicBezTo>
                <a:cubicBezTo>
                  <a:pt x="620" y="3296"/>
                  <a:pt x="1" y="4998"/>
                  <a:pt x="1215" y="6225"/>
                </a:cubicBezTo>
                <a:cubicBezTo>
                  <a:pt x="1735" y="6744"/>
                  <a:pt x="2405" y="6974"/>
                  <a:pt x="3107" y="6974"/>
                </a:cubicBezTo>
                <a:cubicBezTo>
                  <a:pt x="3371" y="6974"/>
                  <a:pt x="3639" y="6941"/>
                  <a:pt x="3906" y="6879"/>
                </a:cubicBezTo>
                <a:lnTo>
                  <a:pt x="4692" y="7665"/>
                </a:lnTo>
                <a:lnTo>
                  <a:pt x="1156" y="10035"/>
                </a:lnTo>
                <a:cubicBezTo>
                  <a:pt x="930" y="10177"/>
                  <a:pt x="870" y="10475"/>
                  <a:pt x="1025" y="10701"/>
                </a:cubicBezTo>
                <a:cubicBezTo>
                  <a:pt x="1114" y="10842"/>
                  <a:pt x="1263" y="10919"/>
                  <a:pt x="1417" y="10919"/>
                </a:cubicBezTo>
                <a:cubicBezTo>
                  <a:pt x="1511" y="10919"/>
                  <a:pt x="1606" y="10891"/>
                  <a:pt x="1692" y="10832"/>
                </a:cubicBezTo>
                <a:lnTo>
                  <a:pt x="2323" y="10416"/>
                </a:lnTo>
                <a:lnTo>
                  <a:pt x="2323" y="15916"/>
                </a:lnTo>
                <a:cubicBezTo>
                  <a:pt x="2323" y="16178"/>
                  <a:pt x="2525" y="16392"/>
                  <a:pt x="2799" y="16392"/>
                </a:cubicBezTo>
                <a:lnTo>
                  <a:pt x="10978" y="16392"/>
                </a:lnTo>
                <a:cubicBezTo>
                  <a:pt x="11252" y="16392"/>
                  <a:pt x="11455" y="16178"/>
                  <a:pt x="11455" y="15916"/>
                </a:cubicBezTo>
                <a:lnTo>
                  <a:pt x="11455" y="10416"/>
                </a:lnTo>
                <a:lnTo>
                  <a:pt x="12086" y="10832"/>
                </a:lnTo>
                <a:cubicBezTo>
                  <a:pt x="12167" y="10891"/>
                  <a:pt x="12259" y="10919"/>
                  <a:pt x="12351" y="10919"/>
                </a:cubicBezTo>
                <a:cubicBezTo>
                  <a:pt x="12504" y="10919"/>
                  <a:pt x="12656" y="10842"/>
                  <a:pt x="12753" y="10701"/>
                </a:cubicBezTo>
                <a:cubicBezTo>
                  <a:pt x="12895" y="10475"/>
                  <a:pt x="12836" y="10177"/>
                  <a:pt x="12622" y="10035"/>
                </a:cubicBezTo>
                <a:lnTo>
                  <a:pt x="9073" y="7665"/>
                </a:lnTo>
                <a:lnTo>
                  <a:pt x="9859" y="6879"/>
                </a:lnTo>
                <a:cubicBezTo>
                  <a:pt x="10126" y="6941"/>
                  <a:pt x="10395" y="6974"/>
                  <a:pt x="10661" y="6974"/>
                </a:cubicBezTo>
                <a:cubicBezTo>
                  <a:pt x="11366" y="6974"/>
                  <a:pt x="12043" y="6744"/>
                  <a:pt x="12562" y="6225"/>
                </a:cubicBezTo>
                <a:cubicBezTo>
                  <a:pt x="13776" y="4998"/>
                  <a:pt x="13157" y="3296"/>
                  <a:pt x="13122" y="3212"/>
                </a:cubicBezTo>
                <a:cubicBezTo>
                  <a:pt x="13074" y="3081"/>
                  <a:pt x="12979" y="2974"/>
                  <a:pt x="12836" y="2938"/>
                </a:cubicBezTo>
                <a:cubicBezTo>
                  <a:pt x="12800" y="2915"/>
                  <a:pt x="12336" y="2760"/>
                  <a:pt x="11729" y="2760"/>
                </a:cubicBezTo>
                <a:cubicBezTo>
                  <a:pt x="10014" y="2760"/>
                  <a:pt x="8716" y="4201"/>
                  <a:pt x="9181" y="6189"/>
                </a:cubicBezTo>
                <a:lnTo>
                  <a:pt x="8252" y="7118"/>
                </a:lnTo>
                <a:lnTo>
                  <a:pt x="7347" y="6510"/>
                </a:lnTo>
                <a:lnTo>
                  <a:pt x="7347" y="4843"/>
                </a:lnTo>
                <a:cubicBezTo>
                  <a:pt x="7823" y="4546"/>
                  <a:pt x="8764" y="3796"/>
                  <a:pt x="8764" y="2522"/>
                </a:cubicBezTo>
                <a:cubicBezTo>
                  <a:pt x="8764" y="831"/>
                  <a:pt x="7145" y="81"/>
                  <a:pt x="7085" y="45"/>
                </a:cubicBezTo>
                <a:cubicBezTo>
                  <a:pt x="7026" y="15"/>
                  <a:pt x="6957" y="1"/>
                  <a:pt x="68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35"/>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1641" name="Google Shape;1641;p35"/>
          <p:cNvSpPr txBox="1"/>
          <p:nvPr>
            <p:ph idx="1" type="subTitle"/>
          </p:nvPr>
        </p:nvSpPr>
        <p:spPr>
          <a:xfrm>
            <a:off x="3196800" y="1487500"/>
            <a:ext cx="5811300" cy="320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Populate user table with the following data:</a:t>
            </a:r>
            <a:endParaRPr sz="1800"/>
          </a:p>
          <a:p>
            <a:pPr indent="-342900" lvl="0" marL="457200" rtl="0" algn="l">
              <a:spcBef>
                <a:spcPts val="0"/>
              </a:spcBef>
              <a:spcAft>
                <a:spcPts val="0"/>
              </a:spcAft>
              <a:buSzPts val="1800"/>
              <a:buChar char="-"/>
            </a:pPr>
            <a:r>
              <a:rPr b="1" lang="en" sz="1800"/>
              <a:t>user</a:t>
            </a:r>
            <a:r>
              <a:rPr lang="en" sz="1800"/>
              <a:t>: house@gmail.com </a:t>
            </a:r>
            <a:r>
              <a:rPr b="1" lang="en" sz="1800"/>
              <a:t>password</a:t>
            </a:r>
            <a:r>
              <a:rPr lang="en" sz="1800"/>
              <a:t>: 1234</a:t>
            </a:r>
            <a:endParaRPr sz="1800"/>
          </a:p>
          <a:p>
            <a:pPr indent="-342900" lvl="0" marL="457200" rtl="0" algn="l">
              <a:spcBef>
                <a:spcPts val="0"/>
              </a:spcBef>
              <a:spcAft>
                <a:spcPts val="0"/>
              </a:spcAft>
              <a:buSzPts val="1800"/>
              <a:buChar char="-"/>
            </a:pPr>
            <a:r>
              <a:rPr b="1" lang="en" sz="1800"/>
              <a:t>u</a:t>
            </a:r>
            <a:r>
              <a:rPr b="1" lang="en" sz="1800"/>
              <a:t>ser</a:t>
            </a:r>
            <a:r>
              <a:rPr lang="en" sz="1800"/>
              <a:t>: hold@gmail.com </a:t>
            </a:r>
            <a:r>
              <a:rPr b="1" lang="en" sz="1800"/>
              <a:t>password</a:t>
            </a:r>
            <a:r>
              <a:rPr lang="en" sz="1800"/>
              <a:t>: 5678</a:t>
            </a:r>
            <a:endParaRPr sz="1800"/>
          </a:p>
          <a:p>
            <a:pPr indent="0" lvl="0" marL="0" rtl="0" algn="l">
              <a:spcBef>
                <a:spcPts val="1600"/>
              </a:spcBef>
              <a:spcAft>
                <a:spcPts val="0"/>
              </a:spcAft>
              <a:buNone/>
            </a:pPr>
            <a:r>
              <a:rPr lang="en" sz="1600">
                <a:highlight>
                  <a:schemeClr val="accent4"/>
                </a:highlight>
                <a:latin typeface="Roboto Mono"/>
                <a:ea typeface="Roboto Mono"/>
                <a:cs typeface="Roboto Mono"/>
                <a:sym typeface="Roboto Mono"/>
              </a:rPr>
              <a:t>l</a:t>
            </a:r>
            <a:r>
              <a:rPr lang="en" sz="1600">
                <a:highlight>
                  <a:schemeClr val="accent4"/>
                </a:highlight>
                <a:latin typeface="Roboto Mono"/>
                <a:ea typeface="Roboto Mono"/>
                <a:cs typeface="Roboto Mono"/>
                <a:sym typeface="Roboto Mono"/>
              </a:rPr>
              <a:t>ogin(“house@gmail.com”, “1234”)</a:t>
            </a:r>
            <a:endParaRPr sz="1600">
              <a:highlight>
                <a:schemeClr val="accent4"/>
              </a:highlight>
              <a:latin typeface="Roboto Mono"/>
              <a:ea typeface="Roboto Mono"/>
              <a:cs typeface="Roboto Mono"/>
              <a:sym typeface="Roboto Mono"/>
            </a:endParaRPr>
          </a:p>
          <a:p>
            <a:pPr indent="0" lvl="0" marL="0" rtl="0" algn="l">
              <a:spcBef>
                <a:spcPts val="1600"/>
              </a:spcBef>
              <a:spcAft>
                <a:spcPts val="0"/>
              </a:spcAft>
              <a:buNone/>
            </a:pPr>
            <a:r>
              <a:rPr lang="en" sz="1600">
                <a:latin typeface="Roboto Mono"/>
                <a:ea typeface="Roboto Mono"/>
                <a:cs typeface="Roboto Mono"/>
                <a:sym typeface="Roboto Mono"/>
              </a:rPr>
              <a:t>login(“house@gmail.com”, “5678”)</a:t>
            </a:r>
            <a:endParaRPr sz="1600">
              <a:latin typeface="Roboto Mono"/>
              <a:ea typeface="Roboto Mono"/>
              <a:cs typeface="Roboto Mono"/>
              <a:sym typeface="Roboto Mono"/>
            </a:endParaRPr>
          </a:p>
          <a:p>
            <a:pPr indent="0" lvl="0" marL="0" rtl="0" algn="l">
              <a:spcBef>
                <a:spcPts val="1600"/>
              </a:spcBef>
              <a:spcAft>
                <a:spcPts val="0"/>
              </a:spcAft>
              <a:buNone/>
            </a:pPr>
            <a:r>
              <a:rPr lang="en" sz="1600">
                <a:latin typeface="Roboto Mono"/>
                <a:ea typeface="Roboto Mono"/>
                <a:cs typeface="Roboto Mono"/>
                <a:sym typeface="Roboto Mono"/>
              </a:rPr>
              <a:t>login(“house@gmail.com”, “7777”)</a:t>
            </a:r>
            <a:endParaRPr sz="1600">
              <a:latin typeface="Roboto Mono"/>
              <a:ea typeface="Roboto Mono"/>
              <a:cs typeface="Roboto Mono"/>
              <a:sym typeface="Roboto Mono"/>
            </a:endParaRPr>
          </a:p>
          <a:p>
            <a:pPr indent="0" lvl="0" marL="0" rtl="0" algn="l">
              <a:spcBef>
                <a:spcPts val="1600"/>
              </a:spcBef>
              <a:spcAft>
                <a:spcPts val="0"/>
              </a:spcAft>
              <a:buNone/>
            </a:pPr>
            <a:r>
              <a:rPr lang="en" sz="1600">
                <a:latin typeface="Roboto Mono"/>
                <a:ea typeface="Roboto Mono"/>
                <a:cs typeface="Roboto Mono"/>
                <a:sym typeface="Roboto Mono"/>
              </a:rPr>
              <a:t>login(“person@gmail.com”, “1234”)</a:t>
            </a:r>
            <a:endParaRPr sz="1600">
              <a:latin typeface="Roboto Mono"/>
              <a:ea typeface="Roboto Mono"/>
              <a:cs typeface="Roboto Mono"/>
              <a:sym typeface="Roboto Mono"/>
            </a:endParaRPr>
          </a:p>
          <a:p>
            <a:pPr indent="0" lvl="0" marL="0" rtl="0" algn="l">
              <a:spcBef>
                <a:spcPts val="1600"/>
              </a:spcBef>
              <a:spcAft>
                <a:spcPts val="1600"/>
              </a:spcAft>
              <a:buClr>
                <a:schemeClr val="dk1"/>
              </a:buClr>
              <a:buSzPts val="1100"/>
              <a:buFont typeface="Arial"/>
              <a:buNone/>
            </a:pPr>
            <a:r>
              <a:rPr lang="en" sz="1600">
                <a:latin typeface="Roboto Mono"/>
                <a:ea typeface="Roboto Mono"/>
                <a:cs typeface="Roboto Mono"/>
                <a:sym typeface="Roboto Mono"/>
              </a:rPr>
              <a:t>login(“person@gmail.com”, “7777”)</a:t>
            </a:r>
            <a:endParaRPr sz="1600">
              <a:latin typeface="Roboto Mono"/>
              <a:ea typeface="Roboto Mono"/>
              <a:cs typeface="Roboto Mono"/>
              <a:sym typeface="Roboto Mono"/>
            </a:endParaRPr>
          </a:p>
        </p:txBody>
      </p:sp>
      <p:sp>
        <p:nvSpPr>
          <p:cNvPr id="1642" name="Google Shape;1642;p35"/>
          <p:cNvSpPr txBox="1"/>
          <p:nvPr>
            <p:ph idx="2" type="subTitle"/>
          </p:nvPr>
        </p:nvSpPr>
        <p:spPr>
          <a:xfrm>
            <a:off x="3195151" y="1017725"/>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login</a:t>
            </a:r>
            <a:endParaRPr/>
          </a:p>
        </p:txBody>
      </p:sp>
      <p:grpSp>
        <p:nvGrpSpPr>
          <p:cNvPr id="1643" name="Google Shape;1643;p35"/>
          <p:cNvGrpSpPr/>
          <p:nvPr/>
        </p:nvGrpSpPr>
        <p:grpSpPr>
          <a:xfrm>
            <a:off x="807889" y="4214230"/>
            <a:ext cx="773154" cy="349422"/>
            <a:chOff x="6892614" y="3632855"/>
            <a:chExt cx="773154" cy="349422"/>
          </a:xfrm>
        </p:grpSpPr>
        <p:sp>
          <p:nvSpPr>
            <p:cNvPr id="1644" name="Google Shape;1644;p35"/>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5"/>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6" name="Google Shape;1646;p35"/>
          <p:cNvGrpSpPr/>
          <p:nvPr/>
        </p:nvGrpSpPr>
        <p:grpSpPr>
          <a:xfrm>
            <a:off x="1369233" y="1528909"/>
            <a:ext cx="1421872" cy="2347227"/>
            <a:chOff x="1369233" y="1528909"/>
            <a:chExt cx="1421872" cy="2347227"/>
          </a:xfrm>
        </p:grpSpPr>
        <p:sp>
          <p:nvSpPr>
            <p:cNvPr id="1647" name="Google Shape;1647;p35"/>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5"/>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5"/>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5"/>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5"/>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2" name="Google Shape;1652;p35"/>
            <p:cNvGrpSpPr/>
            <p:nvPr/>
          </p:nvGrpSpPr>
          <p:grpSpPr>
            <a:xfrm>
              <a:off x="1651805" y="3259999"/>
              <a:ext cx="133634" cy="95558"/>
              <a:chOff x="1651805" y="3259999"/>
              <a:chExt cx="133634" cy="95558"/>
            </a:xfrm>
          </p:grpSpPr>
          <p:sp>
            <p:nvSpPr>
              <p:cNvPr id="1653" name="Google Shape;1653;p35"/>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4" name="Google Shape;1654;p35"/>
              <p:cNvGrpSpPr/>
              <p:nvPr/>
            </p:nvGrpSpPr>
            <p:grpSpPr>
              <a:xfrm>
                <a:off x="1651805" y="3259999"/>
                <a:ext cx="133634" cy="88281"/>
                <a:chOff x="1651805" y="3259999"/>
                <a:chExt cx="133634" cy="88281"/>
              </a:xfrm>
            </p:grpSpPr>
            <p:sp>
              <p:nvSpPr>
                <p:cNvPr id="1655" name="Google Shape;1655;p35"/>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5"/>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5"/>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5"/>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5"/>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60" name="Google Shape;1660;p35"/>
            <p:cNvGrpSpPr/>
            <p:nvPr/>
          </p:nvGrpSpPr>
          <p:grpSpPr>
            <a:xfrm>
              <a:off x="1832347" y="2887538"/>
              <a:ext cx="133634" cy="95600"/>
              <a:chOff x="1832347" y="2887538"/>
              <a:chExt cx="133634" cy="95600"/>
            </a:xfrm>
          </p:grpSpPr>
          <p:sp>
            <p:nvSpPr>
              <p:cNvPr id="1661" name="Google Shape;1661;p35"/>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5"/>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5"/>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5"/>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5"/>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5"/>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7" name="Google Shape;1667;p35"/>
            <p:cNvGrpSpPr/>
            <p:nvPr/>
          </p:nvGrpSpPr>
          <p:grpSpPr>
            <a:xfrm>
              <a:off x="2284971" y="3263214"/>
              <a:ext cx="133634" cy="94797"/>
              <a:chOff x="2284971" y="3263214"/>
              <a:chExt cx="133634" cy="94797"/>
            </a:xfrm>
          </p:grpSpPr>
          <p:sp>
            <p:nvSpPr>
              <p:cNvPr id="1668" name="Google Shape;1668;p35"/>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5"/>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5"/>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5"/>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5"/>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5"/>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4" name="Google Shape;1674;p35"/>
            <p:cNvGrpSpPr/>
            <p:nvPr/>
          </p:nvGrpSpPr>
          <p:grpSpPr>
            <a:xfrm>
              <a:off x="2200749" y="2736945"/>
              <a:ext cx="133634" cy="94754"/>
              <a:chOff x="2200749" y="2736945"/>
              <a:chExt cx="133634" cy="94754"/>
            </a:xfrm>
          </p:grpSpPr>
          <p:sp>
            <p:nvSpPr>
              <p:cNvPr id="1675" name="Google Shape;1675;p35"/>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5"/>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5"/>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5"/>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5"/>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5"/>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1" name="Google Shape;1681;p35"/>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5"/>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5"/>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5"/>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5"/>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5"/>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5"/>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5"/>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5"/>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5"/>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5"/>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5"/>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5"/>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5"/>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5"/>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5"/>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5"/>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5"/>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5"/>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5"/>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5"/>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5"/>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5"/>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5"/>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5"/>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5"/>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5"/>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5"/>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5"/>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5"/>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5"/>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5"/>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5"/>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5"/>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5"/>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5"/>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5"/>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5"/>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9" name="Google Shape;1719;p35"/>
            <p:cNvGrpSpPr/>
            <p:nvPr/>
          </p:nvGrpSpPr>
          <p:grpSpPr>
            <a:xfrm>
              <a:off x="1619403" y="2607166"/>
              <a:ext cx="944927" cy="498223"/>
              <a:chOff x="1619403" y="2607166"/>
              <a:chExt cx="944927" cy="498223"/>
            </a:xfrm>
          </p:grpSpPr>
          <p:sp>
            <p:nvSpPr>
              <p:cNvPr id="1720" name="Google Shape;1720;p35"/>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5"/>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5"/>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5"/>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5"/>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5"/>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5"/>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5"/>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5"/>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5"/>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5"/>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5"/>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5"/>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5"/>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5"/>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5"/>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5"/>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5"/>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5"/>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5"/>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5"/>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5"/>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5"/>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5"/>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5"/>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5"/>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5"/>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5"/>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5"/>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5"/>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5"/>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5"/>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5"/>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5"/>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5"/>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5"/>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6" name="Google Shape;1756;p35"/>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5"/>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5"/>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5"/>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5"/>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5"/>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5"/>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5"/>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5"/>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5"/>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5"/>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5"/>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5"/>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9" name="Google Shape;1769;p35"/>
            <p:cNvGrpSpPr/>
            <p:nvPr/>
          </p:nvGrpSpPr>
          <p:grpSpPr>
            <a:xfrm>
              <a:off x="1710900" y="2125652"/>
              <a:ext cx="170098" cy="185443"/>
              <a:chOff x="1710900" y="2125652"/>
              <a:chExt cx="170098" cy="185443"/>
            </a:xfrm>
          </p:grpSpPr>
          <p:sp>
            <p:nvSpPr>
              <p:cNvPr id="1770" name="Google Shape;1770;p35"/>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5"/>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5"/>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3" name="Google Shape;1773;p35"/>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5"/>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5"/>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6" name="Google Shape;1776;p35"/>
            <p:cNvGrpSpPr/>
            <p:nvPr/>
          </p:nvGrpSpPr>
          <p:grpSpPr>
            <a:xfrm>
              <a:off x="2285774" y="2123198"/>
              <a:ext cx="170098" cy="185443"/>
              <a:chOff x="2285774" y="2123198"/>
              <a:chExt cx="170098" cy="185443"/>
            </a:xfrm>
          </p:grpSpPr>
          <p:sp>
            <p:nvSpPr>
              <p:cNvPr id="1777" name="Google Shape;1777;p35"/>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5"/>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5"/>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0" name="Google Shape;1780;p35"/>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5"/>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2" name="Google Shape;1782;p35"/>
            <p:cNvGrpSpPr/>
            <p:nvPr/>
          </p:nvGrpSpPr>
          <p:grpSpPr>
            <a:xfrm>
              <a:off x="2221011" y="1690034"/>
              <a:ext cx="145774" cy="176564"/>
              <a:chOff x="2221011" y="1690034"/>
              <a:chExt cx="145774" cy="176564"/>
            </a:xfrm>
          </p:grpSpPr>
          <p:sp>
            <p:nvSpPr>
              <p:cNvPr id="1783" name="Google Shape;1783;p35"/>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5"/>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5"/>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5"/>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5"/>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5"/>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9" name="Google Shape;1789;p35"/>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5"/>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5"/>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5"/>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5"/>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5"/>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5"/>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5"/>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5"/>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5"/>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5"/>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5"/>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5"/>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5"/>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5"/>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5"/>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5"/>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5"/>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5"/>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5"/>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5"/>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5"/>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5"/>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5"/>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5"/>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5"/>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5"/>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5"/>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5"/>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5"/>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5"/>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5"/>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5"/>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5"/>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5"/>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5"/>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5"/>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6" name="Google Shape;1826;p35"/>
            <p:cNvGrpSpPr/>
            <p:nvPr/>
          </p:nvGrpSpPr>
          <p:grpSpPr>
            <a:xfrm>
              <a:off x="1465595" y="3598408"/>
              <a:ext cx="413761" cy="207312"/>
              <a:chOff x="1465595" y="3598408"/>
              <a:chExt cx="413761" cy="207312"/>
            </a:xfrm>
          </p:grpSpPr>
          <p:sp>
            <p:nvSpPr>
              <p:cNvPr id="1827" name="Google Shape;1827;p35"/>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5"/>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5"/>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5"/>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5"/>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5"/>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3" name="Google Shape;1833;p35"/>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5"/>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5"/>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5"/>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5"/>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8" name="Google Shape;1838;p35"/>
          <p:cNvGrpSpPr/>
          <p:nvPr/>
        </p:nvGrpSpPr>
        <p:grpSpPr>
          <a:xfrm rot="6649416">
            <a:off x="544427" y="1769738"/>
            <a:ext cx="1233837" cy="412281"/>
            <a:chOff x="6846642" y="4551936"/>
            <a:chExt cx="1233810" cy="412272"/>
          </a:xfrm>
        </p:grpSpPr>
        <p:sp>
          <p:nvSpPr>
            <p:cNvPr id="1839" name="Google Shape;1839;p35"/>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5"/>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5"/>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5"/>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5"/>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5"/>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5"/>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5"/>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5"/>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5"/>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5"/>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5"/>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1" name="Google Shape;1851;p35"/>
          <p:cNvGrpSpPr/>
          <p:nvPr/>
        </p:nvGrpSpPr>
        <p:grpSpPr>
          <a:xfrm rot="-486688">
            <a:off x="7530274" y="848304"/>
            <a:ext cx="657412" cy="788796"/>
            <a:chOff x="4036318" y="3820178"/>
            <a:chExt cx="657409" cy="788792"/>
          </a:xfrm>
        </p:grpSpPr>
        <p:sp>
          <p:nvSpPr>
            <p:cNvPr id="1852" name="Google Shape;1852;p35"/>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5"/>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5"/>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5"/>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5"/>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5"/>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5"/>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2" name="Shape 1862"/>
        <p:cNvGrpSpPr/>
        <p:nvPr/>
      </p:nvGrpSpPr>
      <p:grpSpPr>
        <a:xfrm>
          <a:off x="0" y="0"/>
          <a:ext cx="0" cy="0"/>
          <a:chOff x="0" y="0"/>
          <a:chExt cx="0" cy="0"/>
        </a:xfrm>
      </p:grpSpPr>
      <p:sp>
        <p:nvSpPr>
          <p:cNvPr id="1863" name="Google Shape;1863;p36"/>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1864" name="Google Shape;1864;p36"/>
          <p:cNvSpPr txBox="1"/>
          <p:nvPr>
            <p:ph idx="1" type="subTitle"/>
          </p:nvPr>
        </p:nvSpPr>
        <p:spPr>
          <a:xfrm>
            <a:off x="3191256" y="1490472"/>
            <a:ext cx="4957200" cy="33291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 sz="1800"/>
              <a:t>Retrieve all households a user belongs to.</a:t>
            </a:r>
            <a:endParaRPr sz="1800"/>
          </a:p>
          <a:p>
            <a:pPr indent="0" lvl="0" marL="0" rtl="0" algn="l">
              <a:lnSpc>
                <a:spcPct val="115000"/>
              </a:lnSpc>
              <a:spcBef>
                <a:spcPts val="0"/>
              </a:spcBef>
              <a:spcAft>
                <a:spcPts val="0"/>
              </a:spcAft>
              <a:buClr>
                <a:schemeClr val="dk1"/>
              </a:buClr>
              <a:buSzPts val="1100"/>
              <a:buFont typeface="Arial"/>
              <a:buNone/>
            </a:pPr>
            <a:r>
              <a:rPr lang="en" sz="1800"/>
              <a:t>Return empty array if none.</a:t>
            </a:r>
            <a:endParaRPr sz="1800"/>
          </a:p>
          <a:p>
            <a:pPr indent="0" lvl="0" marL="0" rtl="0" algn="l">
              <a:lnSpc>
                <a:spcPct val="115000"/>
              </a:lnSpc>
              <a:spcBef>
                <a:spcPts val="1200"/>
              </a:spcBef>
              <a:spcAft>
                <a:spcPts val="0"/>
              </a:spcAft>
              <a:buClr>
                <a:schemeClr val="dk1"/>
              </a:buClr>
              <a:buSzPts val="1100"/>
              <a:buFont typeface="Arial"/>
              <a:buNone/>
            </a:pPr>
            <a:r>
              <a:rPr b="1" lang="en" sz="1800"/>
              <a:t>Setup:</a:t>
            </a:r>
            <a:endParaRPr b="1" sz="1800"/>
          </a:p>
          <a:p>
            <a:pPr indent="0" lvl="0" marL="0" rtl="0" algn="l">
              <a:lnSpc>
                <a:spcPct val="115000"/>
              </a:lnSpc>
              <a:spcBef>
                <a:spcPts val="1200"/>
              </a:spcBef>
              <a:spcAft>
                <a:spcPts val="0"/>
              </a:spcAft>
              <a:buClr>
                <a:schemeClr val="dk1"/>
              </a:buClr>
              <a:buSzPts val="1100"/>
              <a:buFont typeface="Arial"/>
              <a:buNone/>
            </a:pPr>
            <a:r>
              <a:rPr lang="en" sz="1800"/>
              <a:t>Households table:</a:t>
            </a:r>
            <a:endParaRPr sz="1800"/>
          </a:p>
          <a:p>
            <a:pPr indent="-342900" lvl="0" marL="457200" rtl="0" algn="l">
              <a:lnSpc>
                <a:spcPct val="115000"/>
              </a:lnSpc>
              <a:spcBef>
                <a:spcPts val="1200"/>
              </a:spcBef>
              <a:spcAft>
                <a:spcPts val="0"/>
              </a:spcAft>
              <a:buSzPts val="1800"/>
              <a:buFont typeface="Assistant"/>
              <a:buChar char="●"/>
            </a:pPr>
            <a:r>
              <a:rPr lang="en" sz="1800"/>
              <a:t>H1: “131 Apartment” – members: Alice, Bob</a:t>
            </a:r>
            <a:endParaRPr sz="1800"/>
          </a:p>
          <a:p>
            <a:pPr indent="-342900" lvl="0" marL="457200" rtl="0" algn="l">
              <a:lnSpc>
                <a:spcPct val="115000"/>
              </a:lnSpc>
              <a:spcBef>
                <a:spcPts val="1200"/>
              </a:spcBef>
              <a:spcAft>
                <a:spcPts val="0"/>
              </a:spcAft>
              <a:buSzPts val="1800"/>
              <a:buFont typeface="Assistant"/>
              <a:buChar char="●"/>
            </a:pPr>
            <a:r>
              <a:rPr lang="en" sz="1800"/>
              <a:t>H2: “Maple House” – members: Alice, Charlie</a:t>
            </a:r>
            <a:endParaRPr sz="1800"/>
          </a:p>
          <a:p>
            <a:pPr indent="0" lvl="0" marL="0" rtl="0" algn="l">
              <a:lnSpc>
                <a:spcPct val="115000"/>
              </a:lnSpc>
              <a:spcBef>
                <a:spcPts val="1200"/>
              </a:spcBef>
              <a:spcAft>
                <a:spcPts val="1200"/>
              </a:spcAft>
              <a:buNone/>
            </a:pPr>
            <a:r>
              <a:rPr lang="en" sz="1800"/>
              <a:t>User table populated with data for Alice, Bob, Charlie, Dave.</a:t>
            </a:r>
            <a:endParaRPr sz="1800"/>
          </a:p>
        </p:txBody>
      </p:sp>
      <p:sp>
        <p:nvSpPr>
          <p:cNvPr id="1865" name="Google Shape;1865;p36"/>
          <p:cNvSpPr txBox="1"/>
          <p:nvPr>
            <p:ph idx="2" type="subTitle"/>
          </p:nvPr>
        </p:nvSpPr>
        <p:spPr>
          <a:xfrm>
            <a:off x="3195151" y="1017725"/>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getHouseholds</a:t>
            </a:r>
            <a:endParaRPr/>
          </a:p>
        </p:txBody>
      </p:sp>
      <p:grpSp>
        <p:nvGrpSpPr>
          <p:cNvPr id="1866" name="Google Shape;1866;p36"/>
          <p:cNvGrpSpPr/>
          <p:nvPr/>
        </p:nvGrpSpPr>
        <p:grpSpPr>
          <a:xfrm>
            <a:off x="807889" y="4214230"/>
            <a:ext cx="773154" cy="349422"/>
            <a:chOff x="6892614" y="3632855"/>
            <a:chExt cx="773154" cy="349422"/>
          </a:xfrm>
        </p:grpSpPr>
        <p:sp>
          <p:nvSpPr>
            <p:cNvPr id="1867" name="Google Shape;1867;p36"/>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6"/>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9" name="Google Shape;1869;p36"/>
          <p:cNvGrpSpPr/>
          <p:nvPr/>
        </p:nvGrpSpPr>
        <p:grpSpPr>
          <a:xfrm>
            <a:off x="1369233" y="1528909"/>
            <a:ext cx="1421872" cy="2347227"/>
            <a:chOff x="1369233" y="1528909"/>
            <a:chExt cx="1421872" cy="2347227"/>
          </a:xfrm>
        </p:grpSpPr>
        <p:sp>
          <p:nvSpPr>
            <p:cNvPr id="1870" name="Google Shape;1870;p36"/>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6"/>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6"/>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6"/>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6"/>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5" name="Google Shape;1875;p36"/>
            <p:cNvGrpSpPr/>
            <p:nvPr/>
          </p:nvGrpSpPr>
          <p:grpSpPr>
            <a:xfrm>
              <a:off x="1651805" y="3259999"/>
              <a:ext cx="133634" cy="95558"/>
              <a:chOff x="1651805" y="3259999"/>
              <a:chExt cx="133634" cy="95558"/>
            </a:xfrm>
          </p:grpSpPr>
          <p:sp>
            <p:nvSpPr>
              <p:cNvPr id="1876" name="Google Shape;1876;p36"/>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7" name="Google Shape;1877;p36"/>
              <p:cNvGrpSpPr/>
              <p:nvPr/>
            </p:nvGrpSpPr>
            <p:grpSpPr>
              <a:xfrm>
                <a:off x="1651805" y="3259999"/>
                <a:ext cx="133634" cy="88281"/>
                <a:chOff x="1651805" y="3259999"/>
                <a:chExt cx="133634" cy="88281"/>
              </a:xfrm>
            </p:grpSpPr>
            <p:sp>
              <p:nvSpPr>
                <p:cNvPr id="1878" name="Google Shape;1878;p36"/>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6"/>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6"/>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6"/>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6"/>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83" name="Google Shape;1883;p36"/>
            <p:cNvGrpSpPr/>
            <p:nvPr/>
          </p:nvGrpSpPr>
          <p:grpSpPr>
            <a:xfrm>
              <a:off x="1832347" y="2887538"/>
              <a:ext cx="133634" cy="95600"/>
              <a:chOff x="1832347" y="2887538"/>
              <a:chExt cx="133634" cy="95600"/>
            </a:xfrm>
          </p:grpSpPr>
          <p:sp>
            <p:nvSpPr>
              <p:cNvPr id="1884" name="Google Shape;1884;p36"/>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6"/>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6"/>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6"/>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6"/>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6"/>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0" name="Google Shape;1890;p36"/>
            <p:cNvGrpSpPr/>
            <p:nvPr/>
          </p:nvGrpSpPr>
          <p:grpSpPr>
            <a:xfrm>
              <a:off x="2284971" y="3263214"/>
              <a:ext cx="133634" cy="94797"/>
              <a:chOff x="2284971" y="3263214"/>
              <a:chExt cx="133634" cy="94797"/>
            </a:xfrm>
          </p:grpSpPr>
          <p:sp>
            <p:nvSpPr>
              <p:cNvPr id="1891" name="Google Shape;1891;p36"/>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6"/>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6"/>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6"/>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6"/>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6"/>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7" name="Google Shape;1897;p36"/>
            <p:cNvGrpSpPr/>
            <p:nvPr/>
          </p:nvGrpSpPr>
          <p:grpSpPr>
            <a:xfrm>
              <a:off x="2200749" y="2736945"/>
              <a:ext cx="133634" cy="94754"/>
              <a:chOff x="2200749" y="2736945"/>
              <a:chExt cx="133634" cy="94754"/>
            </a:xfrm>
          </p:grpSpPr>
          <p:sp>
            <p:nvSpPr>
              <p:cNvPr id="1898" name="Google Shape;1898;p36"/>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6"/>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6"/>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6"/>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6"/>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6"/>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4" name="Google Shape;1904;p36"/>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6"/>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6"/>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6"/>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6"/>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6"/>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6"/>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6"/>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6"/>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6"/>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6"/>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6"/>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6"/>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6"/>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6"/>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6"/>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6"/>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6"/>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6"/>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6"/>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6"/>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6"/>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6"/>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6"/>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6"/>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6"/>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6"/>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6"/>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6"/>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6"/>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6"/>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6"/>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6"/>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6"/>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6"/>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6"/>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6"/>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6"/>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2" name="Google Shape;1942;p36"/>
            <p:cNvGrpSpPr/>
            <p:nvPr/>
          </p:nvGrpSpPr>
          <p:grpSpPr>
            <a:xfrm>
              <a:off x="1619403" y="2607166"/>
              <a:ext cx="944927" cy="498223"/>
              <a:chOff x="1619403" y="2607166"/>
              <a:chExt cx="944927" cy="498223"/>
            </a:xfrm>
          </p:grpSpPr>
          <p:sp>
            <p:nvSpPr>
              <p:cNvPr id="1943" name="Google Shape;1943;p36"/>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6"/>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6"/>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6"/>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6"/>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6"/>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6"/>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6"/>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6"/>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6"/>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6"/>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6"/>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6"/>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6"/>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6"/>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6"/>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6"/>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6"/>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6"/>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6"/>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6"/>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6"/>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6"/>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6"/>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6"/>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6"/>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6"/>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6"/>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6"/>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6"/>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6"/>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6"/>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6"/>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6"/>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6"/>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6"/>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9" name="Google Shape;1979;p36"/>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6"/>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6"/>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6"/>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6"/>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6"/>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6"/>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6"/>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6"/>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6"/>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6"/>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6"/>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6"/>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2" name="Google Shape;1992;p36"/>
            <p:cNvGrpSpPr/>
            <p:nvPr/>
          </p:nvGrpSpPr>
          <p:grpSpPr>
            <a:xfrm>
              <a:off x="1710900" y="2125652"/>
              <a:ext cx="170098" cy="185443"/>
              <a:chOff x="1710900" y="2125652"/>
              <a:chExt cx="170098" cy="185443"/>
            </a:xfrm>
          </p:grpSpPr>
          <p:sp>
            <p:nvSpPr>
              <p:cNvPr id="1993" name="Google Shape;1993;p36"/>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6"/>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6"/>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6" name="Google Shape;1996;p36"/>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6"/>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6"/>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9" name="Google Shape;1999;p36"/>
            <p:cNvGrpSpPr/>
            <p:nvPr/>
          </p:nvGrpSpPr>
          <p:grpSpPr>
            <a:xfrm>
              <a:off x="2285774" y="2123198"/>
              <a:ext cx="170098" cy="185443"/>
              <a:chOff x="2285774" y="2123198"/>
              <a:chExt cx="170098" cy="185443"/>
            </a:xfrm>
          </p:grpSpPr>
          <p:sp>
            <p:nvSpPr>
              <p:cNvPr id="2000" name="Google Shape;2000;p36"/>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6"/>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6"/>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3" name="Google Shape;2003;p36"/>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6"/>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5" name="Google Shape;2005;p36"/>
            <p:cNvGrpSpPr/>
            <p:nvPr/>
          </p:nvGrpSpPr>
          <p:grpSpPr>
            <a:xfrm>
              <a:off x="2221011" y="1690034"/>
              <a:ext cx="145774" cy="176564"/>
              <a:chOff x="2221011" y="1690034"/>
              <a:chExt cx="145774" cy="176564"/>
            </a:xfrm>
          </p:grpSpPr>
          <p:sp>
            <p:nvSpPr>
              <p:cNvPr id="2006" name="Google Shape;2006;p36"/>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36"/>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36"/>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36"/>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36"/>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36"/>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2" name="Google Shape;2012;p36"/>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36"/>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36"/>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36"/>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6"/>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36"/>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36"/>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36"/>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6"/>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6"/>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6"/>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36"/>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36"/>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36"/>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6"/>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6"/>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6"/>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36"/>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36"/>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36"/>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36"/>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36"/>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36"/>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36"/>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36"/>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36"/>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36"/>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36"/>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36"/>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36"/>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36"/>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36"/>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36"/>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36"/>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36"/>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6"/>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36"/>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49" name="Google Shape;2049;p36"/>
            <p:cNvGrpSpPr/>
            <p:nvPr/>
          </p:nvGrpSpPr>
          <p:grpSpPr>
            <a:xfrm>
              <a:off x="1465595" y="3598408"/>
              <a:ext cx="413761" cy="207312"/>
              <a:chOff x="1465595" y="3598408"/>
              <a:chExt cx="413761" cy="207312"/>
            </a:xfrm>
          </p:grpSpPr>
          <p:sp>
            <p:nvSpPr>
              <p:cNvPr id="2050" name="Google Shape;2050;p36"/>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36"/>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36"/>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36"/>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36"/>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36"/>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6" name="Google Shape;2056;p36"/>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36"/>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36"/>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36"/>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36"/>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1" name="Google Shape;2061;p36"/>
          <p:cNvGrpSpPr/>
          <p:nvPr/>
        </p:nvGrpSpPr>
        <p:grpSpPr>
          <a:xfrm rot="6649416">
            <a:off x="544427" y="1769738"/>
            <a:ext cx="1233837" cy="412281"/>
            <a:chOff x="6846642" y="4551936"/>
            <a:chExt cx="1233810" cy="412272"/>
          </a:xfrm>
        </p:grpSpPr>
        <p:sp>
          <p:nvSpPr>
            <p:cNvPr id="2062" name="Google Shape;2062;p36"/>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36"/>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36"/>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36"/>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36"/>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36"/>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36"/>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36"/>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36"/>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36"/>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36"/>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36"/>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4" name="Google Shape;2074;p36"/>
          <p:cNvGrpSpPr/>
          <p:nvPr/>
        </p:nvGrpSpPr>
        <p:grpSpPr>
          <a:xfrm rot="-486688">
            <a:off x="7530274" y="848304"/>
            <a:ext cx="657412" cy="788796"/>
            <a:chOff x="4036318" y="3820178"/>
            <a:chExt cx="657409" cy="788792"/>
          </a:xfrm>
        </p:grpSpPr>
        <p:sp>
          <p:nvSpPr>
            <p:cNvPr id="2075" name="Google Shape;2075;p36"/>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36"/>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36"/>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36"/>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36"/>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36"/>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36"/>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5" name="Shape 2085"/>
        <p:cNvGrpSpPr/>
        <p:nvPr/>
      </p:nvGrpSpPr>
      <p:grpSpPr>
        <a:xfrm>
          <a:off x="0" y="0"/>
          <a:ext cx="0" cy="0"/>
          <a:chOff x="0" y="0"/>
          <a:chExt cx="0" cy="0"/>
        </a:xfrm>
      </p:grpSpPr>
      <p:sp>
        <p:nvSpPr>
          <p:cNvPr id="2086" name="Google Shape;2086;p37"/>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2087" name="Google Shape;2087;p37"/>
          <p:cNvSpPr txBox="1"/>
          <p:nvPr>
            <p:ph idx="1" type="subTitle"/>
          </p:nvPr>
        </p:nvSpPr>
        <p:spPr>
          <a:xfrm>
            <a:off x="3200400" y="1490472"/>
            <a:ext cx="6066900" cy="33171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i="1" lang="en" sz="1800"/>
              <a:t>Logged in </a:t>
            </a:r>
            <a:r>
              <a:rPr i="1" lang="en" sz="1800"/>
              <a:t>user</a:t>
            </a:r>
            <a:r>
              <a:rPr i="1" lang="en" sz="1800"/>
              <a:t>:</a:t>
            </a:r>
            <a:r>
              <a:rPr lang="en" sz="1800"/>
              <a:t> Alice</a:t>
            </a:r>
            <a:br>
              <a:rPr lang="en" sz="1800"/>
            </a:br>
            <a:r>
              <a:rPr lang="en" sz="1600"/>
              <a:t> </a:t>
            </a:r>
            <a:r>
              <a:rPr lang="en" sz="1600">
                <a:latin typeface="Roboto Mono"/>
                <a:ea typeface="Roboto Mono"/>
                <a:cs typeface="Roboto Mono"/>
                <a:sym typeface="Roboto Mono"/>
              </a:rPr>
              <a:t>getHouseholds() </a:t>
            </a:r>
            <a:r>
              <a:rPr b="1" lang="en" sz="1600">
                <a:latin typeface="Roboto Mono"/>
                <a:ea typeface="Roboto Mono"/>
                <a:cs typeface="Roboto Mono"/>
                <a:sym typeface="Roboto Mono"/>
              </a:rPr>
              <a:t>→</a:t>
            </a:r>
            <a:r>
              <a:rPr lang="en" sz="1600">
                <a:latin typeface="Roboto Mono"/>
                <a:ea typeface="Roboto Mono"/>
                <a:cs typeface="Roboto Mono"/>
                <a:sym typeface="Roboto Mono"/>
              </a:rPr>
              <a:t> [H1, H2]</a:t>
            </a:r>
            <a:endParaRPr sz="1600">
              <a:latin typeface="Roboto Mono"/>
              <a:ea typeface="Roboto Mono"/>
              <a:cs typeface="Roboto Mono"/>
              <a:sym typeface="Roboto Mono"/>
            </a:endParaRPr>
          </a:p>
          <a:p>
            <a:pPr indent="0" lvl="0" marL="0" rtl="0" algn="l">
              <a:lnSpc>
                <a:spcPct val="115000"/>
              </a:lnSpc>
              <a:spcBef>
                <a:spcPts val="1000"/>
              </a:spcBef>
              <a:spcAft>
                <a:spcPts val="0"/>
              </a:spcAft>
              <a:buNone/>
            </a:pPr>
            <a:r>
              <a:rPr i="1" lang="en" sz="1800"/>
              <a:t>Logged in </a:t>
            </a:r>
            <a:r>
              <a:rPr i="1" lang="en" sz="1800"/>
              <a:t>user</a:t>
            </a:r>
            <a:r>
              <a:rPr i="1" lang="en" sz="1800"/>
              <a:t>:</a:t>
            </a:r>
            <a:r>
              <a:rPr lang="en" sz="1800"/>
              <a:t> Bob</a:t>
            </a:r>
            <a:br>
              <a:rPr lang="en" sz="1800"/>
            </a:br>
            <a:r>
              <a:rPr lang="en" sz="1600">
                <a:latin typeface="Roboto Mono"/>
                <a:ea typeface="Roboto Mono"/>
                <a:cs typeface="Roboto Mono"/>
                <a:sym typeface="Roboto Mono"/>
              </a:rPr>
              <a:t>getHouseholds() </a:t>
            </a:r>
            <a:r>
              <a:rPr b="1" lang="en" sz="1600">
                <a:latin typeface="Roboto Mono"/>
                <a:ea typeface="Roboto Mono"/>
                <a:cs typeface="Roboto Mono"/>
                <a:sym typeface="Roboto Mono"/>
              </a:rPr>
              <a:t>→</a:t>
            </a:r>
            <a:r>
              <a:rPr lang="en" sz="1600">
                <a:latin typeface="Roboto Mono"/>
                <a:ea typeface="Roboto Mono"/>
                <a:cs typeface="Roboto Mono"/>
                <a:sym typeface="Roboto Mono"/>
              </a:rPr>
              <a:t> [H1]</a:t>
            </a:r>
            <a:endParaRPr sz="1600">
              <a:latin typeface="Roboto Mono"/>
              <a:ea typeface="Roboto Mono"/>
              <a:cs typeface="Roboto Mono"/>
              <a:sym typeface="Roboto Mono"/>
            </a:endParaRPr>
          </a:p>
          <a:p>
            <a:pPr indent="0" lvl="0" marL="0" rtl="0" algn="l">
              <a:lnSpc>
                <a:spcPct val="115000"/>
              </a:lnSpc>
              <a:spcBef>
                <a:spcPts val="1000"/>
              </a:spcBef>
              <a:spcAft>
                <a:spcPts val="0"/>
              </a:spcAft>
              <a:buNone/>
            </a:pPr>
            <a:r>
              <a:rPr i="1" lang="en" sz="1800"/>
              <a:t>L</a:t>
            </a:r>
            <a:r>
              <a:rPr i="1" lang="en" sz="1800"/>
              <a:t>ogged in </a:t>
            </a:r>
            <a:r>
              <a:rPr i="1" lang="en" sz="1800"/>
              <a:t>user</a:t>
            </a:r>
            <a:r>
              <a:rPr i="1" lang="en" sz="1800"/>
              <a:t>:</a:t>
            </a:r>
            <a:r>
              <a:rPr lang="en" sz="1800"/>
              <a:t> Charlie</a:t>
            </a:r>
            <a:br>
              <a:rPr lang="en" sz="1800"/>
            </a:br>
            <a:r>
              <a:rPr lang="en" sz="1800"/>
              <a:t> </a:t>
            </a:r>
            <a:r>
              <a:rPr lang="en" sz="1600">
                <a:latin typeface="Roboto Mono"/>
                <a:ea typeface="Roboto Mono"/>
                <a:cs typeface="Roboto Mono"/>
                <a:sym typeface="Roboto Mono"/>
              </a:rPr>
              <a:t>getHouseholds() </a:t>
            </a:r>
            <a:r>
              <a:rPr b="1" lang="en" sz="1600">
                <a:latin typeface="Roboto Mono"/>
                <a:ea typeface="Roboto Mono"/>
                <a:cs typeface="Roboto Mono"/>
                <a:sym typeface="Roboto Mono"/>
              </a:rPr>
              <a:t>→</a:t>
            </a:r>
            <a:r>
              <a:rPr lang="en" sz="1600">
                <a:latin typeface="Roboto Mono"/>
                <a:ea typeface="Roboto Mono"/>
                <a:cs typeface="Roboto Mono"/>
                <a:sym typeface="Roboto Mono"/>
              </a:rPr>
              <a:t> [H2]</a:t>
            </a:r>
            <a:endParaRPr sz="1800"/>
          </a:p>
          <a:p>
            <a:pPr indent="0" lvl="0" marL="0" rtl="0" algn="l">
              <a:lnSpc>
                <a:spcPct val="115000"/>
              </a:lnSpc>
              <a:spcBef>
                <a:spcPts val="1200"/>
              </a:spcBef>
              <a:spcAft>
                <a:spcPts val="1000"/>
              </a:spcAft>
              <a:buNone/>
            </a:pPr>
            <a:r>
              <a:rPr i="1" lang="en" sz="1800"/>
              <a:t>Logged in user:</a:t>
            </a:r>
            <a:r>
              <a:rPr lang="en" sz="1800"/>
              <a:t> Dave (not part of any household)</a:t>
            </a:r>
            <a:br>
              <a:rPr lang="en" sz="1800"/>
            </a:br>
            <a:r>
              <a:rPr lang="en" sz="1600">
                <a:latin typeface="Roboto Mono"/>
                <a:ea typeface="Roboto Mono"/>
                <a:cs typeface="Roboto Mono"/>
                <a:sym typeface="Roboto Mono"/>
              </a:rPr>
              <a:t>getHouseholds() </a:t>
            </a:r>
            <a:r>
              <a:rPr b="1" lang="en" sz="1600">
                <a:latin typeface="Roboto Mono"/>
                <a:ea typeface="Roboto Mono"/>
                <a:cs typeface="Roboto Mono"/>
                <a:sym typeface="Roboto Mono"/>
              </a:rPr>
              <a:t>→</a:t>
            </a:r>
            <a:r>
              <a:rPr lang="en" sz="1600">
                <a:latin typeface="Roboto Mono"/>
                <a:ea typeface="Roboto Mono"/>
                <a:cs typeface="Roboto Mono"/>
                <a:sym typeface="Roboto Mono"/>
              </a:rPr>
              <a:t> []</a:t>
            </a:r>
            <a:endParaRPr sz="1800"/>
          </a:p>
        </p:txBody>
      </p:sp>
      <p:sp>
        <p:nvSpPr>
          <p:cNvPr id="2088" name="Google Shape;2088;p37"/>
          <p:cNvSpPr txBox="1"/>
          <p:nvPr>
            <p:ph idx="2" type="subTitle"/>
          </p:nvPr>
        </p:nvSpPr>
        <p:spPr>
          <a:xfrm>
            <a:off x="3195151" y="1017725"/>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getHouseholds</a:t>
            </a:r>
            <a:endParaRPr/>
          </a:p>
        </p:txBody>
      </p:sp>
      <p:grpSp>
        <p:nvGrpSpPr>
          <p:cNvPr id="2089" name="Google Shape;2089;p37"/>
          <p:cNvGrpSpPr/>
          <p:nvPr/>
        </p:nvGrpSpPr>
        <p:grpSpPr>
          <a:xfrm rot="-486688">
            <a:off x="7530274" y="848304"/>
            <a:ext cx="657412" cy="788796"/>
            <a:chOff x="4036318" y="3820178"/>
            <a:chExt cx="657409" cy="788792"/>
          </a:xfrm>
        </p:grpSpPr>
        <p:sp>
          <p:nvSpPr>
            <p:cNvPr id="2090" name="Google Shape;2090;p37"/>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37"/>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37"/>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37"/>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37"/>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37"/>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37"/>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7" name="Google Shape;2097;p37"/>
          <p:cNvGrpSpPr/>
          <p:nvPr/>
        </p:nvGrpSpPr>
        <p:grpSpPr>
          <a:xfrm>
            <a:off x="807889" y="4214230"/>
            <a:ext cx="773154" cy="349422"/>
            <a:chOff x="6892614" y="3632855"/>
            <a:chExt cx="773154" cy="349422"/>
          </a:xfrm>
        </p:grpSpPr>
        <p:sp>
          <p:nvSpPr>
            <p:cNvPr id="2098" name="Google Shape;2098;p37"/>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37"/>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0" name="Google Shape;2100;p37"/>
          <p:cNvGrpSpPr/>
          <p:nvPr/>
        </p:nvGrpSpPr>
        <p:grpSpPr>
          <a:xfrm>
            <a:off x="1369233" y="1528909"/>
            <a:ext cx="1421872" cy="2347227"/>
            <a:chOff x="1369233" y="1528909"/>
            <a:chExt cx="1421872" cy="2347227"/>
          </a:xfrm>
        </p:grpSpPr>
        <p:sp>
          <p:nvSpPr>
            <p:cNvPr id="2101" name="Google Shape;2101;p37"/>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37"/>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37"/>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37"/>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37"/>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6" name="Google Shape;2106;p37"/>
            <p:cNvGrpSpPr/>
            <p:nvPr/>
          </p:nvGrpSpPr>
          <p:grpSpPr>
            <a:xfrm>
              <a:off x="1651805" y="3259999"/>
              <a:ext cx="133634" cy="95558"/>
              <a:chOff x="1651805" y="3259999"/>
              <a:chExt cx="133634" cy="95558"/>
            </a:xfrm>
          </p:grpSpPr>
          <p:sp>
            <p:nvSpPr>
              <p:cNvPr id="2107" name="Google Shape;2107;p37"/>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8" name="Google Shape;2108;p37"/>
              <p:cNvGrpSpPr/>
              <p:nvPr/>
            </p:nvGrpSpPr>
            <p:grpSpPr>
              <a:xfrm>
                <a:off x="1651805" y="3259999"/>
                <a:ext cx="133634" cy="88281"/>
                <a:chOff x="1651805" y="3259999"/>
                <a:chExt cx="133634" cy="88281"/>
              </a:xfrm>
            </p:grpSpPr>
            <p:sp>
              <p:nvSpPr>
                <p:cNvPr id="2109" name="Google Shape;2109;p37"/>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37"/>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37"/>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37"/>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37"/>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14" name="Google Shape;2114;p37"/>
            <p:cNvGrpSpPr/>
            <p:nvPr/>
          </p:nvGrpSpPr>
          <p:grpSpPr>
            <a:xfrm>
              <a:off x="1832347" y="2887538"/>
              <a:ext cx="133634" cy="95600"/>
              <a:chOff x="1832347" y="2887538"/>
              <a:chExt cx="133634" cy="95600"/>
            </a:xfrm>
          </p:grpSpPr>
          <p:sp>
            <p:nvSpPr>
              <p:cNvPr id="2115" name="Google Shape;2115;p37"/>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37"/>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37"/>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37"/>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37"/>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37"/>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1" name="Google Shape;2121;p37"/>
            <p:cNvGrpSpPr/>
            <p:nvPr/>
          </p:nvGrpSpPr>
          <p:grpSpPr>
            <a:xfrm>
              <a:off x="2284971" y="3263214"/>
              <a:ext cx="133634" cy="94797"/>
              <a:chOff x="2284971" y="3263214"/>
              <a:chExt cx="133634" cy="94797"/>
            </a:xfrm>
          </p:grpSpPr>
          <p:sp>
            <p:nvSpPr>
              <p:cNvPr id="2122" name="Google Shape;2122;p37"/>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37"/>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37"/>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37"/>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37"/>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37"/>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8" name="Google Shape;2128;p37"/>
            <p:cNvGrpSpPr/>
            <p:nvPr/>
          </p:nvGrpSpPr>
          <p:grpSpPr>
            <a:xfrm>
              <a:off x="2200749" y="2736945"/>
              <a:ext cx="133634" cy="94754"/>
              <a:chOff x="2200749" y="2736945"/>
              <a:chExt cx="133634" cy="94754"/>
            </a:xfrm>
          </p:grpSpPr>
          <p:sp>
            <p:nvSpPr>
              <p:cNvPr id="2129" name="Google Shape;2129;p37"/>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37"/>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37"/>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37"/>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37"/>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37"/>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5" name="Google Shape;2135;p37"/>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37"/>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37"/>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37"/>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37"/>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37"/>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37"/>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37"/>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37"/>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37"/>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37"/>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37"/>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37"/>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37"/>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37"/>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37"/>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37"/>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37"/>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37"/>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37"/>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37"/>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37"/>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37"/>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37"/>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37"/>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37"/>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37"/>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37"/>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37"/>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37"/>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37"/>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37"/>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37"/>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37"/>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37"/>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37"/>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37"/>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37"/>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73" name="Google Shape;2173;p37"/>
            <p:cNvGrpSpPr/>
            <p:nvPr/>
          </p:nvGrpSpPr>
          <p:grpSpPr>
            <a:xfrm>
              <a:off x="1619403" y="2607166"/>
              <a:ext cx="944927" cy="498223"/>
              <a:chOff x="1619403" y="2607166"/>
              <a:chExt cx="944927" cy="498223"/>
            </a:xfrm>
          </p:grpSpPr>
          <p:sp>
            <p:nvSpPr>
              <p:cNvPr id="2174" name="Google Shape;2174;p37"/>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37"/>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37"/>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37"/>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37"/>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37"/>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37"/>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37"/>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37"/>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37"/>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37"/>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37"/>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37"/>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37"/>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37"/>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37"/>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37"/>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37"/>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37"/>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37"/>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37"/>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37"/>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37"/>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37"/>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37"/>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37"/>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37"/>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37"/>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37"/>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37"/>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37"/>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37"/>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37"/>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37"/>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37"/>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37"/>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0" name="Google Shape;2210;p37"/>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37"/>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37"/>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37"/>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37"/>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37"/>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37"/>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37"/>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37"/>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37"/>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37"/>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37"/>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37"/>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3" name="Google Shape;2223;p37"/>
            <p:cNvGrpSpPr/>
            <p:nvPr/>
          </p:nvGrpSpPr>
          <p:grpSpPr>
            <a:xfrm>
              <a:off x="1710900" y="2125652"/>
              <a:ext cx="170098" cy="185443"/>
              <a:chOff x="1710900" y="2125652"/>
              <a:chExt cx="170098" cy="185443"/>
            </a:xfrm>
          </p:grpSpPr>
          <p:sp>
            <p:nvSpPr>
              <p:cNvPr id="2224" name="Google Shape;2224;p37"/>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37"/>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37"/>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7" name="Google Shape;2227;p37"/>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37"/>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37"/>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30" name="Google Shape;2230;p37"/>
            <p:cNvGrpSpPr/>
            <p:nvPr/>
          </p:nvGrpSpPr>
          <p:grpSpPr>
            <a:xfrm>
              <a:off x="2285774" y="2123198"/>
              <a:ext cx="170098" cy="185443"/>
              <a:chOff x="2285774" y="2123198"/>
              <a:chExt cx="170098" cy="185443"/>
            </a:xfrm>
          </p:grpSpPr>
          <p:sp>
            <p:nvSpPr>
              <p:cNvPr id="2231" name="Google Shape;2231;p37"/>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37"/>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37"/>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34" name="Google Shape;2234;p37"/>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37"/>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36" name="Google Shape;2236;p37"/>
            <p:cNvGrpSpPr/>
            <p:nvPr/>
          </p:nvGrpSpPr>
          <p:grpSpPr>
            <a:xfrm>
              <a:off x="2221011" y="1690034"/>
              <a:ext cx="145774" cy="176564"/>
              <a:chOff x="2221011" y="1690034"/>
              <a:chExt cx="145774" cy="176564"/>
            </a:xfrm>
          </p:grpSpPr>
          <p:sp>
            <p:nvSpPr>
              <p:cNvPr id="2237" name="Google Shape;2237;p37"/>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37"/>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37"/>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37"/>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37"/>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37"/>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3" name="Google Shape;2243;p37"/>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37"/>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37"/>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37"/>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37"/>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37"/>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37"/>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37"/>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37"/>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37"/>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37"/>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37"/>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37"/>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37"/>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37"/>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37"/>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37"/>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37"/>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37"/>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37"/>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37"/>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37"/>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37"/>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37"/>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37"/>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37"/>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37"/>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37"/>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37"/>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37"/>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37"/>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37"/>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37"/>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37"/>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37"/>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37"/>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37"/>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0" name="Google Shape;2280;p37"/>
            <p:cNvGrpSpPr/>
            <p:nvPr/>
          </p:nvGrpSpPr>
          <p:grpSpPr>
            <a:xfrm>
              <a:off x="1465595" y="3598408"/>
              <a:ext cx="413761" cy="207312"/>
              <a:chOff x="1465595" y="3598408"/>
              <a:chExt cx="413761" cy="207312"/>
            </a:xfrm>
          </p:grpSpPr>
          <p:sp>
            <p:nvSpPr>
              <p:cNvPr id="2281" name="Google Shape;2281;p37"/>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37"/>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37"/>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37"/>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37"/>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37"/>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7" name="Google Shape;2287;p37"/>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37"/>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37"/>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37"/>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37"/>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2" name="Google Shape;2292;p37"/>
          <p:cNvGrpSpPr/>
          <p:nvPr/>
        </p:nvGrpSpPr>
        <p:grpSpPr>
          <a:xfrm rot="6649416">
            <a:off x="544427" y="1769738"/>
            <a:ext cx="1233837" cy="412281"/>
            <a:chOff x="6846642" y="4551936"/>
            <a:chExt cx="1233810" cy="412272"/>
          </a:xfrm>
        </p:grpSpPr>
        <p:sp>
          <p:nvSpPr>
            <p:cNvPr id="2293" name="Google Shape;2293;p37"/>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37"/>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37"/>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37"/>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37"/>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37"/>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37"/>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37"/>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37"/>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37"/>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37"/>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37"/>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8" name="Shape 2308"/>
        <p:cNvGrpSpPr/>
        <p:nvPr/>
      </p:nvGrpSpPr>
      <p:grpSpPr>
        <a:xfrm>
          <a:off x="0" y="0"/>
          <a:ext cx="0" cy="0"/>
          <a:chOff x="0" y="0"/>
          <a:chExt cx="0" cy="0"/>
        </a:xfrm>
      </p:grpSpPr>
      <p:sp>
        <p:nvSpPr>
          <p:cNvPr id="2309" name="Google Shape;2309;p38"/>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2310" name="Google Shape;2310;p38"/>
          <p:cNvSpPr txBox="1"/>
          <p:nvPr>
            <p:ph idx="1" type="subTitle"/>
          </p:nvPr>
        </p:nvSpPr>
        <p:spPr>
          <a:xfrm>
            <a:off x="3200400" y="1487500"/>
            <a:ext cx="5829000" cy="3259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Household table populated with a new household, User table populated with data for </a:t>
            </a:r>
            <a:r>
              <a:rPr lang="en" sz="1800"/>
              <a:t>Artichoke, Bart, Chad, and Green</a:t>
            </a:r>
            <a:endParaRPr sz="1800"/>
          </a:p>
          <a:p>
            <a:pPr indent="0" lvl="0" marL="0" rtl="0" algn="l">
              <a:spcBef>
                <a:spcPts val="1600"/>
              </a:spcBef>
              <a:spcAft>
                <a:spcPts val="0"/>
              </a:spcAft>
              <a:buNone/>
            </a:pPr>
            <a:r>
              <a:rPr lang="en" sz="1800"/>
              <a:t>Populate bills/debts tables with the following data:</a:t>
            </a:r>
            <a:endParaRPr sz="1800"/>
          </a:p>
          <a:p>
            <a:pPr indent="-342900" lvl="0" marL="457200" rtl="0" algn="l">
              <a:spcBef>
                <a:spcPts val="0"/>
              </a:spcBef>
              <a:spcAft>
                <a:spcPts val="0"/>
              </a:spcAft>
              <a:buSzPts val="1800"/>
              <a:buFont typeface="Assistant"/>
              <a:buChar char="-"/>
            </a:pPr>
            <a:r>
              <a:rPr b="1" lang="en" sz="1800">
                <a:latin typeface="Roboto Mono"/>
                <a:ea typeface="Roboto Mono"/>
                <a:cs typeface="Roboto Mono"/>
                <a:sym typeface="Roboto Mono"/>
              </a:rPr>
              <a:t>B1</a:t>
            </a:r>
            <a:r>
              <a:rPr b="1" lang="en" sz="1800"/>
              <a:t> </a:t>
            </a:r>
            <a:r>
              <a:rPr lang="en" sz="1800"/>
              <a:t>(Bill 1)</a:t>
            </a:r>
            <a:endParaRPr sz="1800"/>
          </a:p>
          <a:p>
            <a:pPr indent="-342900" lvl="1" marL="914400" rtl="0" algn="l">
              <a:spcBef>
                <a:spcPts val="0"/>
              </a:spcBef>
              <a:spcAft>
                <a:spcPts val="0"/>
              </a:spcAft>
              <a:buSzPts val="1800"/>
              <a:buFont typeface="Assistant"/>
              <a:buChar char="-"/>
            </a:pPr>
            <a:r>
              <a:rPr lang="en" sz="1800">
                <a:latin typeface="Assistant"/>
                <a:ea typeface="Assistant"/>
                <a:cs typeface="Assistant"/>
                <a:sym typeface="Assistant"/>
              </a:rPr>
              <a:t>Creator: Artichoke</a:t>
            </a:r>
            <a:endParaRPr sz="1800">
              <a:latin typeface="Assistant"/>
              <a:ea typeface="Assistant"/>
              <a:cs typeface="Assistant"/>
              <a:sym typeface="Assistant"/>
            </a:endParaRPr>
          </a:p>
          <a:p>
            <a:pPr indent="-342900" lvl="1" marL="914400" rtl="0" algn="l">
              <a:spcBef>
                <a:spcPts val="0"/>
              </a:spcBef>
              <a:spcAft>
                <a:spcPts val="0"/>
              </a:spcAft>
              <a:buSzPts val="1800"/>
              <a:buFont typeface="Assistant"/>
              <a:buChar char="-"/>
            </a:pPr>
            <a:r>
              <a:rPr lang="en" sz="1800">
                <a:latin typeface="Assistant"/>
                <a:ea typeface="Assistant"/>
                <a:cs typeface="Assistant"/>
                <a:sym typeface="Assistant"/>
              </a:rPr>
              <a:t>Debtors: Green</a:t>
            </a:r>
            <a:endParaRPr sz="1800">
              <a:latin typeface="Assistant"/>
              <a:ea typeface="Assistant"/>
              <a:cs typeface="Assistant"/>
              <a:sym typeface="Assistant"/>
            </a:endParaRPr>
          </a:p>
          <a:p>
            <a:pPr indent="-342900" lvl="0" marL="457200" rtl="0" algn="l">
              <a:spcBef>
                <a:spcPts val="0"/>
              </a:spcBef>
              <a:spcAft>
                <a:spcPts val="0"/>
              </a:spcAft>
              <a:buSzPts val="1800"/>
              <a:buFont typeface="Assistant"/>
              <a:buChar char="-"/>
            </a:pPr>
            <a:r>
              <a:rPr b="1" lang="en" sz="1800">
                <a:latin typeface="Roboto Mono"/>
                <a:ea typeface="Roboto Mono"/>
                <a:cs typeface="Roboto Mono"/>
                <a:sym typeface="Roboto Mono"/>
              </a:rPr>
              <a:t>B2</a:t>
            </a:r>
            <a:r>
              <a:rPr b="1" lang="en" sz="1800"/>
              <a:t> </a:t>
            </a:r>
            <a:r>
              <a:rPr lang="en" sz="1800"/>
              <a:t>(Bill 2)</a:t>
            </a:r>
            <a:endParaRPr sz="1800"/>
          </a:p>
          <a:p>
            <a:pPr indent="-342900" lvl="1" marL="914400" rtl="0" algn="l">
              <a:spcBef>
                <a:spcPts val="0"/>
              </a:spcBef>
              <a:spcAft>
                <a:spcPts val="0"/>
              </a:spcAft>
              <a:buSzPts val="1800"/>
              <a:buFont typeface="Assistant"/>
              <a:buChar char="-"/>
            </a:pPr>
            <a:r>
              <a:rPr lang="en" sz="1800">
                <a:latin typeface="Assistant"/>
                <a:ea typeface="Assistant"/>
                <a:cs typeface="Assistant"/>
                <a:sym typeface="Assistant"/>
              </a:rPr>
              <a:t>Creator: Bart</a:t>
            </a:r>
            <a:endParaRPr sz="1800">
              <a:latin typeface="Assistant"/>
              <a:ea typeface="Assistant"/>
              <a:cs typeface="Assistant"/>
              <a:sym typeface="Assistant"/>
            </a:endParaRPr>
          </a:p>
          <a:p>
            <a:pPr indent="-342900" lvl="1" marL="914400" rtl="0" algn="l">
              <a:spcBef>
                <a:spcPts val="0"/>
              </a:spcBef>
              <a:spcAft>
                <a:spcPts val="1600"/>
              </a:spcAft>
              <a:buSzPts val="1800"/>
              <a:buFont typeface="Assistant"/>
              <a:buChar char="-"/>
            </a:pPr>
            <a:r>
              <a:rPr lang="en" sz="1800">
                <a:latin typeface="Assistant"/>
                <a:ea typeface="Assistant"/>
                <a:cs typeface="Assistant"/>
                <a:sym typeface="Assistant"/>
              </a:rPr>
              <a:t>Debtors: Artichoke, Green</a:t>
            </a:r>
            <a:endParaRPr sz="1800">
              <a:latin typeface="Assistant"/>
              <a:ea typeface="Assistant"/>
              <a:cs typeface="Assistant"/>
              <a:sym typeface="Assistant"/>
            </a:endParaRPr>
          </a:p>
        </p:txBody>
      </p:sp>
      <p:sp>
        <p:nvSpPr>
          <p:cNvPr id="2311" name="Google Shape;2311;p38"/>
          <p:cNvSpPr txBox="1"/>
          <p:nvPr>
            <p:ph idx="2" type="subTitle"/>
          </p:nvPr>
        </p:nvSpPr>
        <p:spPr>
          <a:xfrm>
            <a:off x="3195151" y="1017725"/>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getBills</a:t>
            </a:r>
            <a:endParaRPr/>
          </a:p>
        </p:txBody>
      </p:sp>
      <p:grpSp>
        <p:nvGrpSpPr>
          <p:cNvPr id="2312" name="Google Shape;2312;p38"/>
          <p:cNvGrpSpPr/>
          <p:nvPr/>
        </p:nvGrpSpPr>
        <p:grpSpPr>
          <a:xfrm>
            <a:off x="807889" y="4214230"/>
            <a:ext cx="773154" cy="349422"/>
            <a:chOff x="6892614" y="3632855"/>
            <a:chExt cx="773154" cy="349422"/>
          </a:xfrm>
        </p:grpSpPr>
        <p:sp>
          <p:nvSpPr>
            <p:cNvPr id="2313" name="Google Shape;2313;p38"/>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38"/>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5" name="Google Shape;2315;p38"/>
          <p:cNvGrpSpPr/>
          <p:nvPr/>
        </p:nvGrpSpPr>
        <p:grpSpPr>
          <a:xfrm>
            <a:off x="1369233" y="1528909"/>
            <a:ext cx="1421872" cy="2347227"/>
            <a:chOff x="1369233" y="1528909"/>
            <a:chExt cx="1421872" cy="2347227"/>
          </a:xfrm>
        </p:grpSpPr>
        <p:sp>
          <p:nvSpPr>
            <p:cNvPr id="2316" name="Google Shape;2316;p38"/>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38"/>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38"/>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38"/>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38"/>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1" name="Google Shape;2321;p38"/>
            <p:cNvGrpSpPr/>
            <p:nvPr/>
          </p:nvGrpSpPr>
          <p:grpSpPr>
            <a:xfrm>
              <a:off x="1651805" y="3259999"/>
              <a:ext cx="133634" cy="95558"/>
              <a:chOff x="1651805" y="3259999"/>
              <a:chExt cx="133634" cy="95558"/>
            </a:xfrm>
          </p:grpSpPr>
          <p:sp>
            <p:nvSpPr>
              <p:cNvPr id="2322" name="Google Shape;2322;p38"/>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3" name="Google Shape;2323;p38"/>
              <p:cNvGrpSpPr/>
              <p:nvPr/>
            </p:nvGrpSpPr>
            <p:grpSpPr>
              <a:xfrm>
                <a:off x="1651805" y="3259999"/>
                <a:ext cx="133634" cy="88281"/>
                <a:chOff x="1651805" y="3259999"/>
                <a:chExt cx="133634" cy="88281"/>
              </a:xfrm>
            </p:grpSpPr>
            <p:sp>
              <p:nvSpPr>
                <p:cNvPr id="2324" name="Google Shape;2324;p38"/>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38"/>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38"/>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38"/>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38"/>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29" name="Google Shape;2329;p38"/>
            <p:cNvGrpSpPr/>
            <p:nvPr/>
          </p:nvGrpSpPr>
          <p:grpSpPr>
            <a:xfrm>
              <a:off x="1832347" y="2887538"/>
              <a:ext cx="133634" cy="95600"/>
              <a:chOff x="1832347" y="2887538"/>
              <a:chExt cx="133634" cy="95600"/>
            </a:xfrm>
          </p:grpSpPr>
          <p:sp>
            <p:nvSpPr>
              <p:cNvPr id="2330" name="Google Shape;2330;p38"/>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38"/>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38"/>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38"/>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38"/>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38"/>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6" name="Google Shape;2336;p38"/>
            <p:cNvGrpSpPr/>
            <p:nvPr/>
          </p:nvGrpSpPr>
          <p:grpSpPr>
            <a:xfrm>
              <a:off x="2284971" y="3263214"/>
              <a:ext cx="133634" cy="94797"/>
              <a:chOff x="2284971" y="3263214"/>
              <a:chExt cx="133634" cy="94797"/>
            </a:xfrm>
          </p:grpSpPr>
          <p:sp>
            <p:nvSpPr>
              <p:cNvPr id="2337" name="Google Shape;2337;p38"/>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38"/>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38"/>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38"/>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38"/>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38"/>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3" name="Google Shape;2343;p38"/>
            <p:cNvGrpSpPr/>
            <p:nvPr/>
          </p:nvGrpSpPr>
          <p:grpSpPr>
            <a:xfrm>
              <a:off x="2200749" y="2736945"/>
              <a:ext cx="133634" cy="94754"/>
              <a:chOff x="2200749" y="2736945"/>
              <a:chExt cx="133634" cy="94754"/>
            </a:xfrm>
          </p:grpSpPr>
          <p:sp>
            <p:nvSpPr>
              <p:cNvPr id="2344" name="Google Shape;2344;p38"/>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38"/>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38"/>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38"/>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38"/>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38"/>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50" name="Google Shape;2350;p38"/>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38"/>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38"/>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38"/>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38"/>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38"/>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38"/>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38"/>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38"/>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38"/>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38"/>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38"/>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38"/>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38"/>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38"/>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38"/>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38"/>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38"/>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38"/>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38"/>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38"/>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38"/>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38"/>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38"/>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38"/>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38"/>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38"/>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38"/>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38"/>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38"/>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38"/>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38"/>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38"/>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38"/>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38"/>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38"/>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38"/>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38"/>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88" name="Google Shape;2388;p38"/>
            <p:cNvGrpSpPr/>
            <p:nvPr/>
          </p:nvGrpSpPr>
          <p:grpSpPr>
            <a:xfrm>
              <a:off x="1619403" y="2607166"/>
              <a:ext cx="944927" cy="498223"/>
              <a:chOff x="1619403" y="2607166"/>
              <a:chExt cx="944927" cy="498223"/>
            </a:xfrm>
          </p:grpSpPr>
          <p:sp>
            <p:nvSpPr>
              <p:cNvPr id="2389" name="Google Shape;2389;p38"/>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38"/>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38"/>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38"/>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38"/>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38"/>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38"/>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38"/>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38"/>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38"/>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38"/>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38"/>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38"/>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38"/>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38"/>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38"/>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38"/>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8"/>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38"/>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38"/>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38"/>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38"/>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38"/>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38"/>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38"/>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38"/>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38"/>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38"/>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38"/>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38"/>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38"/>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38"/>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38"/>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38"/>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38"/>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38"/>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5" name="Google Shape;2425;p38"/>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38"/>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38"/>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38"/>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38"/>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38"/>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38"/>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38"/>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38"/>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38"/>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38"/>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38"/>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38"/>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8" name="Google Shape;2438;p38"/>
            <p:cNvGrpSpPr/>
            <p:nvPr/>
          </p:nvGrpSpPr>
          <p:grpSpPr>
            <a:xfrm>
              <a:off x="1710900" y="2125652"/>
              <a:ext cx="170098" cy="185443"/>
              <a:chOff x="1710900" y="2125652"/>
              <a:chExt cx="170098" cy="185443"/>
            </a:xfrm>
          </p:grpSpPr>
          <p:sp>
            <p:nvSpPr>
              <p:cNvPr id="2439" name="Google Shape;2439;p38"/>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38"/>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38"/>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2" name="Google Shape;2442;p38"/>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38"/>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38"/>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5" name="Google Shape;2445;p38"/>
            <p:cNvGrpSpPr/>
            <p:nvPr/>
          </p:nvGrpSpPr>
          <p:grpSpPr>
            <a:xfrm>
              <a:off x="2285774" y="2123198"/>
              <a:ext cx="170098" cy="185443"/>
              <a:chOff x="2285774" y="2123198"/>
              <a:chExt cx="170098" cy="185443"/>
            </a:xfrm>
          </p:grpSpPr>
          <p:sp>
            <p:nvSpPr>
              <p:cNvPr id="2446" name="Google Shape;2446;p38"/>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38"/>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38"/>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9" name="Google Shape;2449;p38"/>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38"/>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1" name="Google Shape;2451;p38"/>
            <p:cNvGrpSpPr/>
            <p:nvPr/>
          </p:nvGrpSpPr>
          <p:grpSpPr>
            <a:xfrm>
              <a:off x="2221011" y="1690034"/>
              <a:ext cx="145774" cy="176564"/>
              <a:chOff x="2221011" y="1690034"/>
              <a:chExt cx="145774" cy="176564"/>
            </a:xfrm>
          </p:grpSpPr>
          <p:sp>
            <p:nvSpPr>
              <p:cNvPr id="2452" name="Google Shape;2452;p38"/>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38"/>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38"/>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38"/>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38"/>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38"/>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8" name="Google Shape;2458;p38"/>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38"/>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38"/>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38"/>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38"/>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38"/>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38"/>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38"/>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38"/>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38"/>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38"/>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38"/>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38"/>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38"/>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38"/>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38"/>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38"/>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38"/>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38"/>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38"/>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38"/>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38"/>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38"/>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38"/>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38"/>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38"/>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38"/>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38"/>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38"/>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38"/>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38"/>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38"/>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38"/>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38"/>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38"/>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8"/>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38"/>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5" name="Google Shape;2495;p38"/>
            <p:cNvGrpSpPr/>
            <p:nvPr/>
          </p:nvGrpSpPr>
          <p:grpSpPr>
            <a:xfrm>
              <a:off x="1465595" y="3598408"/>
              <a:ext cx="413761" cy="207312"/>
              <a:chOff x="1465595" y="3598408"/>
              <a:chExt cx="413761" cy="207312"/>
            </a:xfrm>
          </p:grpSpPr>
          <p:sp>
            <p:nvSpPr>
              <p:cNvPr id="2496" name="Google Shape;2496;p38"/>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38"/>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38"/>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38"/>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38"/>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38"/>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02" name="Google Shape;2502;p38"/>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38"/>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38"/>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38"/>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38"/>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7" name="Google Shape;2507;p38"/>
          <p:cNvGrpSpPr/>
          <p:nvPr/>
        </p:nvGrpSpPr>
        <p:grpSpPr>
          <a:xfrm rot="6649416">
            <a:off x="544427" y="1769738"/>
            <a:ext cx="1233837" cy="412281"/>
            <a:chOff x="6846642" y="4551936"/>
            <a:chExt cx="1233810" cy="412272"/>
          </a:xfrm>
        </p:grpSpPr>
        <p:sp>
          <p:nvSpPr>
            <p:cNvPr id="2508" name="Google Shape;2508;p38"/>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38"/>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8"/>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38"/>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38"/>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8"/>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38"/>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38"/>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38"/>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38"/>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38"/>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38"/>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0" name="Google Shape;2520;p38"/>
          <p:cNvGrpSpPr/>
          <p:nvPr/>
        </p:nvGrpSpPr>
        <p:grpSpPr>
          <a:xfrm rot="-486688">
            <a:off x="7530274" y="848304"/>
            <a:ext cx="657412" cy="788796"/>
            <a:chOff x="4036318" y="3820178"/>
            <a:chExt cx="657409" cy="788792"/>
          </a:xfrm>
        </p:grpSpPr>
        <p:sp>
          <p:nvSpPr>
            <p:cNvPr id="2521" name="Google Shape;2521;p38"/>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38"/>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38"/>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38"/>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38"/>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38"/>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38"/>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1" name="Shape 2531"/>
        <p:cNvGrpSpPr/>
        <p:nvPr/>
      </p:nvGrpSpPr>
      <p:grpSpPr>
        <a:xfrm>
          <a:off x="0" y="0"/>
          <a:ext cx="0" cy="0"/>
          <a:chOff x="0" y="0"/>
          <a:chExt cx="0" cy="0"/>
        </a:xfrm>
      </p:grpSpPr>
      <p:sp>
        <p:nvSpPr>
          <p:cNvPr id="2532" name="Google Shape;2532;p39"/>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2533" name="Google Shape;2533;p39"/>
          <p:cNvSpPr txBox="1"/>
          <p:nvPr>
            <p:ph idx="1" type="subTitle"/>
          </p:nvPr>
        </p:nvSpPr>
        <p:spPr>
          <a:xfrm>
            <a:off x="3196800" y="1487500"/>
            <a:ext cx="4447500" cy="301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800"/>
              <a:t>Logged in member: </a:t>
            </a:r>
            <a:r>
              <a:rPr lang="en" sz="1800"/>
              <a:t>Artichoke</a:t>
            </a:r>
            <a:endParaRPr sz="1800"/>
          </a:p>
          <a:p>
            <a:pPr indent="0" lvl="0" marL="0" rtl="0" algn="l">
              <a:spcBef>
                <a:spcPts val="400"/>
              </a:spcBef>
              <a:spcAft>
                <a:spcPts val="0"/>
              </a:spcAft>
              <a:buNone/>
            </a:pPr>
            <a:r>
              <a:rPr lang="en" sz="1600">
                <a:latin typeface="Roboto Mono"/>
                <a:ea typeface="Roboto Mono"/>
                <a:cs typeface="Roboto Mono"/>
                <a:sym typeface="Roboto Mono"/>
              </a:rPr>
              <a:t>Household.getBills() </a:t>
            </a:r>
            <a:r>
              <a:rPr b="1" lang="en" sz="1600">
                <a:latin typeface="Roboto Mono"/>
                <a:ea typeface="Roboto Mono"/>
                <a:cs typeface="Roboto Mono"/>
                <a:sym typeface="Roboto Mono"/>
              </a:rPr>
              <a:t>→ </a:t>
            </a:r>
            <a:r>
              <a:rPr lang="en" sz="1600">
                <a:latin typeface="Roboto Mono"/>
                <a:ea typeface="Roboto Mono"/>
                <a:cs typeface="Roboto Mono"/>
                <a:sym typeface="Roboto Mono"/>
              </a:rPr>
              <a:t>[</a:t>
            </a:r>
            <a:r>
              <a:rPr b="1" lang="en" sz="1600">
                <a:latin typeface="Roboto Mono"/>
                <a:ea typeface="Roboto Mono"/>
                <a:cs typeface="Roboto Mono"/>
                <a:sym typeface="Roboto Mono"/>
              </a:rPr>
              <a:t>B1</a:t>
            </a:r>
            <a:r>
              <a:rPr lang="en" sz="1600">
                <a:latin typeface="Roboto Mono"/>
                <a:ea typeface="Roboto Mono"/>
                <a:cs typeface="Roboto Mono"/>
                <a:sym typeface="Roboto Mono"/>
              </a:rPr>
              <a:t>],</a:t>
            </a:r>
            <a:r>
              <a:rPr lang="en" sz="1600">
                <a:latin typeface="Roboto Mono"/>
                <a:ea typeface="Roboto Mono"/>
                <a:cs typeface="Roboto Mono"/>
                <a:sym typeface="Roboto Mono"/>
              </a:rPr>
              <a:t> </a:t>
            </a:r>
            <a:r>
              <a:rPr lang="en" sz="1600">
                <a:latin typeface="Roboto Mono"/>
                <a:ea typeface="Roboto Mono"/>
                <a:cs typeface="Roboto Mono"/>
                <a:sym typeface="Roboto Mono"/>
              </a:rPr>
              <a:t>[</a:t>
            </a:r>
            <a:r>
              <a:rPr b="1" lang="en" sz="1600">
                <a:latin typeface="Roboto Mono"/>
                <a:ea typeface="Roboto Mono"/>
                <a:cs typeface="Roboto Mono"/>
                <a:sym typeface="Roboto Mono"/>
              </a:rPr>
              <a:t>B2</a:t>
            </a:r>
            <a:r>
              <a:rPr lang="en" sz="1600">
                <a:latin typeface="Roboto Mono"/>
                <a:ea typeface="Roboto Mono"/>
                <a:cs typeface="Roboto Mono"/>
                <a:sym typeface="Roboto Mono"/>
              </a:rPr>
              <a:t>]</a:t>
            </a:r>
            <a:endParaRPr sz="1800"/>
          </a:p>
          <a:p>
            <a:pPr indent="0" lvl="0" marL="0" rtl="0" algn="l">
              <a:spcBef>
                <a:spcPts val="1800"/>
              </a:spcBef>
              <a:spcAft>
                <a:spcPts val="0"/>
              </a:spcAft>
              <a:buClr>
                <a:schemeClr val="dk1"/>
              </a:buClr>
              <a:buSzPts val="1100"/>
              <a:buFont typeface="Arial"/>
              <a:buNone/>
            </a:pPr>
            <a:r>
              <a:rPr i="1" lang="en" sz="1800"/>
              <a:t>Logged in member: </a:t>
            </a:r>
            <a:r>
              <a:rPr lang="en" sz="1800"/>
              <a:t>Bart</a:t>
            </a:r>
            <a:endParaRPr sz="1800"/>
          </a:p>
          <a:p>
            <a:pPr indent="0" lvl="0" marL="0" rtl="0" algn="l">
              <a:spcBef>
                <a:spcPts val="400"/>
              </a:spcBef>
              <a:spcAft>
                <a:spcPts val="0"/>
              </a:spcAft>
              <a:buNone/>
            </a:pPr>
            <a:r>
              <a:rPr lang="en" sz="1600">
                <a:latin typeface="Roboto Mono"/>
                <a:ea typeface="Roboto Mono"/>
                <a:cs typeface="Roboto Mono"/>
                <a:sym typeface="Roboto Mono"/>
              </a:rPr>
              <a:t>Household.getBills() </a:t>
            </a:r>
            <a:r>
              <a:rPr b="1" lang="en" sz="1600">
                <a:latin typeface="Roboto Mono"/>
                <a:ea typeface="Roboto Mono"/>
                <a:cs typeface="Roboto Mono"/>
                <a:sym typeface="Roboto Mono"/>
              </a:rPr>
              <a:t>→ </a:t>
            </a:r>
            <a:r>
              <a:rPr lang="en" sz="1600">
                <a:latin typeface="Roboto Mono"/>
                <a:ea typeface="Roboto Mono"/>
                <a:cs typeface="Roboto Mono"/>
                <a:sym typeface="Roboto Mono"/>
              </a:rPr>
              <a:t>[</a:t>
            </a:r>
            <a:r>
              <a:rPr b="1" lang="en" sz="1600">
                <a:latin typeface="Roboto Mono"/>
                <a:ea typeface="Roboto Mono"/>
                <a:cs typeface="Roboto Mono"/>
                <a:sym typeface="Roboto Mono"/>
              </a:rPr>
              <a:t>B2</a:t>
            </a:r>
            <a:r>
              <a:rPr lang="en" sz="1600">
                <a:latin typeface="Roboto Mono"/>
                <a:ea typeface="Roboto Mono"/>
                <a:cs typeface="Roboto Mono"/>
                <a:sym typeface="Roboto Mono"/>
              </a:rPr>
              <a:t>], []</a:t>
            </a:r>
            <a:endParaRPr sz="1800"/>
          </a:p>
          <a:p>
            <a:pPr indent="0" lvl="0" marL="0" rtl="0" algn="l">
              <a:spcBef>
                <a:spcPts val="1800"/>
              </a:spcBef>
              <a:spcAft>
                <a:spcPts val="0"/>
              </a:spcAft>
              <a:buNone/>
            </a:pPr>
            <a:r>
              <a:rPr i="1" lang="en" sz="1800"/>
              <a:t>Logged in member: </a:t>
            </a:r>
            <a:r>
              <a:rPr lang="en" sz="1800"/>
              <a:t>Chad</a:t>
            </a:r>
            <a:endParaRPr sz="1800"/>
          </a:p>
          <a:p>
            <a:pPr indent="0" lvl="0" marL="0" rtl="0" algn="l">
              <a:spcBef>
                <a:spcPts val="400"/>
              </a:spcBef>
              <a:spcAft>
                <a:spcPts val="0"/>
              </a:spcAft>
              <a:buNone/>
            </a:pPr>
            <a:r>
              <a:rPr lang="en" sz="1600">
                <a:latin typeface="Roboto Mono"/>
                <a:ea typeface="Roboto Mono"/>
                <a:cs typeface="Roboto Mono"/>
                <a:sym typeface="Roboto Mono"/>
              </a:rPr>
              <a:t>Household.getBills() </a:t>
            </a:r>
            <a:r>
              <a:rPr b="1" lang="en" sz="1600">
                <a:latin typeface="Roboto Mono"/>
                <a:ea typeface="Roboto Mono"/>
                <a:cs typeface="Roboto Mono"/>
                <a:sym typeface="Roboto Mono"/>
              </a:rPr>
              <a:t>→ </a:t>
            </a:r>
            <a:r>
              <a:rPr lang="en" sz="1600">
                <a:latin typeface="Roboto Mono"/>
                <a:ea typeface="Roboto Mono"/>
                <a:cs typeface="Roboto Mono"/>
                <a:sym typeface="Roboto Mono"/>
              </a:rPr>
              <a:t>[], []</a:t>
            </a:r>
            <a:endParaRPr sz="1800"/>
          </a:p>
          <a:p>
            <a:pPr indent="0" lvl="0" marL="0" rtl="0" algn="l">
              <a:spcBef>
                <a:spcPts val="1800"/>
              </a:spcBef>
              <a:spcAft>
                <a:spcPts val="0"/>
              </a:spcAft>
              <a:buNone/>
            </a:pPr>
            <a:r>
              <a:rPr i="1" lang="en" sz="1800"/>
              <a:t>Logged in member: </a:t>
            </a:r>
            <a:r>
              <a:rPr lang="en" sz="1800"/>
              <a:t>Green</a:t>
            </a:r>
            <a:endParaRPr sz="1800"/>
          </a:p>
          <a:p>
            <a:pPr indent="0" lvl="0" marL="0" rtl="0" algn="l">
              <a:spcBef>
                <a:spcPts val="400"/>
              </a:spcBef>
              <a:spcAft>
                <a:spcPts val="0"/>
              </a:spcAft>
              <a:buClr>
                <a:schemeClr val="dk1"/>
              </a:buClr>
              <a:buSzPts val="1100"/>
              <a:buFont typeface="Arial"/>
              <a:buNone/>
            </a:pPr>
            <a:r>
              <a:rPr lang="en" sz="1600">
                <a:latin typeface="Roboto Mono"/>
                <a:ea typeface="Roboto Mono"/>
                <a:cs typeface="Roboto Mono"/>
                <a:sym typeface="Roboto Mono"/>
              </a:rPr>
              <a:t>Household.getBills() </a:t>
            </a:r>
            <a:r>
              <a:rPr b="1" lang="en" sz="1600">
                <a:latin typeface="Roboto Mono"/>
                <a:ea typeface="Roboto Mono"/>
                <a:cs typeface="Roboto Mono"/>
                <a:sym typeface="Roboto Mono"/>
              </a:rPr>
              <a:t>→</a:t>
            </a:r>
            <a:r>
              <a:rPr lang="en" sz="1600">
                <a:latin typeface="Roboto Mono"/>
                <a:ea typeface="Roboto Mono"/>
                <a:cs typeface="Roboto Mono"/>
                <a:sym typeface="Roboto Mono"/>
              </a:rPr>
              <a:t> [], [</a:t>
            </a:r>
            <a:r>
              <a:rPr b="1" lang="en" sz="1600">
                <a:latin typeface="Roboto Mono"/>
                <a:ea typeface="Roboto Mono"/>
                <a:cs typeface="Roboto Mono"/>
                <a:sym typeface="Roboto Mono"/>
              </a:rPr>
              <a:t>B1, B2</a:t>
            </a:r>
            <a:r>
              <a:rPr lang="en" sz="1600">
                <a:latin typeface="Roboto Mono"/>
                <a:ea typeface="Roboto Mono"/>
                <a:cs typeface="Roboto Mono"/>
                <a:sym typeface="Roboto Mono"/>
              </a:rPr>
              <a:t>]</a:t>
            </a:r>
            <a:endParaRPr sz="1600">
              <a:latin typeface="Roboto Mono"/>
              <a:ea typeface="Roboto Mono"/>
              <a:cs typeface="Roboto Mono"/>
              <a:sym typeface="Roboto Mono"/>
            </a:endParaRPr>
          </a:p>
        </p:txBody>
      </p:sp>
      <p:sp>
        <p:nvSpPr>
          <p:cNvPr id="2534" name="Google Shape;2534;p39"/>
          <p:cNvSpPr txBox="1"/>
          <p:nvPr>
            <p:ph idx="2" type="subTitle"/>
          </p:nvPr>
        </p:nvSpPr>
        <p:spPr>
          <a:xfrm>
            <a:off x="3195151" y="1017725"/>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getBills</a:t>
            </a:r>
            <a:endParaRPr/>
          </a:p>
        </p:txBody>
      </p:sp>
      <p:grpSp>
        <p:nvGrpSpPr>
          <p:cNvPr id="2535" name="Google Shape;2535;p39"/>
          <p:cNvGrpSpPr/>
          <p:nvPr/>
        </p:nvGrpSpPr>
        <p:grpSpPr>
          <a:xfrm rot="-486688">
            <a:off x="7530274" y="848304"/>
            <a:ext cx="657412" cy="788796"/>
            <a:chOff x="4036318" y="3820178"/>
            <a:chExt cx="657409" cy="788792"/>
          </a:xfrm>
        </p:grpSpPr>
        <p:sp>
          <p:nvSpPr>
            <p:cNvPr id="2536" name="Google Shape;2536;p39"/>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39"/>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39"/>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39"/>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39"/>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39"/>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39"/>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3" name="Google Shape;2543;p39"/>
          <p:cNvGrpSpPr/>
          <p:nvPr/>
        </p:nvGrpSpPr>
        <p:grpSpPr>
          <a:xfrm>
            <a:off x="807889" y="4214230"/>
            <a:ext cx="773154" cy="349422"/>
            <a:chOff x="6892614" y="3632855"/>
            <a:chExt cx="773154" cy="349422"/>
          </a:xfrm>
        </p:grpSpPr>
        <p:sp>
          <p:nvSpPr>
            <p:cNvPr id="2544" name="Google Shape;2544;p39"/>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39"/>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6" name="Google Shape;2546;p39"/>
          <p:cNvGrpSpPr/>
          <p:nvPr/>
        </p:nvGrpSpPr>
        <p:grpSpPr>
          <a:xfrm>
            <a:off x="1369233" y="1528909"/>
            <a:ext cx="1421872" cy="2347227"/>
            <a:chOff x="1369233" y="1528909"/>
            <a:chExt cx="1421872" cy="2347227"/>
          </a:xfrm>
        </p:grpSpPr>
        <p:sp>
          <p:nvSpPr>
            <p:cNvPr id="2547" name="Google Shape;2547;p39"/>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39"/>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39"/>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39"/>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39"/>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52" name="Google Shape;2552;p39"/>
            <p:cNvGrpSpPr/>
            <p:nvPr/>
          </p:nvGrpSpPr>
          <p:grpSpPr>
            <a:xfrm>
              <a:off x="1651805" y="3259999"/>
              <a:ext cx="133634" cy="95558"/>
              <a:chOff x="1651805" y="3259999"/>
              <a:chExt cx="133634" cy="95558"/>
            </a:xfrm>
          </p:grpSpPr>
          <p:sp>
            <p:nvSpPr>
              <p:cNvPr id="2553" name="Google Shape;2553;p39"/>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54" name="Google Shape;2554;p39"/>
              <p:cNvGrpSpPr/>
              <p:nvPr/>
            </p:nvGrpSpPr>
            <p:grpSpPr>
              <a:xfrm>
                <a:off x="1651805" y="3259999"/>
                <a:ext cx="133634" cy="88281"/>
                <a:chOff x="1651805" y="3259999"/>
                <a:chExt cx="133634" cy="88281"/>
              </a:xfrm>
            </p:grpSpPr>
            <p:sp>
              <p:nvSpPr>
                <p:cNvPr id="2555" name="Google Shape;2555;p39"/>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39"/>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39"/>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39"/>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39"/>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60" name="Google Shape;2560;p39"/>
            <p:cNvGrpSpPr/>
            <p:nvPr/>
          </p:nvGrpSpPr>
          <p:grpSpPr>
            <a:xfrm>
              <a:off x="1832347" y="2887538"/>
              <a:ext cx="133634" cy="95600"/>
              <a:chOff x="1832347" y="2887538"/>
              <a:chExt cx="133634" cy="95600"/>
            </a:xfrm>
          </p:grpSpPr>
          <p:sp>
            <p:nvSpPr>
              <p:cNvPr id="2561" name="Google Shape;2561;p39"/>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39"/>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39"/>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39"/>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39"/>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39"/>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7" name="Google Shape;2567;p39"/>
            <p:cNvGrpSpPr/>
            <p:nvPr/>
          </p:nvGrpSpPr>
          <p:grpSpPr>
            <a:xfrm>
              <a:off x="2284971" y="3263214"/>
              <a:ext cx="133634" cy="94797"/>
              <a:chOff x="2284971" y="3263214"/>
              <a:chExt cx="133634" cy="94797"/>
            </a:xfrm>
          </p:grpSpPr>
          <p:sp>
            <p:nvSpPr>
              <p:cNvPr id="2568" name="Google Shape;2568;p39"/>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39"/>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39"/>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39"/>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39"/>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39"/>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4" name="Google Shape;2574;p39"/>
            <p:cNvGrpSpPr/>
            <p:nvPr/>
          </p:nvGrpSpPr>
          <p:grpSpPr>
            <a:xfrm>
              <a:off x="2200749" y="2736945"/>
              <a:ext cx="133634" cy="94754"/>
              <a:chOff x="2200749" y="2736945"/>
              <a:chExt cx="133634" cy="94754"/>
            </a:xfrm>
          </p:grpSpPr>
          <p:sp>
            <p:nvSpPr>
              <p:cNvPr id="2575" name="Google Shape;2575;p39"/>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39"/>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39"/>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39"/>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39"/>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39"/>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81" name="Google Shape;2581;p39"/>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39"/>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39"/>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39"/>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39"/>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39"/>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39"/>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39"/>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39"/>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39"/>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39"/>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39"/>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39"/>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39"/>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39"/>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39"/>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39"/>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39"/>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39"/>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39"/>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39"/>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39"/>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39"/>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39"/>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39"/>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39"/>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39"/>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39"/>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39"/>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39"/>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39"/>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39"/>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39"/>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39"/>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39"/>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39"/>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39"/>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39"/>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9" name="Google Shape;2619;p39"/>
            <p:cNvGrpSpPr/>
            <p:nvPr/>
          </p:nvGrpSpPr>
          <p:grpSpPr>
            <a:xfrm>
              <a:off x="1619403" y="2607166"/>
              <a:ext cx="944927" cy="498223"/>
              <a:chOff x="1619403" y="2607166"/>
              <a:chExt cx="944927" cy="498223"/>
            </a:xfrm>
          </p:grpSpPr>
          <p:sp>
            <p:nvSpPr>
              <p:cNvPr id="2620" name="Google Shape;2620;p39"/>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39"/>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39"/>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39"/>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39"/>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39"/>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39"/>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39"/>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39"/>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39"/>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39"/>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39"/>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39"/>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39"/>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39"/>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39"/>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39"/>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39"/>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39"/>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39"/>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39"/>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39"/>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39"/>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39"/>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39"/>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39"/>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39"/>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39"/>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39"/>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39"/>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39"/>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39"/>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39"/>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39"/>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39"/>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39"/>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56" name="Google Shape;2656;p39"/>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39"/>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39"/>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39"/>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39"/>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39"/>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39"/>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39"/>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39"/>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39"/>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39"/>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39"/>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39"/>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69" name="Google Shape;2669;p39"/>
            <p:cNvGrpSpPr/>
            <p:nvPr/>
          </p:nvGrpSpPr>
          <p:grpSpPr>
            <a:xfrm>
              <a:off x="1710900" y="2125652"/>
              <a:ext cx="170098" cy="185443"/>
              <a:chOff x="1710900" y="2125652"/>
              <a:chExt cx="170098" cy="185443"/>
            </a:xfrm>
          </p:grpSpPr>
          <p:sp>
            <p:nvSpPr>
              <p:cNvPr id="2670" name="Google Shape;2670;p39"/>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39"/>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39"/>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73" name="Google Shape;2673;p39"/>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39"/>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39"/>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76" name="Google Shape;2676;p39"/>
            <p:cNvGrpSpPr/>
            <p:nvPr/>
          </p:nvGrpSpPr>
          <p:grpSpPr>
            <a:xfrm>
              <a:off x="2285774" y="2123198"/>
              <a:ext cx="170098" cy="185443"/>
              <a:chOff x="2285774" y="2123198"/>
              <a:chExt cx="170098" cy="185443"/>
            </a:xfrm>
          </p:grpSpPr>
          <p:sp>
            <p:nvSpPr>
              <p:cNvPr id="2677" name="Google Shape;2677;p39"/>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39"/>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39"/>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0" name="Google Shape;2680;p39"/>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39"/>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82" name="Google Shape;2682;p39"/>
            <p:cNvGrpSpPr/>
            <p:nvPr/>
          </p:nvGrpSpPr>
          <p:grpSpPr>
            <a:xfrm>
              <a:off x="2221011" y="1690034"/>
              <a:ext cx="145774" cy="176564"/>
              <a:chOff x="2221011" y="1690034"/>
              <a:chExt cx="145774" cy="176564"/>
            </a:xfrm>
          </p:grpSpPr>
          <p:sp>
            <p:nvSpPr>
              <p:cNvPr id="2683" name="Google Shape;2683;p39"/>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39"/>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39"/>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39"/>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39"/>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39"/>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9" name="Google Shape;2689;p39"/>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39"/>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39"/>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39"/>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39"/>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39"/>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39"/>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39"/>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39"/>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39"/>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39"/>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39"/>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39"/>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39"/>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39"/>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39"/>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39"/>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39"/>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39"/>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39"/>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39"/>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39"/>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39"/>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39"/>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39"/>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39"/>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39"/>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39"/>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39"/>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39"/>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39"/>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39"/>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39"/>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39"/>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39"/>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39"/>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39"/>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6" name="Google Shape;2726;p39"/>
            <p:cNvGrpSpPr/>
            <p:nvPr/>
          </p:nvGrpSpPr>
          <p:grpSpPr>
            <a:xfrm>
              <a:off x="1465595" y="3598408"/>
              <a:ext cx="413761" cy="207312"/>
              <a:chOff x="1465595" y="3598408"/>
              <a:chExt cx="413761" cy="207312"/>
            </a:xfrm>
          </p:grpSpPr>
          <p:sp>
            <p:nvSpPr>
              <p:cNvPr id="2727" name="Google Shape;2727;p39"/>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39"/>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39"/>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39"/>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39"/>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39"/>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33" name="Google Shape;2733;p39"/>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39"/>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39"/>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39"/>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39"/>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8" name="Google Shape;2738;p39"/>
          <p:cNvGrpSpPr/>
          <p:nvPr/>
        </p:nvGrpSpPr>
        <p:grpSpPr>
          <a:xfrm rot="6649416">
            <a:off x="544427" y="1769738"/>
            <a:ext cx="1233837" cy="412281"/>
            <a:chOff x="6846642" y="4551936"/>
            <a:chExt cx="1233810" cy="412272"/>
          </a:xfrm>
        </p:grpSpPr>
        <p:sp>
          <p:nvSpPr>
            <p:cNvPr id="2739" name="Google Shape;2739;p39"/>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39"/>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39"/>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39"/>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39"/>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39"/>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39"/>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39"/>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39"/>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39"/>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39"/>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39"/>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4" name="Shape 2754"/>
        <p:cNvGrpSpPr/>
        <p:nvPr/>
      </p:nvGrpSpPr>
      <p:grpSpPr>
        <a:xfrm>
          <a:off x="0" y="0"/>
          <a:ext cx="0" cy="0"/>
          <a:chOff x="0" y="0"/>
          <a:chExt cx="0" cy="0"/>
        </a:xfrm>
      </p:grpSpPr>
      <p:sp>
        <p:nvSpPr>
          <p:cNvPr id="2755" name="Google Shape;2755;p40"/>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2756" name="Google Shape;2756;p40"/>
          <p:cNvSpPr txBox="1"/>
          <p:nvPr>
            <p:ph idx="1" type="subTitle"/>
          </p:nvPr>
        </p:nvSpPr>
        <p:spPr>
          <a:xfrm>
            <a:off x="3191250" y="1535084"/>
            <a:ext cx="4494900" cy="3045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800"/>
              <a:t>Household table populated with same household, User table populated with data for Artichoke, Bart, Chad, and Green</a:t>
            </a:r>
            <a:endParaRPr sz="1800"/>
          </a:p>
          <a:p>
            <a:pPr indent="0" lvl="0" marL="0" rtl="0" algn="l">
              <a:spcBef>
                <a:spcPts val="1600"/>
              </a:spcBef>
              <a:spcAft>
                <a:spcPts val="0"/>
              </a:spcAft>
              <a:buClr>
                <a:schemeClr val="dk1"/>
              </a:buClr>
              <a:buSzPts val="1100"/>
              <a:buFont typeface="Arial"/>
              <a:buNone/>
            </a:pPr>
            <a:r>
              <a:rPr lang="en" sz="1800"/>
              <a:t>We populate the Bills/debts tables with the same data:</a:t>
            </a:r>
            <a:endParaRPr sz="1800"/>
          </a:p>
          <a:p>
            <a:pPr indent="-342900" lvl="0" marL="457200" rtl="0" algn="l">
              <a:lnSpc>
                <a:spcPct val="115000"/>
              </a:lnSpc>
              <a:spcBef>
                <a:spcPts val="1200"/>
              </a:spcBef>
              <a:spcAft>
                <a:spcPts val="0"/>
              </a:spcAft>
              <a:buSzPts val="1800"/>
              <a:buChar char="-"/>
            </a:pPr>
            <a:r>
              <a:rPr b="1" lang="en" sz="1800"/>
              <a:t>B1 </a:t>
            </a:r>
            <a:r>
              <a:rPr lang="en" sz="1800"/>
              <a:t>(Bill 1)</a:t>
            </a:r>
            <a:endParaRPr b="1" sz="1800"/>
          </a:p>
          <a:p>
            <a:pPr indent="-342900" lvl="1" marL="914400" marR="0" rtl="0" algn="l">
              <a:lnSpc>
                <a:spcPct val="100000"/>
              </a:lnSpc>
              <a:spcBef>
                <a:spcPts val="0"/>
              </a:spcBef>
              <a:spcAft>
                <a:spcPts val="0"/>
              </a:spcAft>
              <a:buSzPts val="1800"/>
              <a:buFont typeface="Assistant"/>
              <a:buChar char="-"/>
            </a:pPr>
            <a:r>
              <a:rPr lang="en" sz="1800">
                <a:latin typeface="Assistant"/>
                <a:ea typeface="Assistant"/>
                <a:cs typeface="Assistant"/>
                <a:sym typeface="Assistant"/>
              </a:rPr>
              <a:t>Creator: Artichoke</a:t>
            </a:r>
            <a:endParaRPr sz="1800">
              <a:latin typeface="Assistant"/>
              <a:ea typeface="Assistant"/>
              <a:cs typeface="Assistant"/>
              <a:sym typeface="Assistant"/>
            </a:endParaRPr>
          </a:p>
          <a:p>
            <a:pPr indent="-342900" lvl="1" marL="914400" marR="0" rtl="0" algn="l">
              <a:lnSpc>
                <a:spcPct val="100000"/>
              </a:lnSpc>
              <a:spcBef>
                <a:spcPts val="0"/>
              </a:spcBef>
              <a:spcAft>
                <a:spcPts val="0"/>
              </a:spcAft>
              <a:buSzPts val="1800"/>
              <a:buFont typeface="Assistant"/>
              <a:buChar char="-"/>
            </a:pPr>
            <a:r>
              <a:rPr lang="en" sz="1800">
                <a:latin typeface="Assistant"/>
                <a:ea typeface="Assistant"/>
                <a:cs typeface="Assistant"/>
                <a:sym typeface="Assistant"/>
              </a:rPr>
              <a:t>Debtors: Green</a:t>
            </a:r>
            <a:endParaRPr sz="1800"/>
          </a:p>
          <a:p>
            <a:pPr indent="-342900" lvl="0" marL="457200" rtl="0" algn="l">
              <a:lnSpc>
                <a:spcPct val="115000"/>
              </a:lnSpc>
              <a:spcBef>
                <a:spcPts val="0"/>
              </a:spcBef>
              <a:spcAft>
                <a:spcPts val="0"/>
              </a:spcAft>
              <a:buSzPts val="1800"/>
              <a:buChar char="-"/>
            </a:pPr>
            <a:r>
              <a:rPr b="1" lang="en" sz="1800"/>
              <a:t>B2 </a:t>
            </a:r>
            <a:r>
              <a:rPr lang="en" sz="1800"/>
              <a:t>(Bill 2)</a:t>
            </a:r>
            <a:endParaRPr sz="1800"/>
          </a:p>
          <a:p>
            <a:pPr indent="-342900" lvl="1" marL="914400" marR="0" rtl="0" algn="l">
              <a:lnSpc>
                <a:spcPct val="100000"/>
              </a:lnSpc>
              <a:spcBef>
                <a:spcPts val="0"/>
              </a:spcBef>
              <a:spcAft>
                <a:spcPts val="0"/>
              </a:spcAft>
              <a:buSzPts val="1800"/>
              <a:buFont typeface="Assistant"/>
              <a:buChar char="-"/>
            </a:pPr>
            <a:r>
              <a:rPr lang="en" sz="1800">
                <a:latin typeface="Assistant"/>
                <a:ea typeface="Assistant"/>
                <a:cs typeface="Assistant"/>
                <a:sym typeface="Assistant"/>
              </a:rPr>
              <a:t>Creator: Bart</a:t>
            </a:r>
            <a:endParaRPr sz="1800">
              <a:latin typeface="Assistant"/>
              <a:ea typeface="Assistant"/>
              <a:cs typeface="Assistant"/>
              <a:sym typeface="Assistant"/>
            </a:endParaRPr>
          </a:p>
          <a:p>
            <a:pPr indent="-342900" lvl="1" marL="914400" marR="0" rtl="0" algn="l">
              <a:lnSpc>
                <a:spcPct val="100000"/>
              </a:lnSpc>
              <a:spcBef>
                <a:spcPts val="0"/>
              </a:spcBef>
              <a:spcAft>
                <a:spcPts val="0"/>
              </a:spcAft>
              <a:buSzPts val="1800"/>
              <a:buFont typeface="Assistant"/>
              <a:buChar char="-"/>
            </a:pPr>
            <a:r>
              <a:rPr lang="en" sz="1800">
                <a:latin typeface="Assistant"/>
                <a:ea typeface="Assistant"/>
                <a:cs typeface="Assistant"/>
                <a:sym typeface="Assistant"/>
              </a:rPr>
              <a:t>Debtors: Artichoke, Green</a:t>
            </a:r>
            <a:endParaRPr sz="1600"/>
          </a:p>
        </p:txBody>
      </p:sp>
      <p:sp>
        <p:nvSpPr>
          <p:cNvPr id="2757" name="Google Shape;2757;p40"/>
          <p:cNvSpPr txBox="1"/>
          <p:nvPr>
            <p:ph idx="2" type="subTitle"/>
          </p:nvPr>
        </p:nvSpPr>
        <p:spPr>
          <a:xfrm>
            <a:off x="3191257" y="1014984"/>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getBillsByPerson</a:t>
            </a:r>
            <a:endParaRPr/>
          </a:p>
        </p:txBody>
      </p:sp>
      <p:grpSp>
        <p:nvGrpSpPr>
          <p:cNvPr id="2758" name="Google Shape;2758;p40"/>
          <p:cNvGrpSpPr/>
          <p:nvPr/>
        </p:nvGrpSpPr>
        <p:grpSpPr>
          <a:xfrm>
            <a:off x="807889" y="4214230"/>
            <a:ext cx="773154" cy="349422"/>
            <a:chOff x="6892614" y="3632855"/>
            <a:chExt cx="773154" cy="349422"/>
          </a:xfrm>
        </p:grpSpPr>
        <p:sp>
          <p:nvSpPr>
            <p:cNvPr id="2759" name="Google Shape;2759;p40"/>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40"/>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1" name="Google Shape;2761;p40"/>
          <p:cNvGrpSpPr/>
          <p:nvPr/>
        </p:nvGrpSpPr>
        <p:grpSpPr>
          <a:xfrm>
            <a:off x="1369233" y="1528909"/>
            <a:ext cx="1421872" cy="2347227"/>
            <a:chOff x="1369233" y="1528909"/>
            <a:chExt cx="1421872" cy="2347227"/>
          </a:xfrm>
        </p:grpSpPr>
        <p:sp>
          <p:nvSpPr>
            <p:cNvPr id="2762" name="Google Shape;2762;p40"/>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40"/>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40"/>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40"/>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40"/>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7" name="Google Shape;2767;p40"/>
            <p:cNvGrpSpPr/>
            <p:nvPr/>
          </p:nvGrpSpPr>
          <p:grpSpPr>
            <a:xfrm>
              <a:off x="1651805" y="3259999"/>
              <a:ext cx="133634" cy="95558"/>
              <a:chOff x="1651805" y="3259999"/>
              <a:chExt cx="133634" cy="95558"/>
            </a:xfrm>
          </p:grpSpPr>
          <p:sp>
            <p:nvSpPr>
              <p:cNvPr id="2768" name="Google Shape;2768;p40"/>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9" name="Google Shape;2769;p40"/>
              <p:cNvGrpSpPr/>
              <p:nvPr/>
            </p:nvGrpSpPr>
            <p:grpSpPr>
              <a:xfrm>
                <a:off x="1651805" y="3259999"/>
                <a:ext cx="133634" cy="88281"/>
                <a:chOff x="1651805" y="3259999"/>
                <a:chExt cx="133634" cy="88281"/>
              </a:xfrm>
            </p:grpSpPr>
            <p:sp>
              <p:nvSpPr>
                <p:cNvPr id="2770" name="Google Shape;2770;p40"/>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0"/>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40"/>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0"/>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40"/>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75" name="Google Shape;2775;p40"/>
            <p:cNvGrpSpPr/>
            <p:nvPr/>
          </p:nvGrpSpPr>
          <p:grpSpPr>
            <a:xfrm>
              <a:off x="1832347" y="2887538"/>
              <a:ext cx="133634" cy="95600"/>
              <a:chOff x="1832347" y="2887538"/>
              <a:chExt cx="133634" cy="95600"/>
            </a:xfrm>
          </p:grpSpPr>
          <p:sp>
            <p:nvSpPr>
              <p:cNvPr id="2776" name="Google Shape;2776;p40"/>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0"/>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40"/>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40"/>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40"/>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40"/>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2" name="Google Shape;2782;p40"/>
            <p:cNvGrpSpPr/>
            <p:nvPr/>
          </p:nvGrpSpPr>
          <p:grpSpPr>
            <a:xfrm>
              <a:off x="2284971" y="3263214"/>
              <a:ext cx="133634" cy="94797"/>
              <a:chOff x="2284971" y="3263214"/>
              <a:chExt cx="133634" cy="94797"/>
            </a:xfrm>
          </p:grpSpPr>
          <p:sp>
            <p:nvSpPr>
              <p:cNvPr id="2783" name="Google Shape;2783;p40"/>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40"/>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40"/>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40"/>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40"/>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40"/>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9" name="Google Shape;2789;p40"/>
            <p:cNvGrpSpPr/>
            <p:nvPr/>
          </p:nvGrpSpPr>
          <p:grpSpPr>
            <a:xfrm>
              <a:off x="2200749" y="2736945"/>
              <a:ext cx="133634" cy="94754"/>
              <a:chOff x="2200749" y="2736945"/>
              <a:chExt cx="133634" cy="94754"/>
            </a:xfrm>
          </p:grpSpPr>
          <p:sp>
            <p:nvSpPr>
              <p:cNvPr id="2790" name="Google Shape;2790;p40"/>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40"/>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40"/>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40"/>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40"/>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40"/>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6" name="Google Shape;2796;p40"/>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40"/>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40"/>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40"/>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40"/>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40"/>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40"/>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40"/>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0"/>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0"/>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0"/>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40"/>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40"/>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40"/>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40"/>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40"/>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40"/>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40"/>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40"/>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40"/>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40"/>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40"/>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40"/>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0"/>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0"/>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0"/>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0"/>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0"/>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0"/>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0"/>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40"/>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40"/>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0"/>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0"/>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40"/>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0"/>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40"/>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40"/>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34" name="Google Shape;2834;p40"/>
            <p:cNvGrpSpPr/>
            <p:nvPr/>
          </p:nvGrpSpPr>
          <p:grpSpPr>
            <a:xfrm>
              <a:off x="1619403" y="2607166"/>
              <a:ext cx="944927" cy="498223"/>
              <a:chOff x="1619403" y="2607166"/>
              <a:chExt cx="944927" cy="498223"/>
            </a:xfrm>
          </p:grpSpPr>
          <p:sp>
            <p:nvSpPr>
              <p:cNvPr id="2835" name="Google Shape;2835;p40"/>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0"/>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40"/>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0"/>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0"/>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40"/>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40"/>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0"/>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40"/>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40"/>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40"/>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40"/>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40"/>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40"/>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40"/>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40"/>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40"/>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40"/>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40"/>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40"/>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40"/>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40"/>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40"/>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40"/>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40"/>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40"/>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40"/>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40"/>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40"/>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40"/>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40"/>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40"/>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40"/>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40"/>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40"/>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40"/>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71" name="Google Shape;2871;p40"/>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40"/>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40"/>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40"/>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40"/>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40"/>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40"/>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40"/>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40"/>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40"/>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40"/>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40"/>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40"/>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4" name="Google Shape;2884;p40"/>
            <p:cNvGrpSpPr/>
            <p:nvPr/>
          </p:nvGrpSpPr>
          <p:grpSpPr>
            <a:xfrm>
              <a:off x="1710900" y="2125652"/>
              <a:ext cx="170098" cy="185443"/>
              <a:chOff x="1710900" y="2125652"/>
              <a:chExt cx="170098" cy="185443"/>
            </a:xfrm>
          </p:grpSpPr>
          <p:sp>
            <p:nvSpPr>
              <p:cNvPr id="2885" name="Google Shape;2885;p40"/>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40"/>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40"/>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88" name="Google Shape;2888;p40"/>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40"/>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40"/>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1" name="Google Shape;2891;p40"/>
            <p:cNvGrpSpPr/>
            <p:nvPr/>
          </p:nvGrpSpPr>
          <p:grpSpPr>
            <a:xfrm>
              <a:off x="2285774" y="2123198"/>
              <a:ext cx="170098" cy="185443"/>
              <a:chOff x="2285774" y="2123198"/>
              <a:chExt cx="170098" cy="185443"/>
            </a:xfrm>
          </p:grpSpPr>
          <p:sp>
            <p:nvSpPr>
              <p:cNvPr id="2892" name="Google Shape;2892;p40"/>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40"/>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40"/>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5" name="Google Shape;2895;p40"/>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40"/>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7" name="Google Shape;2897;p40"/>
            <p:cNvGrpSpPr/>
            <p:nvPr/>
          </p:nvGrpSpPr>
          <p:grpSpPr>
            <a:xfrm>
              <a:off x="2221011" y="1690034"/>
              <a:ext cx="145774" cy="176564"/>
              <a:chOff x="2221011" y="1690034"/>
              <a:chExt cx="145774" cy="176564"/>
            </a:xfrm>
          </p:grpSpPr>
          <p:sp>
            <p:nvSpPr>
              <p:cNvPr id="2898" name="Google Shape;2898;p40"/>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40"/>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40"/>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40"/>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40"/>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40"/>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4" name="Google Shape;2904;p40"/>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40"/>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40"/>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40"/>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40"/>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40"/>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40"/>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40"/>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0"/>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40"/>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40"/>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40"/>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40"/>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40"/>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40"/>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40"/>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40"/>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40"/>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0"/>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40"/>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40"/>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0"/>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40"/>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40"/>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40"/>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40"/>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40"/>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0"/>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40"/>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40"/>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40"/>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40"/>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40"/>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40"/>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40"/>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0"/>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40"/>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1" name="Google Shape;2941;p40"/>
            <p:cNvGrpSpPr/>
            <p:nvPr/>
          </p:nvGrpSpPr>
          <p:grpSpPr>
            <a:xfrm>
              <a:off x="1465595" y="3598408"/>
              <a:ext cx="413761" cy="207312"/>
              <a:chOff x="1465595" y="3598408"/>
              <a:chExt cx="413761" cy="207312"/>
            </a:xfrm>
          </p:grpSpPr>
          <p:sp>
            <p:nvSpPr>
              <p:cNvPr id="2942" name="Google Shape;2942;p40"/>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40"/>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40"/>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40"/>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40"/>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40"/>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48" name="Google Shape;2948;p40"/>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40"/>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40"/>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40"/>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40"/>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3" name="Google Shape;2953;p40"/>
          <p:cNvGrpSpPr/>
          <p:nvPr/>
        </p:nvGrpSpPr>
        <p:grpSpPr>
          <a:xfrm rot="6649416">
            <a:off x="544427" y="1769738"/>
            <a:ext cx="1233837" cy="412281"/>
            <a:chOff x="6846642" y="4551936"/>
            <a:chExt cx="1233810" cy="412272"/>
          </a:xfrm>
        </p:grpSpPr>
        <p:sp>
          <p:nvSpPr>
            <p:cNvPr id="2954" name="Google Shape;2954;p40"/>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40"/>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40"/>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40"/>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40"/>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40"/>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40"/>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40"/>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40"/>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40"/>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40"/>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40"/>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6" name="Google Shape;2966;p40"/>
          <p:cNvGrpSpPr/>
          <p:nvPr/>
        </p:nvGrpSpPr>
        <p:grpSpPr>
          <a:xfrm rot="-486688">
            <a:off x="7530274" y="848304"/>
            <a:ext cx="657412" cy="788796"/>
            <a:chOff x="4036318" y="3820178"/>
            <a:chExt cx="657409" cy="788792"/>
          </a:xfrm>
        </p:grpSpPr>
        <p:sp>
          <p:nvSpPr>
            <p:cNvPr id="2967" name="Google Shape;2967;p40"/>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40"/>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40"/>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40"/>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40"/>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40"/>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40"/>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7" name="Shape 2977"/>
        <p:cNvGrpSpPr/>
        <p:nvPr/>
      </p:nvGrpSpPr>
      <p:grpSpPr>
        <a:xfrm>
          <a:off x="0" y="0"/>
          <a:ext cx="0" cy="0"/>
          <a:chOff x="0" y="0"/>
          <a:chExt cx="0" cy="0"/>
        </a:xfrm>
      </p:grpSpPr>
      <p:sp>
        <p:nvSpPr>
          <p:cNvPr id="2978" name="Google Shape;2978;p41"/>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2979" name="Google Shape;2979;p41"/>
          <p:cNvSpPr txBox="1"/>
          <p:nvPr>
            <p:ph idx="1" type="subTitle"/>
          </p:nvPr>
        </p:nvSpPr>
        <p:spPr>
          <a:xfrm>
            <a:off x="3195150" y="1536192"/>
            <a:ext cx="4979400" cy="321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 sz="1800"/>
              <a:t>Logged in member: </a:t>
            </a:r>
            <a:r>
              <a:rPr lang="en" sz="1800"/>
              <a:t>Artichoke</a:t>
            </a:r>
            <a:endParaRPr sz="1800"/>
          </a:p>
          <a:p>
            <a:pPr indent="0" lvl="0" marL="0" rtl="0" algn="l">
              <a:spcBef>
                <a:spcPts val="400"/>
              </a:spcBef>
              <a:spcAft>
                <a:spcPts val="0"/>
              </a:spcAft>
              <a:buClr>
                <a:schemeClr val="dk1"/>
              </a:buClr>
              <a:buSzPts val="1100"/>
              <a:buFont typeface="Arial"/>
              <a:buNone/>
            </a:pPr>
            <a:r>
              <a:rPr lang="en" sz="1600">
                <a:latin typeface="Roboto Mono"/>
                <a:ea typeface="Roboto Mono"/>
                <a:cs typeface="Roboto Mono"/>
                <a:sym typeface="Roboto Mono"/>
              </a:rPr>
              <a:t>Household.getBillsByPerson() </a:t>
            </a:r>
            <a:r>
              <a:rPr b="1" lang="en"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[{Bart: ([], [</a:t>
            </a:r>
            <a:r>
              <a:rPr b="1" lang="en" sz="1600">
                <a:latin typeface="Roboto Mono"/>
                <a:ea typeface="Roboto Mono"/>
                <a:cs typeface="Roboto Mono"/>
                <a:sym typeface="Roboto Mono"/>
              </a:rPr>
              <a:t>B2</a:t>
            </a:r>
            <a:r>
              <a:rPr lang="en"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{Chad: ([], [])},</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{Green: ([</a:t>
            </a:r>
            <a:r>
              <a:rPr b="1" lang="en" sz="1600">
                <a:latin typeface="Roboto Mono"/>
                <a:ea typeface="Roboto Mono"/>
                <a:cs typeface="Roboto Mono"/>
                <a:sym typeface="Roboto Mono"/>
              </a:rPr>
              <a:t>B1</a:t>
            </a:r>
            <a:r>
              <a:rPr lang="en"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spcBef>
                <a:spcPts val="1600"/>
              </a:spcBef>
              <a:spcAft>
                <a:spcPts val="0"/>
              </a:spcAft>
              <a:buClr>
                <a:schemeClr val="dk1"/>
              </a:buClr>
              <a:buSzPts val="1100"/>
              <a:buFont typeface="Arial"/>
              <a:buNone/>
            </a:pPr>
            <a:r>
              <a:rPr i="1" lang="en" sz="1800"/>
              <a:t>Logged in member: </a:t>
            </a:r>
            <a:r>
              <a:rPr lang="en" sz="1800"/>
              <a:t>Bart</a:t>
            </a:r>
            <a:endParaRPr sz="1800"/>
          </a:p>
          <a:p>
            <a:pPr indent="0" lvl="0" marL="0" rtl="0" algn="l">
              <a:spcBef>
                <a:spcPts val="400"/>
              </a:spcBef>
              <a:spcAft>
                <a:spcPts val="0"/>
              </a:spcAft>
              <a:buClr>
                <a:schemeClr val="dk1"/>
              </a:buClr>
              <a:buSzPts val="1100"/>
              <a:buFont typeface="Arial"/>
              <a:buNone/>
            </a:pPr>
            <a:r>
              <a:rPr lang="en" sz="1600">
                <a:latin typeface="Roboto Mono"/>
                <a:ea typeface="Roboto Mono"/>
                <a:cs typeface="Roboto Mono"/>
                <a:sym typeface="Roboto Mono"/>
              </a:rPr>
              <a:t>Household.getBillsByPerson() </a:t>
            </a:r>
            <a:r>
              <a:rPr b="1" lang="en"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[{Artichoke: ([</a:t>
            </a:r>
            <a:r>
              <a:rPr b="1" lang="en" sz="1600">
                <a:latin typeface="Roboto Mono"/>
                <a:ea typeface="Roboto Mono"/>
                <a:cs typeface="Roboto Mono"/>
                <a:sym typeface="Roboto Mono"/>
              </a:rPr>
              <a:t>B2</a:t>
            </a:r>
            <a:r>
              <a:rPr lang="en"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{Chad: ([], [])},</a:t>
            </a:r>
            <a:endParaRPr sz="1600">
              <a:latin typeface="Roboto Mono"/>
              <a:ea typeface="Roboto Mono"/>
              <a:cs typeface="Roboto Mono"/>
              <a:sym typeface="Roboto Mono"/>
            </a:endParaRPr>
          </a:p>
          <a:p>
            <a:pPr indent="0" lvl="0" marL="0" rtl="0" algn="l">
              <a:spcBef>
                <a:spcPts val="0"/>
              </a:spcBef>
              <a:spcAft>
                <a:spcPts val="1800"/>
              </a:spcAft>
              <a:buClr>
                <a:schemeClr val="dk1"/>
              </a:buClr>
              <a:buSzPts val="1100"/>
              <a:buFont typeface="Arial"/>
              <a:buNone/>
            </a:pPr>
            <a:r>
              <a:rPr lang="en" sz="1600">
                <a:latin typeface="Roboto Mono"/>
                <a:ea typeface="Roboto Mono"/>
                <a:cs typeface="Roboto Mono"/>
                <a:sym typeface="Roboto Mono"/>
              </a:rPr>
              <a:t>   {Green: ([</a:t>
            </a:r>
            <a:r>
              <a:rPr b="1" lang="en" sz="1600">
                <a:latin typeface="Roboto Mono"/>
                <a:ea typeface="Roboto Mono"/>
                <a:cs typeface="Roboto Mono"/>
                <a:sym typeface="Roboto Mono"/>
              </a:rPr>
              <a:t>B2</a:t>
            </a:r>
            <a:r>
              <a:rPr lang="en" sz="1600">
                <a:latin typeface="Roboto Mono"/>
                <a:ea typeface="Roboto Mono"/>
                <a:cs typeface="Roboto Mono"/>
                <a:sym typeface="Roboto Mono"/>
              </a:rPr>
              <a:t>], [])}]</a:t>
            </a:r>
            <a:endParaRPr b="1" sz="1600"/>
          </a:p>
        </p:txBody>
      </p:sp>
      <p:sp>
        <p:nvSpPr>
          <p:cNvPr id="2980" name="Google Shape;2980;p41"/>
          <p:cNvSpPr txBox="1"/>
          <p:nvPr>
            <p:ph idx="2" type="subTitle"/>
          </p:nvPr>
        </p:nvSpPr>
        <p:spPr>
          <a:xfrm>
            <a:off x="3195151" y="1014984"/>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getBillsByPerson</a:t>
            </a:r>
            <a:endParaRPr/>
          </a:p>
        </p:txBody>
      </p:sp>
      <p:grpSp>
        <p:nvGrpSpPr>
          <p:cNvPr id="2981" name="Google Shape;2981;p41"/>
          <p:cNvGrpSpPr/>
          <p:nvPr/>
        </p:nvGrpSpPr>
        <p:grpSpPr>
          <a:xfrm rot="-486688">
            <a:off x="7530274" y="848304"/>
            <a:ext cx="657412" cy="788796"/>
            <a:chOff x="4036318" y="3820178"/>
            <a:chExt cx="657409" cy="788792"/>
          </a:xfrm>
        </p:grpSpPr>
        <p:sp>
          <p:nvSpPr>
            <p:cNvPr id="2982" name="Google Shape;2982;p41"/>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41"/>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41"/>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41"/>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41"/>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41"/>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41"/>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9" name="Google Shape;2989;p41"/>
          <p:cNvGrpSpPr/>
          <p:nvPr/>
        </p:nvGrpSpPr>
        <p:grpSpPr>
          <a:xfrm>
            <a:off x="807889" y="4214230"/>
            <a:ext cx="773154" cy="349422"/>
            <a:chOff x="6892614" y="3632855"/>
            <a:chExt cx="773154" cy="349422"/>
          </a:xfrm>
        </p:grpSpPr>
        <p:sp>
          <p:nvSpPr>
            <p:cNvPr id="2990" name="Google Shape;2990;p41"/>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41"/>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2" name="Google Shape;2992;p41"/>
          <p:cNvGrpSpPr/>
          <p:nvPr/>
        </p:nvGrpSpPr>
        <p:grpSpPr>
          <a:xfrm>
            <a:off x="1369233" y="1528909"/>
            <a:ext cx="1421872" cy="2347227"/>
            <a:chOff x="1369233" y="1528909"/>
            <a:chExt cx="1421872" cy="2347227"/>
          </a:xfrm>
        </p:grpSpPr>
        <p:sp>
          <p:nvSpPr>
            <p:cNvPr id="2993" name="Google Shape;2993;p41"/>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41"/>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41"/>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41"/>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41"/>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8" name="Google Shape;2998;p41"/>
            <p:cNvGrpSpPr/>
            <p:nvPr/>
          </p:nvGrpSpPr>
          <p:grpSpPr>
            <a:xfrm>
              <a:off x="1651805" y="3259999"/>
              <a:ext cx="133634" cy="95558"/>
              <a:chOff x="1651805" y="3259999"/>
              <a:chExt cx="133634" cy="95558"/>
            </a:xfrm>
          </p:grpSpPr>
          <p:sp>
            <p:nvSpPr>
              <p:cNvPr id="2999" name="Google Shape;2999;p41"/>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0" name="Google Shape;3000;p41"/>
              <p:cNvGrpSpPr/>
              <p:nvPr/>
            </p:nvGrpSpPr>
            <p:grpSpPr>
              <a:xfrm>
                <a:off x="1651805" y="3259999"/>
                <a:ext cx="133634" cy="88281"/>
                <a:chOff x="1651805" y="3259999"/>
                <a:chExt cx="133634" cy="88281"/>
              </a:xfrm>
            </p:grpSpPr>
            <p:sp>
              <p:nvSpPr>
                <p:cNvPr id="3001" name="Google Shape;3001;p41"/>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41"/>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41"/>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41"/>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41"/>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06" name="Google Shape;3006;p41"/>
            <p:cNvGrpSpPr/>
            <p:nvPr/>
          </p:nvGrpSpPr>
          <p:grpSpPr>
            <a:xfrm>
              <a:off x="1832347" y="2887538"/>
              <a:ext cx="133634" cy="95600"/>
              <a:chOff x="1832347" y="2887538"/>
              <a:chExt cx="133634" cy="95600"/>
            </a:xfrm>
          </p:grpSpPr>
          <p:sp>
            <p:nvSpPr>
              <p:cNvPr id="3007" name="Google Shape;3007;p41"/>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41"/>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41"/>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41"/>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41"/>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41"/>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3" name="Google Shape;3013;p41"/>
            <p:cNvGrpSpPr/>
            <p:nvPr/>
          </p:nvGrpSpPr>
          <p:grpSpPr>
            <a:xfrm>
              <a:off x="2284971" y="3263214"/>
              <a:ext cx="133634" cy="94797"/>
              <a:chOff x="2284971" y="3263214"/>
              <a:chExt cx="133634" cy="94797"/>
            </a:xfrm>
          </p:grpSpPr>
          <p:sp>
            <p:nvSpPr>
              <p:cNvPr id="3014" name="Google Shape;3014;p41"/>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41"/>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41"/>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41"/>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41"/>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41"/>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0" name="Google Shape;3020;p41"/>
            <p:cNvGrpSpPr/>
            <p:nvPr/>
          </p:nvGrpSpPr>
          <p:grpSpPr>
            <a:xfrm>
              <a:off x="2200749" y="2736945"/>
              <a:ext cx="133634" cy="94754"/>
              <a:chOff x="2200749" y="2736945"/>
              <a:chExt cx="133634" cy="94754"/>
            </a:xfrm>
          </p:grpSpPr>
          <p:sp>
            <p:nvSpPr>
              <p:cNvPr id="3021" name="Google Shape;3021;p41"/>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41"/>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41"/>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41"/>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41"/>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41"/>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27" name="Google Shape;3027;p41"/>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41"/>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41"/>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41"/>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41"/>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41"/>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41"/>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41"/>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41"/>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41"/>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41"/>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41"/>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41"/>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41"/>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41"/>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41"/>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41"/>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41"/>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41"/>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41"/>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41"/>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41"/>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41"/>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41"/>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41"/>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41"/>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41"/>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41"/>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41"/>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41"/>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41"/>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41"/>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41"/>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41"/>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41"/>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41"/>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41"/>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41"/>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65" name="Google Shape;3065;p41"/>
            <p:cNvGrpSpPr/>
            <p:nvPr/>
          </p:nvGrpSpPr>
          <p:grpSpPr>
            <a:xfrm>
              <a:off x="1619403" y="2607166"/>
              <a:ext cx="944927" cy="498223"/>
              <a:chOff x="1619403" y="2607166"/>
              <a:chExt cx="944927" cy="498223"/>
            </a:xfrm>
          </p:grpSpPr>
          <p:sp>
            <p:nvSpPr>
              <p:cNvPr id="3066" name="Google Shape;3066;p41"/>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41"/>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41"/>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41"/>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41"/>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41"/>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41"/>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41"/>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41"/>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41"/>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41"/>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41"/>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41"/>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41"/>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41"/>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41"/>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41"/>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41"/>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41"/>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41"/>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41"/>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41"/>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41"/>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41"/>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41"/>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41"/>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41"/>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41"/>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41"/>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41"/>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41"/>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41"/>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41"/>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41"/>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41"/>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41"/>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2" name="Google Shape;3102;p41"/>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41"/>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41"/>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41"/>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41"/>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41"/>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41"/>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41"/>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41"/>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41"/>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41"/>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41"/>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41"/>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15" name="Google Shape;3115;p41"/>
            <p:cNvGrpSpPr/>
            <p:nvPr/>
          </p:nvGrpSpPr>
          <p:grpSpPr>
            <a:xfrm>
              <a:off x="1710900" y="2125652"/>
              <a:ext cx="170098" cy="185443"/>
              <a:chOff x="1710900" y="2125652"/>
              <a:chExt cx="170098" cy="185443"/>
            </a:xfrm>
          </p:grpSpPr>
          <p:sp>
            <p:nvSpPr>
              <p:cNvPr id="3116" name="Google Shape;3116;p41"/>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41"/>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41"/>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19" name="Google Shape;3119;p41"/>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41"/>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41"/>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2" name="Google Shape;3122;p41"/>
            <p:cNvGrpSpPr/>
            <p:nvPr/>
          </p:nvGrpSpPr>
          <p:grpSpPr>
            <a:xfrm>
              <a:off x="2285774" y="2123198"/>
              <a:ext cx="170098" cy="185443"/>
              <a:chOff x="2285774" y="2123198"/>
              <a:chExt cx="170098" cy="185443"/>
            </a:xfrm>
          </p:grpSpPr>
          <p:sp>
            <p:nvSpPr>
              <p:cNvPr id="3123" name="Google Shape;3123;p41"/>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41"/>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41"/>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26" name="Google Shape;3126;p41"/>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41"/>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8" name="Google Shape;3128;p41"/>
            <p:cNvGrpSpPr/>
            <p:nvPr/>
          </p:nvGrpSpPr>
          <p:grpSpPr>
            <a:xfrm>
              <a:off x="2221011" y="1690034"/>
              <a:ext cx="145774" cy="176564"/>
              <a:chOff x="2221011" y="1690034"/>
              <a:chExt cx="145774" cy="176564"/>
            </a:xfrm>
          </p:grpSpPr>
          <p:sp>
            <p:nvSpPr>
              <p:cNvPr id="3129" name="Google Shape;3129;p41"/>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41"/>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41"/>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41"/>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41"/>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41"/>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5" name="Google Shape;3135;p41"/>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41"/>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41"/>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41"/>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41"/>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41"/>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41"/>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41"/>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41"/>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41"/>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41"/>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41"/>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41"/>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41"/>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41"/>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41"/>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41"/>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41"/>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41"/>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41"/>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41"/>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41"/>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41"/>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41"/>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41"/>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41"/>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41"/>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41"/>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41"/>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41"/>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41"/>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41"/>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41"/>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41"/>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41"/>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41"/>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41"/>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2" name="Google Shape;3172;p41"/>
            <p:cNvGrpSpPr/>
            <p:nvPr/>
          </p:nvGrpSpPr>
          <p:grpSpPr>
            <a:xfrm>
              <a:off x="1465595" y="3598408"/>
              <a:ext cx="413761" cy="207312"/>
              <a:chOff x="1465595" y="3598408"/>
              <a:chExt cx="413761" cy="207312"/>
            </a:xfrm>
          </p:grpSpPr>
          <p:sp>
            <p:nvSpPr>
              <p:cNvPr id="3173" name="Google Shape;3173;p41"/>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41"/>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41"/>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41"/>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41"/>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41"/>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79" name="Google Shape;3179;p41"/>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41"/>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41"/>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41"/>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41"/>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4" name="Google Shape;3184;p41"/>
          <p:cNvGrpSpPr/>
          <p:nvPr/>
        </p:nvGrpSpPr>
        <p:grpSpPr>
          <a:xfrm rot="6649416">
            <a:off x="544427" y="1769738"/>
            <a:ext cx="1233837" cy="412281"/>
            <a:chOff x="6846642" y="4551936"/>
            <a:chExt cx="1233810" cy="412272"/>
          </a:xfrm>
        </p:grpSpPr>
        <p:sp>
          <p:nvSpPr>
            <p:cNvPr id="3185" name="Google Shape;3185;p41"/>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41"/>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41"/>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41"/>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41"/>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41"/>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41"/>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41"/>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41"/>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41"/>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41"/>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41"/>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0" name="Shape 3200"/>
        <p:cNvGrpSpPr/>
        <p:nvPr/>
      </p:nvGrpSpPr>
      <p:grpSpPr>
        <a:xfrm>
          <a:off x="0" y="0"/>
          <a:ext cx="0" cy="0"/>
          <a:chOff x="0" y="0"/>
          <a:chExt cx="0" cy="0"/>
        </a:xfrm>
      </p:grpSpPr>
      <p:sp>
        <p:nvSpPr>
          <p:cNvPr id="3201" name="Google Shape;3201;p42"/>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3202" name="Google Shape;3202;p42"/>
          <p:cNvSpPr txBox="1"/>
          <p:nvPr>
            <p:ph idx="1" type="subTitle"/>
          </p:nvPr>
        </p:nvSpPr>
        <p:spPr>
          <a:xfrm>
            <a:off x="3195150" y="1536192"/>
            <a:ext cx="4979400" cy="321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 sz="1800"/>
              <a:t>Logged in member: </a:t>
            </a:r>
            <a:r>
              <a:rPr lang="en" sz="1800"/>
              <a:t>Chad</a:t>
            </a:r>
            <a:endParaRPr sz="1800"/>
          </a:p>
          <a:p>
            <a:pPr indent="0" lvl="0" marL="0" rtl="0" algn="l">
              <a:spcBef>
                <a:spcPts val="400"/>
              </a:spcBef>
              <a:spcAft>
                <a:spcPts val="0"/>
              </a:spcAft>
              <a:buClr>
                <a:schemeClr val="dk1"/>
              </a:buClr>
              <a:buSzPts val="1100"/>
              <a:buFont typeface="Arial"/>
              <a:buNone/>
            </a:pPr>
            <a:r>
              <a:rPr lang="en" sz="1600">
                <a:latin typeface="Roboto Mono"/>
                <a:ea typeface="Roboto Mono"/>
                <a:cs typeface="Roboto Mono"/>
                <a:sym typeface="Roboto Mono"/>
              </a:rPr>
              <a:t>Household.getBillsByPerson() </a:t>
            </a:r>
            <a:r>
              <a:rPr b="1" lang="en"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[{Artichoke: ([], [])},</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{Bart: ([], [])},</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{Green: ([], [])}]</a:t>
            </a:r>
            <a:endParaRPr sz="1600">
              <a:latin typeface="Roboto Mono"/>
              <a:ea typeface="Roboto Mono"/>
              <a:cs typeface="Roboto Mono"/>
              <a:sym typeface="Roboto Mono"/>
            </a:endParaRPr>
          </a:p>
          <a:p>
            <a:pPr indent="0" lvl="0" marL="0" rtl="0" algn="l">
              <a:spcBef>
                <a:spcPts val="1600"/>
              </a:spcBef>
              <a:spcAft>
                <a:spcPts val="0"/>
              </a:spcAft>
              <a:buClr>
                <a:schemeClr val="dk1"/>
              </a:buClr>
              <a:buSzPts val="1100"/>
              <a:buFont typeface="Arial"/>
              <a:buNone/>
            </a:pPr>
            <a:r>
              <a:rPr i="1" lang="en" sz="1800"/>
              <a:t>Logged in member: </a:t>
            </a:r>
            <a:r>
              <a:rPr lang="en" sz="1800"/>
              <a:t>Green</a:t>
            </a:r>
            <a:endParaRPr sz="1800"/>
          </a:p>
          <a:p>
            <a:pPr indent="0" lvl="0" marL="0" rtl="0" algn="l">
              <a:spcBef>
                <a:spcPts val="400"/>
              </a:spcBef>
              <a:spcAft>
                <a:spcPts val="0"/>
              </a:spcAft>
              <a:buClr>
                <a:schemeClr val="dk1"/>
              </a:buClr>
              <a:buSzPts val="1100"/>
              <a:buFont typeface="Arial"/>
              <a:buNone/>
            </a:pPr>
            <a:r>
              <a:rPr lang="en" sz="1600">
                <a:latin typeface="Roboto Mono"/>
                <a:ea typeface="Roboto Mono"/>
                <a:cs typeface="Roboto Mono"/>
                <a:sym typeface="Roboto Mono"/>
              </a:rPr>
              <a:t>Household.getBillsByPerson() </a:t>
            </a:r>
            <a:r>
              <a:rPr b="1" lang="en"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[{Artichoke: ([], [</a:t>
            </a:r>
            <a:r>
              <a:rPr b="1" lang="en" sz="1600">
                <a:latin typeface="Roboto Mono"/>
                <a:ea typeface="Roboto Mono"/>
                <a:cs typeface="Roboto Mono"/>
                <a:sym typeface="Roboto Mono"/>
              </a:rPr>
              <a:t>B1</a:t>
            </a:r>
            <a:r>
              <a:rPr lang="en"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{Bart: ([], [</a:t>
            </a:r>
            <a:r>
              <a:rPr b="1" lang="en" sz="1600">
                <a:latin typeface="Roboto Mono"/>
                <a:ea typeface="Roboto Mono"/>
                <a:cs typeface="Roboto Mono"/>
                <a:sym typeface="Roboto Mono"/>
              </a:rPr>
              <a:t>B2</a:t>
            </a:r>
            <a:r>
              <a:rPr lang="en"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   {Chad: ([], [])}]</a:t>
            </a:r>
            <a:endParaRPr b="1" sz="1600"/>
          </a:p>
          <a:p>
            <a:pPr indent="0" lvl="0" marL="0" rtl="0" algn="l">
              <a:spcBef>
                <a:spcPts val="1800"/>
              </a:spcBef>
              <a:spcAft>
                <a:spcPts val="0"/>
              </a:spcAft>
              <a:buClr>
                <a:schemeClr val="dk1"/>
              </a:buClr>
              <a:buSzPts val="1100"/>
              <a:buFont typeface="Arial"/>
              <a:buNone/>
            </a:pPr>
            <a:r>
              <a:t/>
            </a:r>
            <a:endParaRPr i="1" sz="1800"/>
          </a:p>
        </p:txBody>
      </p:sp>
      <p:sp>
        <p:nvSpPr>
          <p:cNvPr id="3203" name="Google Shape;3203;p42"/>
          <p:cNvSpPr txBox="1"/>
          <p:nvPr>
            <p:ph idx="2" type="subTitle"/>
          </p:nvPr>
        </p:nvSpPr>
        <p:spPr>
          <a:xfrm>
            <a:off x="3195151" y="1014984"/>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getBillsByPerson</a:t>
            </a:r>
            <a:endParaRPr/>
          </a:p>
        </p:txBody>
      </p:sp>
      <p:grpSp>
        <p:nvGrpSpPr>
          <p:cNvPr id="3204" name="Google Shape;3204;p42"/>
          <p:cNvGrpSpPr/>
          <p:nvPr/>
        </p:nvGrpSpPr>
        <p:grpSpPr>
          <a:xfrm rot="-486688">
            <a:off x="7530274" y="848304"/>
            <a:ext cx="657412" cy="788796"/>
            <a:chOff x="4036318" y="3820178"/>
            <a:chExt cx="657409" cy="788792"/>
          </a:xfrm>
        </p:grpSpPr>
        <p:sp>
          <p:nvSpPr>
            <p:cNvPr id="3205" name="Google Shape;3205;p42"/>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42"/>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42"/>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42"/>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42"/>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42"/>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42"/>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2" name="Google Shape;3212;p42"/>
          <p:cNvGrpSpPr/>
          <p:nvPr/>
        </p:nvGrpSpPr>
        <p:grpSpPr>
          <a:xfrm>
            <a:off x="807889" y="4214230"/>
            <a:ext cx="773154" cy="349422"/>
            <a:chOff x="6892614" y="3632855"/>
            <a:chExt cx="773154" cy="349422"/>
          </a:xfrm>
        </p:grpSpPr>
        <p:sp>
          <p:nvSpPr>
            <p:cNvPr id="3213" name="Google Shape;3213;p42"/>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42"/>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5" name="Google Shape;3215;p42"/>
          <p:cNvGrpSpPr/>
          <p:nvPr/>
        </p:nvGrpSpPr>
        <p:grpSpPr>
          <a:xfrm>
            <a:off x="1369233" y="1528909"/>
            <a:ext cx="1421872" cy="2347227"/>
            <a:chOff x="1369233" y="1528909"/>
            <a:chExt cx="1421872" cy="2347227"/>
          </a:xfrm>
        </p:grpSpPr>
        <p:sp>
          <p:nvSpPr>
            <p:cNvPr id="3216" name="Google Shape;3216;p42"/>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42"/>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42"/>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42"/>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42"/>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21" name="Google Shape;3221;p42"/>
            <p:cNvGrpSpPr/>
            <p:nvPr/>
          </p:nvGrpSpPr>
          <p:grpSpPr>
            <a:xfrm>
              <a:off x="1651805" y="3259999"/>
              <a:ext cx="133634" cy="95558"/>
              <a:chOff x="1651805" y="3259999"/>
              <a:chExt cx="133634" cy="95558"/>
            </a:xfrm>
          </p:grpSpPr>
          <p:sp>
            <p:nvSpPr>
              <p:cNvPr id="3222" name="Google Shape;3222;p42"/>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23" name="Google Shape;3223;p42"/>
              <p:cNvGrpSpPr/>
              <p:nvPr/>
            </p:nvGrpSpPr>
            <p:grpSpPr>
              <a:xfrm>
                <a:off x="1651805" y="3259999"/>
                <a:ext cx="133634" cy="88281"/>
                <a:chOff x="1651805" y="3259999"/>
                <a:chExt cx="133634" cy="88281"/>
              </a:xfrm>
            </p:grpSpPr>
            <p:sp>
              <p:nvSpPr>
                <p:cNvPr id="3224" name="Google Shape;3224;p42"/>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42"/>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42"/>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42"/>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42"/>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29" name="Google Shape;3229;p42"/>
            <p:cNvGrpSpPr/>
            <p:nvPr/>
          </p:nvGrpSpPr>
          <p:grpSpPr>
            <a:xfrm>
              <a:off x="1832347" y="2887538"/>
              <a:ext cx="133634" cy="95600"/>
              <a:chOff x="1832347" y="2887538"/>
              <a:chExt cx="133634" cy="95600"/>
            </a:xfrm>
          </p:grpSpPr>
          <p:sp>
            <p:nvSpPr>
              <p:cNvPr id="3230" name="Google Shape;3230;p42"/>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42"/>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42"/>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42"/>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42"/>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42"/>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6" name="Google Shape;3236;p42"/>
            <p:cNvGrpSpPr/>
            <p:nvPr/>
          </p:nvGrpSpPr>
          <p:grpSpPr>
            <a:xfrm>
              <a:off x="2284971" y="3263214"/>
              <a:ext cx="133634" cy="94797"/>
              <a:chOff x="2284971" y="3263214"/>
              <a:chExt cx="133634" cy="94797"/>
            </a:xfrm>
          </p:grpSpPr>
          <p:sp>
            <p:nvSpPr>
              <p:cNvPr id="3237" name="Google Shape;3237;p42"/>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42"/>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42"/>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42"/>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42"/>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42"/>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3" name="Google Shape;3243;p42"/>
            <p:cNvGrpSpPr/>
            <p:nvPr/>
          </p:nvGrpSpPr>
          <p:grpSpPr>
            <a:xfrm>
              <a:off x="2200749" y="2736945"/>
              <a:ext cx="133634" cy="94754"/>
              <a:chOff x="2200749" y="2736945"/>
              <a:chExt cx="133634" cy="94754"/>
            </a:xfrm>
          </p:grpSpPr>
          <p:sp>
            <p:nvSpPr>
              <p:cNvPr id="3244" name="Google Shape;3244;p42"/>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42"/>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42"/>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42"/>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42"/>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42"/>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50" name="Google Shape;3250;p42"/>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42"/>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42"/>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42"/>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42"/>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42"/>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42"/>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42"/>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42"/>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42"/>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42"/>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42"/>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42"/>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42"/>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42"/>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42"/>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42"/>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42"/>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42"/>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42"/>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42"/>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42"/>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42"/>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42"/>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42"/>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42"/>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42"/>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42"/>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42"/>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42"/>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42"/>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42"/>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42"/>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42"/>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42"/>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42"/>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42"/>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42"/>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88" name="Google Shape;3288;p42"/>
            <p:cNvGrpSpPr/>
            <p:nvPr/>
          </p:nvGrpSpPr>
          <p:grpSpPr>
            <a:xfrm>
              <a:off x="1619403" y="2607166"/>
              <a:ext cx="944927" cy="498223"/>
              <a:chOff x="1619403" y="2607166"/>
              <a:chExt cx="944927" cy="498223"/>
            </a:xfrm>
          </p:grpSpPr>
          <p:sp>
            <p:nvSpPr>
              <p:cNvPr id="3289" name="Google Shape;3289;p42"/>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42"/>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42"/>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42"/>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42"/>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42"/>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42"/>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42"/>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42"/>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42"/>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42"/>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42"/>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42"/>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42"/>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42"/>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42"/>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42"/>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42"/>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42"/>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42"/>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42"/>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42"/>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42"/>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42"/>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42"/>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42"/>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42"/>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42"/>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42"/>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42"/>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42"/>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42"/>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42"/>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42"/>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42"/>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42"/>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5" name="Google Shape;3325;p42"/>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42"/>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42"/>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42"/>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42"/>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42"/>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42"/>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42"/>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42"/>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42"/>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42"/>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42"/>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42"/>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8" name="Google Shape;3338;p42"/>
            <p:cNvGrpSpPr/>
            <p:nvPr/>
          </p:nvGrpSpPr>
          <p:grpSpPr>
            <a:xfrm>
              <a:off x="1710900" y="2125652"/>
              <a:ext cx="170098" cy="185443"/>
              <a:chOff x="1710900" y="2125652"/>
              <a:chExt cx="170098" cy="185443"/>
            </a:xfrm>
          </p:grpSpPr>
          <p:sp>
            <p:nvSpPr>
              <p:cNvPr id="3339" name="Google Shape;3339;p42"/>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42"/>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42"/>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42" name="Google Shape;3342;p42"/>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42"/>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42"/>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45" name="Google Shape;3345;p42"/>
            <p:cNvGrpSpPr/>
            <p:nvPr/>
          </p:nvGrpSpPr>
          <p:grpSpPr>
            <a:xfrm>
              <a:off x="2285774" y="2123198"/>
              <a:ext cx="170098" cy="185443"/>
              <a:chOff x="2285774" y="2123198"/>
              <a:chExt cx="170098" cy="185443"/>
            </a:xfrm>
          </p:grpSpPr>
          <p:sp>
            <p:nvSpPr>
              <p:cNvPr id="3346" name="Google Shape;3346;p42"/>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42"/>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42"/>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49" name="Google Shape;3349;p42"/>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42"/>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51" name="Google Shape;3351;p42"/>
            <p:cNvGrpSpPr/>
            <p:nvPr/>
          </p:nvGrpSpPr>
          <p:grpSpPr>
            <a:xfrm>
              <a:off x="2221011" y="1690034"/>
              <a:ext cx="145774" cy="176564"/>
              <a:chOff x="2221011" y="1690034"/>
              <a:chExt cx="145774" cy="176564"/>
            </a:xfrm>
          </p:grpSpPr>
          <p:sp>
            <p:nvSpPr>
              <p:cNvPr id="3352" name="Google Shape;3352;p42"/>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42"/>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42"/>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42"/>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42"/>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42"/>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8" name="Google Shape;3358;p42"/>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42"/>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42"/>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42"/>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42"/>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42"/>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42"/>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42"/>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42"/>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42"/>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42"/>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42"/>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42"/>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42"/>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42"/>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42"/>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42"/>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42"/>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42"/>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42"/>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42"/>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42"/>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42"/>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42"/>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42"/>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42"/>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42"/>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42"/>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42"/>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42"/>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42"/>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42"/>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42"/>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42"/>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42"/>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42"/>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42"/>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5" name="Google Shape;3395;p42"/>
            <p:cNvGrpSpPr/>
            <p:nvPr/>
          </p:nvGrpSpPr>
          <p:grpSpPr>
            <a:xfrm>
              <a:off x="1465595" y="3598408"/>
              <a:ext cx="413761" cy="207312"/>
              <a:chOff x="1465595" y="3598408"/>
              <a:chExt cx="413761" cy="207312"/>
            </a:xfrm>
          </p:grpSpPr>
          <p:sp>
            <p:nvSpPr>
              <p:cNvPr id="3396" name="Google Shape;3396;p42"/>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42"/>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42"/>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42"/>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42"/>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42"/>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02" name="Google Shape;3402;p42"/>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42"/>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42"/>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42"/>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42"/>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7" name="Google Shape;3407;p42"/>
          <p:cNvGrpSpPr/>
          <p:nvPr/>
        </p:nvGrpSpPr>
        <p:grpSpPr>
          <a:xfrm rot="6649416">
            <a:off x="544427" y="1769738"/>
            <a:ext cx="1233837" cy="412281"/>
            <a:chOff x="6846642" y="4551936"/>
            <a:chExt cx="1233810" cy="412272"/>
          </a:xfrm>
        </p:grpSpPr>
        <p:sp>
          <p:nvSpPr>
            <p:cNvPr id="3408" name="Google Shape;3408;p42"/>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42"/>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42"/>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42"/>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42"/>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42"/>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42"/>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42"/>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42"/>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42"/>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42"/>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42"/>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3" name="Shape 3423"/>
        <p:cNvGrpSpPr/>
        <p:nvPr/>
      </p:nvGrpSpPr>
      <p:grpSpPr>
        <a:xfrm>
          <a:off x="0" y="0"/>
          <a:ext cx="0" cy="0"/>
          <a:chOff x="0" y="0"/>
          <a:chExt cx="0" cy="0"/>
        </a:xfrm>
      </p:grpSpPr>
      <p:sp>
        <p:nvSpPr>
          <p:cNvPr id="3424" name="Google Shape;3424;p43"/>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3425" name="Google Shape;3425;p43"/>
          <p:cNvSpPr txBox="1"/>
          <p:nvPr>
            <p:ph idx="1" type="subTitle"/>
          </p:nvPr>
        </p:nvSpPr>
        <p:spPr>
          <a:xfrm>
            <a:off x="3196800" y="1487500"/>
            <a:ext cx="4037700" cy="3229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800"/>
              <a:t>In addition to the existing bills/debts,</a:t>
            </a:r>
            <a:endParaRPr sz="1800"/>
          </a:p>
          <a:p>
            <a:pPr indent="-342900" lvl="0" marL="457200" rtl="0" algn="l">
              <a:spcBef>
                <a:spcPts val="0"/>
              </a:spcBef>
              <a:spcAft>
                <a:spcPts val="0"/>
              </a:spcAft>
              <a:buSzPts val="1800"/>
              <a:buFont typeface="Assistant"/>
              <a:buChar char="-"/>
            </a:pPr>
            <a:r>
              <a:rPr b="1" lang="en" sz="1800"/>
              <a:t>B1 </a:t>
            </a:r>
            <a:r>
              <a:rPr lang="en" sz="1800"/>
              <a:t>(Bill 1)</a:t>
            </a:r>
            <a:endParaRPr sz="1800"/>
          </a:p>
          <a:p>
            <a:pPr indent="-342900" lvl="1" marL="914400" rtl="0" algn="l">
              <a:spcBef>
                <a:spcPts val="0"/>
              </a:spcBef>
              <a:spcAft>
                <a:spcPts val="0"/>
              </a:spcAft>
              <a:buSzPts val="1800"/>
              <a:buFont typeface="Assistant"/>
              <a:buChar char="-"/>
            </a:pPr>
            <a:r>
              <a:rPr lang="en" sz="1800">
                <a:latin typeface="Assistant"/>
                <a:ea typeface="Assistant"/>
                <a:cs typeface="Assistant"/>
                <a:sym typeface="Assistant"/>
              </a:rPr>
              <a:t>Creator: Artichoke</a:t>
            </a:r>
            <a:endParaRPr sz="1800">
              <a:latin typeface="Assistant"/>
              <a:ea typeface="Assistant"/>
              <a:cs typeface="Assistant"/>
              <a:sym typeface="Assistant"/>
            </a:endParaRPr>
          </a:p>
          <a:p>
            <a:pPr indent="-342900" lvl="1" marL="914400" rtl="0" algn="l">
              <a:spcBef>
                <a:spcPts val="0"/>
              </a:spcBef>
              <a:spcAft>
                <a:spcPts val="0"/>
              </a:spcAft>
              <a:buSzPts val="1800"/>
              <a:buFont typeface="Assistant"/>
              <a:buChar char="-"/>
            </a:pPr>
            <a:r>
              <a:rPr lang="en" sz="1800">
                <a:latin typeface="Assistant"/>
                <a:ea typeface="Assistant"/>
                <a:cs typeface="Assistant"/>
                <a:sym typeface="Assistant"/>
              </a:rPr>
              <a:t>Debtors: Green</a:t>
            </a:r>
            <a:endParaRPr sz="1800">
              <a:latin typeface="Assistant"/>
              <a:ea typeface="Assistant"/>
              <a:cs typeface="Assistant"/>
              <a:sym typeface="Assistant"/>
            </a:endParaRPr>
          </a:p>
          <a:p>
            <a:pPr indent="-342900" lvl="0" marL="457200" rtl="0" algn="l">
              <a:spcBef>
                <a:spcPts val="0"/>
              </a:spcBef>
              <a:spcAft>
                <a:spcPts val="0"/>
              </a:spcAft>
              <a:buSzPts val="1800"/>
              <a:buFont typeface="Assistant"/>
              <a:buChar char="-"/>
            </a:pPr>
            <a:r>
              <a:rPr b="1" lang="en" sz="1800"/>
              <a:t>B2 </a:t>
            </a:r>
            <a:r>
              <a:rPr lang="en" sz="1800"/>
              <a:t>(Bill 2)</a:t>
            </a:r>
            <a:endParaRPr sz="1800"/>
          </a:p>
          <a:p>
            <a:pPr indent="-342900" lvl="1" marL="914400" rtl="0" algn="l">
              <a:spcBef>
                <a:spcPts val="0"/>
              </a:spcBef>
              <a:spcAft>
                <a:spcPts val="0"/>
              </a:spcAft>
              <a:buSzPts val="1800"/>
              <a:buFont typeface="Assistant"/>
              <a:buChar char="-"/>
            </a:pPr>
            <a:r>
              <a:rPr lang="en" sz="1800">
                <a:latin typeface="Assistant"/>
                <a:ea typeface="Assistant"/>
                <a:cs typeface="Assistant"/>
                <a:sym typeface="Assistant"/>
              </a:rPr>
              <a:t>Creator: Bart</a:t>
            </a:r>
            <a:endParaRPr sz="1800">
              <a:latin typeface="Assistant"/>
              <a:ea typeface="Assistant"/>
              <a:cs typeface="Assistant"/>
              <a:sym typeface="Assistant"/>
            </a:endParaRPr>
          </a:p>
          <a:p>
            <a:pPr indent="-342900" lvl="1" marL="914400" rtl="0" algn="l">
              <a:spcBef>
                <a:spcPts val="0"/>
              </a:spcBef>
              <a:spcAft>
                <a:spcPts val="0"/>
              </a:spcAft>
              <a:buSzPts val="1800"/>
              <a:buFont typeface="Assistant"/>
              <a:buChar char="-"/>
            </a:pPr>
            <a:r>
              <a:rPr lang="en" sz="1800">
                <a:latin typeface="Assistant"/>
                <a:ea typeface="Assistant"/>
                <a:cs typeface="Assistant"/>
                <a:sym typeface="Assistant"/>
              </a:rPr>
              <a:t>Debtors: Artichoke, Green,</a:t>
            </a:r>
            <a:endParaRPr sz="1800">
              <a:latin typeface="Assistant"/>
              <a:ea typeface="Assistant"/>
              <a:cs typeface="Assistant"/>
              <a:sym typeface="Assistant"/>
            </a:endParaRPr>
          </a:p>
          <a:p>
            <a:pPr indent="0" lvl="0" marL="0" rtl="0" algn="l">
              <a:spcBef>
                <a:spcPts val="0"/>
              </a:spcBef>
              <a:spcAft>
                <a:spcPts val="0"/>
              </a:spcAft>
              <a:buNone/>
            </a:pPr>
            <a:r>
              <a:rPr lang="en" sz="1800"/>
              <a:t>add</a:t>
            </a:r>
            <a:endParaRPr sz="1800"/>
          </a:p>
          <a:p>
            <a:pPr indent="-342900" lvl="0" marL="457200" rtl="0" algn="l">
              <a:spcBef>
                <a:spcPts val="0"/>
              </a:spcBef>
              <a:spcAft>
                <a:spcPts val="0"/>
              </a:spcAft>
              <a:buSzPts val="1800"/>
              <a:buFont typeface="Assistant"/>
              <a:buChar char="-"/>
            </a:pPr>
            <a:r>
              <a:rPr b="1" lang="en" sz="1800"/>
              <a:t>B3 </a:t>
            </a:r>
            <a:r>
              <a:rPr lang="en" sz="1800"/>
              <a:t>(Bill 3)</a:t>
            </a:r>
            <a:endParaRPr sz="1800"/>
          </a:p>
          <a:p>
            <a:pPr indent="-342900" lvl="1" marL="914400" marR="0" rtl="0" algn="l">
              <a:lnSpc>
                <a:spcPct val="100000"/>
              </a:lnSpc>
              <a:spcBef>
                <a:spcPts val="0"/>
              </a:spcBef>
              <a:spcAft>
                <a:spcPts val="0"/>
              </a:spcAft>
              <a:buSzPts val="1800"/>
              <a:buFont typeface="Assistant"/>
              <a:buChar char="-"/>
            </a:pPr>
            <a:r>
              <a:rPr lang="en" sz="1800">
                <a:latin typeface="Assistant"/>
                <a:ea typeface="Assistant"/>
                <a:cs typeface="Assistant"/>
                <a:sym typeface="Assistant"/>
              </a:rPr>
              <a:t>Creator: Green</a:t>
            </a:r>
            <a:endParaRPr sz="1800">
              <a:latin typeface="Assistant"/>
              <a:ea typeface="Assistant"/>
              <a:cs typeface="Assistant"/>
              <a:sym typeface="Assistant"/>
            </a:endParaRPr>
          </a:p>
          <a:p>
            <a:pPr indent="-342900" lvl="1" marL="914400" marR="0" rtl="0" algn="l">
              <a:lnSpc>
                <a:spcPct val="100000"/>
              </a:lnSpc>
              <a:spcBef>
                <a:spcPts val="0"/>
              </a:spcBef>
              <a:spcAft>
                <a:spcPts val="0"/>
              </a:spcAft>
              <a:buSzPts val="1800"/>
              <a:buFont typeface="Assistant"/>
              <a:buChar char="-"/>
            </a:pPr>
            <a:r>
              <a:rPr lang="en" sz="1800">
                <a:latin typeface="Assistant"/>
                <a:ea typeface="Assistant"/>
                <a:cs typeface="Assistant"/>
                <a:sym typeface="Assistant"/>
              </a:rPr>
              <a:t>Debtors: Bart.</a:t>
            </a:r>
            <a:endParaRPr sz="1800">
              <a:latin typeface="Assistant"/>
              <a:ea typeface="Assistant"/>
              <a:cs typeface="Assistant"/>
              <a:sym typeface="Assistant"/>
            </a:endParaRPr>
          </a:p>
          <a:p>
            <a:pPr indent="0" lvl="0" marL="0" marR="0" rtl="0" algn="l">
              <a:lnSpc>
                <a:spcPct val="100000"/>
              </a:lnSpc>
              <a:spcBef>
                <a:spcPts val="1000"/>
              </a:spcBef>
              <a:spcAft>
                <a:spcPts val="0"/>
              </a:spcAft>
              <a:buNone/>
            </a:pPr>
            <a:r>
              <a:rPr lang="en" sz="1800"/>
              <a:t>Then, let </a:t>
            </a:r>
            <a:r>
              <a:rPr b="1" lang="en" sz="1800"/>
              <a:t>B1</a:t>
            </a:r>
            <a:r>
              <a:rPr lang="en" sz="1800"/>
              <a:t> and </a:t>
            </a:r>
            <a:r>
              <a:rPr b="1" lang="en" sz="1800"/>
              <a:t>B3</a:t>
            </a:r>
            <a:r>
              <a:rPr lang="en" sz="1800"/>
              <a:t> be resolved.</a:t>
            </a:r>
            <a:endParaRPr sz="1800"/>
          </a:p>
          <a:p>
            <a:pPr indent="0" lvl="0" marL="0" rtl="0" algn="l">
              <a:spcBef>
                <a:spcPts val="0"/>
              </a:spcBef>
              <a:spcAft>
                <a:spcPts val="0"/>
              </a:spcAft>
              <a:buNone/>
            </a:pPr>
            <a:r>
              <a:t/>
            </a:r>
            <a:endParaRPr sz="1800">
              <a:latin typeface="Assistant"/>
              <a:ea typeface="Assistant"/>
              <a:cs typeface="Assistant"/>
              <a:sym typeface="Assistant"/>
            </a:endParaRPr>
          </a:p>
        </p:txBody>
      </p:sp>
      <p:sp>
        <p:nvSpPr>
          <p:cNvPr id="3426" name="Google Shape;3426;p43"/>
          <p:cNvSpPr txBox="1"/>
          <p:nvPr>
            <p:ph idx="2" type="subTitle"/>
          </p:nvPr>
        </p:nvSpPr>
        <p:spPr>
          <a:xfrm>
            <a:off x="3195151" y="1017725"/>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getResolved</a:t>
            </a:r>
            <a:endParaRPr/>
          </a:p>
        </p:txBody>
      </p:sp>
      <p:grpSp>
        <p:nvGrpSpPr>
          <p:cNvPr id="3427" name="Google Shape;3427;p43"/>
          <p:cNvGrpSpPr/>
          <p:nvPr/>
        </p:nvGrpSpPr>
        <p:grpSpPr>
          <a:xfrm rot="-486688">
            <a:off x="7530274" y="848304"/>
            <a:ext cx="657412" cy="788796"/>
            <a:chOff x="4036318" y="3820178"/>
            <a:chExt cx="657409" cy="788792"/>
          </a:xfrm>
        </p:grpSpPr>
        <p:sp>
          <p:nvSpPr>
            <p:cNvPr id="3428" name="Google Shape;3428;p43"/>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43"/>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43"/>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43"/>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43"/>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43"/>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43"/>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5" name="Google Shape;3435;p43"/>
          <p:cNvGrpSpPr/>
          <p:nvPr/>
        </p:nvGrpSpPr>
        <p:grpSpPr>
          <a:xfrm>
            <a:off x="807889" y="4214230"/>
            <a:ext cx="773154" cy="349422"/>
            <a:chOff x="6892614" y="3632855"/>
            <a:chExt cx="773154" cy="349422"/>
          </a:xfrm>
        </p:grpSpPr>
        <p:sp>
          <p:nvSpPr>
            <p:cNvPr id="3436" name="Google Shape;3436;p43"/>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43"/>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8" name="Google Shape;3438;p43"/>
          <p:cNvGrpSpPr/>
          <p:nvPr/>
        </p:nvGrpSpPr>
        <p:grpSpPr>
          <a:xfrm>
            <a:off x="1369233" y="1528909"/>
            <a:ext cx="1421872" cy="2347227"/>
            <a:chOff x="1369233" y="1528909"/>
            <a:chExt cx="1421872" cy="2347227"/>
          </a:xfrm>
        </p:grpSpPr>
        <p:sp>
          <p:nvSpPr>
            <p:cNvPr id="3439" name="Google Shape;3439;p43"/>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43"/>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43"/>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43"/>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43"/>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4" name="Google Shape;3444;p43"/>
            <p:cNvGrpSpPr/>
            <p:nvPr/>
          </p:nvGrpSpPr>
          <p:grpSpPr>
            <a:xfrm>
              <a:off x="1651805" y="3259999"/>
              <a:ext cx="133634" cy="95558"/>
              <a:chOff x="1651805" y="3259999"/>
              <a:chExt cx="133634" cy="95558"/>
            </a:xfrm>
          </p:grpSpPr>
          <p:sp>
            <p:nvSpPr>
              <p:cNvPr id="3445" name="Google Shape;3445;p43"/>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6" name="Google Shape;3446;p43"/>
              <p:cNvGrpSpPr/>
              <p:nvPr/>
            </p:nvGrpSpPr>
            <p:grpSpPr>
              <a:xfrm>
                <a:off x="1651805" y="3259999"/>
                <a:ext cx="133634" cy="88281"/>
                <a:chOff x="1651805" y="3259999"/>
                <a:chExt cx="133634" cy="88281"/>
              </a:xfrm>
            </p:grpSpPr>
            <p:sp>
              <p:nvSpPr>
                <p:cNvPr id="3447" name="Google Shape;3447;p43"/>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43"/>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43"/>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43"/>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43"/>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52" name="Google Shape;3452;p43"/>
            <p:cNvGrpSpPr/>
            <p:nvPr/>
          </p:nvGrpSpPr>
          <p:grpSpPr>
            <a:xfrm>
              <a:off x="1832347" y="2887538"/>
              <a:ext cx="133634" cy="95600"/>
              <a:chOff x="1832347" y="2887538"/>
              <a:chExt cx="133634" cy="95600"/>
            </a:xfrm>
          </p:grpSpPr>
          <p:sp>
            <p:nvSpPr>
              <p:cNvPr id="3453" name="Google Shape;3453;p43"/>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43"/>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43"/>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43"/>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43"/>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43"/>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9" name="Google Shape;3459;p43"/>
            <p:cNvGrpSpPr/>
            <p:nvPr/>
          </p:nvGrpSpPr>
          <p:grpSpPr>
            <a:xfrm>
              <a:off x="2284971" y="3263214"/>
              <a:ext cx="133634" cy="94797"/>
              <a:chOff x="2284971" y="3263214"/>
              <a:chExt cx="133634" cy="94797"/>
            </a:xfrm>
          </p:grpSpPr>
          <p:sp>
            <p:nvSpPr>
              <p:cNvPr id="3460" name="Google Shape;3460;p43"/>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43"/>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43"/>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43"/>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43"/>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43"/>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6" name="Google Shape;3466;p43"/>
            <p:cNvGrpSpPr/>
            <p:nvPr/>
          </p:nvGrpSpPr>
          <p:grpSpPr>
            <a:xfrm>
              <a:off x="2200749" y="2736945"/>
              <a:ext cx="133634" cy="94754"/>
              <a:chOff x="2200749" y="2736945"/>
              <a:chExt cx="133634" cy="94754"/>
            </a:xfrm>
          </p:grpSpPr>
          <p:sp>
            <p:nvSpPr>
              <p:cNvPr id="3467" name="Google Shape;3467;p43"/>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43"/>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43"/>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43"/>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43"/>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43"/>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3" name="Google Shape;3473;p43"/>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43"/>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43"/>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43"/>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43"/>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43"/>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43"/>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43"/>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43"/>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43"/>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43"/>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43"/>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43"/>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43"/>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43"/>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43"/>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43"/>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43"/>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43"/>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43"/>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43"/>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43"/>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43"/>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43"/>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43"/>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43"/>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43"/>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43"/>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43"/>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43"/>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43"/>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43"/>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43"/>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43"/>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43"/>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43"/>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43"/>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43"/>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11" name="Google Shape;3511;p43"/>
            <p:cNvGrpSpPr/>
            <p:nvPr/>
          </p:nvGrpSpPr>
          <p:grpSpPr>
            <a:xfrm>
              <a:off x="1619403" y="2607166"/>
              <a:ext cx="944927" cy="498223"/>
              <a:chOff x="1619403" y="2607166"/>
              <a:chExt cx="944927" cy="498223"/>
            </a:xfrm>
          </p:grpSpPr>
          <p:sp>
            <p:nvSpPr>
              <p:cNvPr id="3512" name="Google Shape;3512;p43"/>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43"/>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43"/>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43"/>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43"/>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43"/>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43"/>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43"/>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43"/>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43"/>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43"/>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43"/>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43"/>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43"/>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43"/>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43"/>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43"/>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43"/>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43"/>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43"/>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43"/>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43"/>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43"/>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43"/>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43"/>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43"/>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43"/>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43"/>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43"/>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43"/>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43"/>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43"/>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43"/>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43"/>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43"/>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43"/>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8" name="Google Shape;3548;p43"/>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43"/>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43"/>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43"/>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43"/>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43"/>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43"/>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43"/>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43"/>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43"/>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43"/>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43"/>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43"/>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61" name="Google Shape;3561;p43"/>
            <p:cNvGrpSpPr/>
            <p:nvPr/>
          </p:nvGrpSpPr>
          <p:grpSpPr>
            <a:xfrm>
              <a:off x="1710900" y="2125652"/>
              <a:ext cx="170098" cy="185443"/>
              <a:chOff x="1710900" y="2125652"/>
              <a:chExt cx="170098" cy="185443"/>
            </a:xfrm>
          </p:grpSpPr>
          <p:sp>
            <p:nvSpPr>
              <p:cNvPr id="3562" name="Google Shape;3562;p43"/>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43"/>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43"/>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5" name="Google Shape;3565;p43"/>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43"/>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43"/>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68" name="Google Shape;3568;p43"/>
            <p:cNvGrpSpPr/>
            <p:nvPr/>
          </p:nvGrpSpPr>
          <p:grpSpPr>
            <a:xfrm>
              <a:off x="2285774" y="2123198"/>
              <a:ext cx="170098" cy="185443"/>
              <a:chOff x="2285774" y="2123198"/>
              <a:chExt cx="170098" cy="185443"/>
            </a:xfrm>
          </p:grpSpPr>
          <p:sp>
            <p:nvSpPr>
              <p:cNvPr id="3569" name="Google Shape;3569;p43"/>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43"/>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43"/>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2" name="Google Shape;3572;p43"/>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43"/>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4" name="Google Shape;3574;p43"/>
            <p:cNvGrpSpPr/>
            <p:nvPr/>
          </p:nvGrpSpPr>
          <p:grpSpPr>
            <a:xfrm>
              <a:off x="2221011" y="1690034"/>
              <a:ext cx="145774" cy="176564"/>
              <a:chOff x="2221011" y="1690034"/>
              <a:chExt cx="145774" cy="176564"/>
            </a:xfrm>
          </p:grpSpPr>
          <p:sp>
            <p:nvSpPr>
              <p:cNvPr id="3575" name="Google Shape;3575;p43"/>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43"/>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43"/>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43"/>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43"/>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43"/>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81" name="Google Shape;3581;p43"/>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43"/>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43"/>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43"/>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43"/>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43"/>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43"/>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43"/>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43"/>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43"/>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43"/>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43"/>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43"/>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43"/>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43"/>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43"/>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43"/>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43"/>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43"/>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43"/>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43"/>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43"/>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43"/>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43"/>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43"/>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43"/>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43"/>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43"/>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43"/>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43"/>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43"/>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43"/>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43"/>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43"/>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43"/>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43"/>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43"/>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8" name="Google Shape;3618;p43"/>
            <p:cNvGrpSpPr/>
            <p:nvPr/>
          </p:nvGrpSpPr>
          <p:grpSpPr>
            <a:xfrm>
              <a:off x="1465595" y="3598408"/>
              <a:ext cx="413761" cy="207312"/>
              <a:chOff x="1465595" y="3598408"/>
              <a:chExt cx="413761" cy="207312"/>
            </a:xfrm>
          </p:grpSpPr>
          <p:sp>
            <p:nvSpPr>
              <p:cNvPr id="3619" name="Google Shape;3619;p43"/>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43"/>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43"/>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43"/>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43"/>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43"/>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5" name="Google Shape;3625;p43"/>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43"/>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43"/>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43"/>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43"/>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0" name="Google Shape;3630;p43"/>
          <p:cNvGrpSpPr/>
          <p:nvPr/>
        </p:nvGrpSpPr>
        <p:grpSpPr>
          <a:xfrm rot="6649416">
            <a:off x="544427" y="1769738"/>
            <a:ext cx="1233837" cy="412281"/>
            <a:chOff x="6846642" y="4551936"/>
            <a:chExt cx="1233810" cy="412272"/>
          </a:xfrm>
        </p:grpSpPr>
        <p:sp>
          <p:nvSpPr>
            <p:cNvPr id="3631" name="Google Shape;3631;p43"/>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43"/>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43"/>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43"/>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43"/>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43"/>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43"/>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43"/>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43"/>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43"/>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43"/>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43"/>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6" name="Shape 3646"/>
        <p:cNvGrpSpPr/>
        <p:nvPr/>
      </p:nvGrpSpPr>
      <p:grpSpPr>
        <a:xfrm>
          <a:off x="0" y="0"/>
          <a:ext cx="0" cy="0"/>
          <a:chOff x="0" y="0"/>
          <a:chExt cx="0" cy="0"/>
        </a:xfrm>
      </p:grpSpPr>
      <p:sp>
        <p:nvSpPr>
          <p:cNvPr id="3647" name="Google Shape;3647;p44"/>
          <p:cNvSpPr txBox="1"/>
          <p:nvPr>
            <p:ph type="title"/>
          </p:nvPr>
        </p:nvSpPr>
        <p:spPr>
          <a:xfrm>
            <a:off x="713225" y="445025"/>
            <a:ext cx="7717500" cy="57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Testing</a:t>
            </a:r>
            <a:endParaRPr/>
          </a:p>
        </p:txBody>
      </p:sp>
      <p:sp>
        <p:nvSpPr>
          <p:cNvPr id="3648" name="Google Shape;3648;p44"/>
          <p:cNvSpPr txBox="1"/>
          <p:nvPr>
            <p:ph idx="1" type="subTitle"/>
          </p:nvPr>
        </p:nvSpPr>
        <p:spPr>
          <a:xfrm>
            <a:off x="3196800" y="1487500"/>
            <a:ext cx="4712700" cy="3229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 sz="1800"/>
              <a:t>Logged in member: </a:t>
            </a:r>
            <a:r>
              <a:rPr lang="en" sz="1800"/>
              <a:t>Artichoke</a:t>
            </a:r>
            <a:endParaRPr sz="1800"/>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Household.getResolved() </a:t>
            </a:r>
            <a:r>
              <a:rPr b="1" lang="en" sz="1600">
                <a:latin typeface="Roboto Mono"/>
                <a:ea typeface="Roboto Mono"/>
                <a:cs typeface="Roboto Mono"/>
                <a:sym typeface="Roboto Mono"/>
              </a:rPr>
              <a:t>→ </a:t>
            </a:r>
            <a:r>
              <a:rPr lang="en" sz="1600">
                <a:latin typeface="Roboto Mono"/>
                <a:ea typeface="Roboto Mono"/>
                <a:cs typeface="Roboto Mono"/>
                <a:sym typeface="Roboto Mono"/>
              </a:rPr>
              <a:t>[</a:t>
            </a:r>
            <a:r>
              <a:rPr b="1" lang="en" sz="1600">
                <a:latin typeface="Roboto Mono"/>
                <a:ea typeface="Roboto Mono"/>
                <a:cs typeface="Roboto Mono"/>
                <a:sym typeface="Roboto Mono"/>
              </a:rPr>
              <a:t>B1</a:t>
            </a:r>
            <a:r>
              <a:rPr lang="en" sz="1600">
                <a:latin typeface="Roboto Mono"/>
                <a:ea typeface="Roboto Mono"/>
                <a:cs typeface="Roboto Mono"/>
                <a:sym typeface="Roboto Mono"/>
              </a:rPr>
              <a:t>], []</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i="1" lang="en" sz="1800"/>
              <a:t>Logged in member: </a:t>
            </a:r>
            <a:r>
              <a:rPr lang="en" sz="1800"/>
              <a:t>Bart</a:t>
            </a:r>
            <a:endParaRPr sz="1800"/>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Household.getResolved() </a:t>
            </a:r>
            <a:r>
              <a:rPr b="1" lang="en" sz="1600">
                <a:latin typeface="Roboto Mono"/>
                <a:ea typeface="Roboto Mono"/>
                <a:cs typeface="Roboto Mono"/>
                <a:sym typeface="Roboto Mono"/>
              </a:rPr>
              <a:t>→</a:t>
            </a:r>
            <a:r>
              <a:rPr lang="en" sz="1600">
                <a:latin typeface="Roboto Mono"/>
                <a:ea typeface="Roboto Mono"/>
                <a:cs typeface="Roboto Mono"/>
                <a:sym typeface="Roboto Mono"/>
              </a:rPr>
              <a:t> [], [</a:t>
            </a:r>
            <a:r>
              <a:rPr b="1" lang="en" sz="1600">
                <a:latin typeface="Roboto Mono"/>
                <a:ea typeface="Roboto Mono"/>
                <a:cs typeface="Roboto Mono"/>
                <a:sym typeface="Roboto Mono"/>
              </a:rPr>
              <a:t>B3</a:t>
            </a:r>
            <a:r>
              <a:rPr lang="en"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i="1" lang="en" sz="1800"/>
              <a:t>Logged in member: </a:t>
            </a:r>
            <a:r>
              <a:rPr lang="en" sz="1800"/>
              <a:t>Chad</a:t>
            </a:r>
            <a:endParaRPr sz="1800"/>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Household.getResolved() </a:t>
            </a:r>
            <a:r>
              <a:rPr b="1" lang="en" sz="1600">
                <a:latin typeface="Roboto Mono"/>
                <a:ea typeface="Roboto Mono"/>
                <a:cs typeface="Roboto Mono"/>
                <a:sym typeface="Roboto Mono"/>
              </a:rPr>
              <a:t>→</a:t>
            </a:r>
            <a:r>
              <a:rPr lang="en" sz="1600">
                <a:latin typeface="Roboto Mono"/>
                <a:ea typeface="Roboto Mono"/>
                <a:cs typeface="Roboto Mono"/>
                <a:sym typeface="Roboto Mono"/>
              </a:rPr>
              <a:t> [], []</a:t>
            </a:r>
            <a:endParaRPr sz="1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i="1" lang="en" sz="1800"/>
              <a:t>Logged in member: </a:t>
            </a:r>
            <a:r>
              <a:rPr lang="en" sz="1800"/>
              <a:t>Green</a:t>
            </a:r>
            <a:endParaRPr sz="1800"/>
          </a:p>
          <a:p>
            <a:pPr indent="0" lvl="0" marL="0" rtl="0" algn="l">
              <a:spcBef>
                <a:spcPts val="0"/>
              </a:spcBef>
              <a:spcAft>
                <a:spcPts val="0"/>
              </a:spcAft>
              <a:buClr>
                <a:schemeClr val="dk1"/>
              </a:buClr>
              <a:buSzPts val="1100"/>
              <a:buFont typeface="Arial"/>
              <a:buNone/>
            </a:pPr>
            <a:r>
              <a:rPr lang="en" sz="1600">
                <a:latin typeface="Roboto Mono"/>
                <a:ea typeface="Roboto Mono"/>
                <a:cs typeface="Roboto Mono"/>
                <a:sym typeface="Roboto Mono"/>
              </a:rPr>
              <a:t>Household.getResolved() </a:t>
            </a:r>
            <a:r>
              <a:rPr b="1" lang="en" sz="1600">
                <a:latin typeface="Roboto Mono"/>
                <a:ea typeface="Roboto Mono"/>
                <a:cs typeface="Roboto Mono"/>
                <a:sym typeface="Roboto Mono"/>
              </a:rPr>
              <a:t>→</a:t>
            </a:r>
            <a:r>
              <a:rPr lang="en" sz="1600">
                <a:latin typeface="Roboto Mono"/>
                <a:ea typeface="Roboto Mono"/>
                <a:cs typeface="Roboto Mono"/>
                <a:sym typeface="Roboto Mono"/>
              </a:rPr>
              <a:t> [</a:t>
            </a:r>
            <a:r>
              <a:rPr b="1" lang="en" sz="1600">
                <a:latin typeface="Roboto Mono"/>
                <a:ea typeface="Roboto Mono"/>
                <a:cs typeface="Roboto Mono"/>
                <a:sym typeface="Roboto Mono"/>
              </a:rPr>
              <a:t>B3</a:t>
            </a:r>
            <a:r>
              <a:rPr lang="en" sz="1600">
                <a:latin typeface="Roboto Mono"/>
                <a:ea typeface="Roboto Mono"/>
                <a:cs typeface="Roboto Mono"/>
                <a:sym typeface="Roboto Mono"/>
              </a:rPr>
              <a:t>], [</a:t>
            </a:r>
            <a:r>
              <a:rPr b="1" lang="en" sz="1600">
                <a:latin typeface="Roboto Mono"/>
                <a:ea typeface="Roboto Mono"/>
                <a:cs typeface="Roboto Mono"/>
                <a:sym typeface="Roboto Mono"/>
              </a:rPr>
              <a:t>B1</a:t>
            </a:r>
            <a:r>
              <a:rPr lang="en" sz="1600">
                <a:latin typeface="Roboto Mono"/>
                <a:ea typeface="Roboto Mono"/>
                <a:cs typeface="Roboto Mono"/>
                <a:sym typeface="Roboto Mono"/>
              </a:rPr>
              <a:t>]</a:t>
            </a:r>
            <a:endParaRPr sz="1600">
              <a:latin typeface="Roboto Mono"/>
              <a:ea typeface="Roboto Mono"/>
              <a:cs typeface="Roboto Mono"/>
              <a:sym typeface="Roboto Mono"/>
            </a:endParaRPr>
          </a:p>
          <a:p>
            <a:pPr indent="0" lvl="0" marL="0" rtl="0" algn="l">
              <a:spcBef>
                <a:spcPts val="0"/>
              </a:spcBef>
              <a:spcAft>
                <a:spcPts val="0"/>
              </a:spcAft>
              <a:buNone/>
            </a:pPr>
            <a:r>
              <a:t/>
            </a:r>
            <a:endParaRPr sz="1800"/>
          </a:p>
        </p:txBody>
      </p:sp>
      <p:sp>
        <p:nvSpPr>
          <p:cNvPr id="3649" name="Google Shape;3649;p44"/>
          <p:cNvSpPr txBox="1"/>
          <p:nvPr>
            <p:ph idx="2" type="subTitle"/>
          </p:nvPr>
        </p:nvSpPr>
        <p:spPr>
          <a:xfrm>
            <a:off x="3195151" y="1017725"/>
            <a:ext cx="3819000" cy="3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getResolved</a:t>
            </a:r>
            <a:endParaRPr/>
          </a:p>
        </p:txBody>
      </p:sp>
      <p:grpSp>
        <p:nvGrpSpPr>
          <p:cNvPr id="3650" name="Google Shape;3650;p44"/>
          <p:cNvGrpSpPr/>
          <p:nvPr/>
        </p:nvGrpSpPr>
        <p:grpSpPr>
          <a:xfrm rot="-486688">
            <a:off x="7530274" y="848304"/>
            <a:ext cx="657412" cy="788796"/>
            <a:chOff x="4036318" y="3820178"/>
            <a:chExt cx="657409" cy="788792"/>
          </a:xfrm>
        </p:grpSpPr>
        <p:sp>
          <p:nvSpPr>
            <p:cNvPr id="3651" name="Google Shape;3651;p44"/>
            <p:cNvSpPr/>
            <p:nvPr/>
          </p:nvSpPr>
          <p:spPr>
            <a:xfrm>
              <a:off x="4036318" y="3820178"/>
              <a:ext cx="657409" cy="788792"/>
            </a:xfrm>
            <a:custGeom>
              <a:rect b="b" l="l" r="r" t="t"/>
              <a:pathLst>
                <a:path extrusionOk="0" h="8499" w="7083">
                  <a:moveTo>
                    <a:pt x="3542" y="0"/>
                  </a:moveTo>
                  <a:cubicBezTo>
                    <a:pt x="1589" y="0"/>
                    <a:pt x="1" y="1570"/>
                    <a:pt x="1" y="3541"/>
                  </a:cubicBezTo>
                  <a:cubicBezTo>
                    <a:pt x="1" y="5015"/>
                    <a:pt x="939" y="6317"/>
                    <a:pt x="2259" y="6834"/>
                  </a:cubicBezTo>
                  <a:cubicBezTo>
                    <a:pt x="1972" y="6968"/>
                    <a:pt x="1743" y="7255"/>
                    <a:pt x="1743" y="7618"/>
                  </a:cubicBezTo>
                  <a:cubicBezTo>
                    <a:pt x="1743" y="8097"/>
                    <a:pt x="2106" y="8441"/>
                    <a:pt x="2566" y="8441"/>
                  </a:cubicBezTo>
                  <a:lnTo>
                    <a:pt x="4403" y="8499"/>
                  </a:lnTo>
                  <a:cubicBezTo>
                    <a:pt x="4767" y="8499"/>
                    <a:pt x="5073" y="8250"/>
                    <a:pt x="5188" y="7886"/>
                  </a:cubicBezTo>
                  <a:cubicBezTo>
                    <a:pt x="5226" y="7791"/>
                    <a:pt x="5245" y="7733"/>
                    <a:pt x="5245" y="7657"/>
                  </a:cubicBezTo>
                  <a:cubicBezTo>
                    <a:pt x="5245" y="7293"/>
                    <a:pt x="5035" y="6987"/>
                    <a:pt x="4709" y="6872"/>
                  </a:cubicBezTo>
                  <a:cubicBezTo>
                    <a:pt x="6107" y="6393"/>
                    <a:pt x="7083" y="5073"/>
                    <a:pt x="7083" y="3541"/>
                  </a:cubicBezTo>
                  <a:cubicBezTo>
                    <a:pt x="7083" y="1589"/>
                    <a:pt x="5513" y="0"/>
                    <a:pt x="3542" y="0"/>
                  </a:cubicBezTo>
                  <a:close/>
                </a:path>
              </a:pathLst>
            </a:custGeom>
            <a:solidFill>
              <a:srgbClr val="FFFFFF"/>
            </a:solidFill>
            <a:ln>
              <a:noFill/>
            </a:ln>
            <a:effectLst>
              <a:outerShdw blurRad="85725" rotWithShape="0" algn="bl" dir="5040000" dist="95250">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44"/>
            <p:cNvSpPr/>
            <p:nvPr/>
          </p:nvSpPr>
          <p:spPr>
            <a:xfrm>
              <a:off x="4103887" y="3887652"/>
              <a:ext cx="524126" cy="653846"/>
            </a:xfrm>
            <a:custGeom>
              <a:rect b="b" l="l" r="r" t="t"/>
              <a:pathLst>
                <a:path extrusionOk="0" h="7045" w="5647">
                  <a:moveTo>
                    <a:pt x="2814" y="1"/>
                  </a:moveTo>
                  <a:cubicBezTo>
                    <a:pt x="1263" y="1"/>
                    <a:pt x="0" y="1264"/>
                    <a:pt x="0" y="2814"/>
                  </a:cubicBezTo>
                  <a:cubicBezTo>
                    <a:pt x="0" y="4326"/>
                    <a:pt x="1168" y="5551"/>
                    <a:pt x="2622" y="5628"/>
                  </a:cubicBezTo>
                  <a:lnTo>
                    <a:pt x="2622" y="6776"/>
                  </a:lnTo>
                  <a:lnTo>
                    <a:pt x="1857" y="6757"/>
                  </a:lnTo>
                  <a:cubicBezTo>
                    <a:pt x="1780" y="6757"/>
                    <a:pt x="1742" y="6815"/>
                    <a:pt x="1742" y="6872"/>
                  </a:cubicBezTo>
                  <a:cubicBezTo>
                    <a:pt x="1742" y="6949"/>
                    <a:pt x="1780" y="7006"/>
                    <a:pt x="1857" y="7006"/>
                  </a:cubicBezTo>
                  <a:lnTo>
                    <a:pt x="3675" y="7044"/>
                  </a:lnTo>
                  <a:cubicBezTo>
                    <a:pt x="3733" y="7044"/>
                    <a:pt x="3771" y="7006"/>
                    <a:pt x="3790" y="6930"/>
                  </a:cubicBezTo>
                  <a:cubicBezTo>
                    <a:pt x="3790" y="6853"/>
                    <a:pt x="3752" y="6815"/>
                    <a:pt x="3675" y="6815"/>
                  </a:cubicBezTo>
                  <a:lnTo>
                    <a:pt x="2871" y="6776"/>
                  </a:lnTo>
                  <a:lnTo>
                    <a:pt x="2871" y="5628"/>
                  </a:lnTo>
                  <a:cubicBezTo>
                    <a:pt x="4402" y="5609"/>
                    <a:pt x="5647" y="4346"/>
                    <a:pt x="5647" y="2814"/>
                  </a:cubicBezTo>
                  <a:cubicBezTo>
                    <a:pt x="5647" y="1264"/>
                    <a:pt x="4364" y="1"/>
                    <a:pt x="28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44"/>
            <p:cNvSpPr/>
            <p:nvPr/>
          </p:nvSpPr>
          <p:spPr>
            <a:xfrm>
              <a:off x="4102031" y="3885888"/>
              <a:ext cx="524219" cy="525954"/>
            </a:xfrm>
            <a:custGeom>
              <a:rect b="b" l="l" r="r" t="t"/>
              <a:pathLst>
                <a:path extrusionOk="0" h="5667" w="5648">
                  <a:moveTo>
                    <a:pt x="2834" y="1"/>
                  </a:moveTo>
                  <a:cubicBezTo>
                    <a:pt x="1283" y="1"/>
                    <a:pt x="1" y="1283"/>
                    <a:pt x="1" y="2833"/>
                  </a:cubicBezTo>
                  <a:cubicBezTo>
                    <a:pt x="1" y="4384"/>
                    <a:pt x="1283" y="5666"/>
                    <a:pt x="2834" y="5666"/>
                  </a:cubicBezTo>
                  <a:cubicBezTo>
                    <a:pt x="4384" y="5666"/>
                    <a:pt x="5647" y="4384"/>
                    <a:pt x="5647" y="2833"/>
                  </a:cubicBezTo>
                  <a:cubicBezTo>
                    <a:pt x="5647" y="1283"/>
                    <a:pt x="4384" y="1"/>
                    <a:pt x="28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44"/>
            <p:cNvSpPr/>
            <p:nvPr/>
          </p:nvSpPr>
          <p:spPr>
            <a:xfrm>
              <a:off x="4347247" y="4015545"/>
              <a:ext cx="26731" cy="522427"/>
            </a:xfrm>
            <a:custGeom>
              <a:rect b="b" l="l" r="r" t="t"/>
              <a:pathLst>
                <a:path extrusionOk="0" h="5629" w="288">
                  <a:moveTo>
                    <a:pt x="173" y="1"/>
                  </a:moveTo>
                  <a:cubicBezTo>
                    <a:pt x="96" y="1"/>
                    <a:pt x="58" y="58"/>
                    <a:pt x="58" y="116"/>
                  </a:cubicBezTo>
                  <a:lnTo>
                    <a:pt x="0" y="5513"/>
                  </a:lnTo>
                  <a:cubicBezTo>
                    <a:pt x="0" y="5571"/>
                    <a:pt x="58" y="5628"/>
                    <a:pt x="115" y="5628"/>
                  </a:cubicBezTo>
                  <a:cubicBezTo>
                    <a:pt x="173" y="5628"/>
                    <a:pt x="249" y="5571"/>
                    <a:pt x="249" y="5513"/>
                  </a:cubicBezTo>
                  <a:lnTo>
                    <a:pt x="288" y="116"/>
                  </a:lnTo>
                  <a:cubicBezTo>
                    <a:pt x="288" y="58"/>
                    <a:pt x="249"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44"/>
            <p:cNvSpPr/>
            <p:nvPr/>
          </p:nvSpPr>
          <p:spPr>
            <a:xfrm>
              <a:off x="4265478" y="4514772"/>
              <a:ext cx="190178" cy="26729"/>
            </a:xfrm>
            <a:custGeom>
              <a:rect b="b" l="l" r="r" t="t"/>
              <a:pathLst>
                <a:path extrusionOk="0" h="288" w="2049">
                  <a:moveTo>
                    <a:pt x="116" y="0"/>
                  </a:moveTo>
                  <a:cubicBezTo>
                    <a:pt x="39" y="0"/>
                    <a:pt x="1" y="58"/>
                    <a:pt x="1" y="134"/>
                  </a:cubicBezTo>
                  <a:cubicBezTo>
                    <a:pt x="1" y="192"/>
                    <a:pt x="39" y="249"/>
                    <a:pt x="116" y="249"/>
                  </a:cubicBezTo>
                  <a:lnTo>
                    <a:pt x="1934" y="287"/>
                  </a:lnTo>
                  <a:cubicBezTo>
                    <a:pt x="1992" y="287"/>
                    <a:pt x="2030" y="249"/>
                    <a:pt x="2049" y="173"/>
                  </a:cubicBezTo>
                  <a:cubicBezTo>
                    <a:pt x="2049" y="96"/>
                    <a:pt x="2011" y="58"/>
                    <a:pt x="1934" y="58"/>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44"/>
            <p:cNvSpPr/>
            <p:nvPr/>
          </p:nvSpPr>
          <p:spPr>
            <a:xfrm>
              <a:off x="4277915" y="4063806"/>
              <a:ext cx="172450" cy="152580"/>
            </a:xfrm>
            <a:custGeom>
              <a:rect b="b" l="l" r="r" t="t"/>
              <a:pathLst>
                <a:path extrusionOk="0" h="1644" w="1858">
                  <a:moveTo>
                    <a:pt x="1724" y="1"/>
                  </a:moveTo>
                  <a:cubicBezTo>
                    <a:pt x="1674" y="1"/>
                    <a:pt x="1622" y="28"/>
                    <a:pt x="1609" y="55"/>
                  </a:cubicBezTo>
                  <a:lnTo>
                    <a:pt x="862" y="1280"/>
                  </a:lnTo>
                  <a:lnTo>
                    <a:pt x="250" y="151"/>
                  </a:lnTo>
                  <a:cubicBezTo>
                    <a:pt x="209" y="124"/>
                    <a:pt x="169" y="97"/>
                    <a:pt x="128" y="97"/>
                  </a:cubicBezTo>
                  <a:cubicBezTo>
                    <a:pt x="111" y="97"/>
                    <a:pt x="94" y="101"/>
                    <a:pt x="77" y="112"/>
                  </a:cubicBezTo>
                  <a:cubicBezTo>
                    <a:pt x="39" y="151"/>
                    <a:pt x="1" y="227"/>
                    <a:pt x="39" y="266"/>
                  </a:cubicBezTo>
                  <a:lnTo>
                    <a:pt x="767" y="1567"/>
                  </a:lnTo>
                  <a:cubicBezTo>
                    <a:pt x="805" y="1605"/>
                    <a:pt x="824" y="1644"/>
                    <a:pt x="862" y="1644"/>
                  </a:cubicBezTo>
                  <a:cubicBezTo>
                    <a:pt x="901" y="1644"/>
                    <a:pt x="939" y="1644"/>
                    <a:pt x="958" y="1567"/>
                  </a:cubicBezTo>
                  <a:lnTo>
                    <a:pt x="1819" y="170"/>
                  </a:lnTo>
                  <a:cubicBezTo>
                    <a:pt x="1858" y="132"/>
                    <a:pt x="1819" y="36"/>
                    <a:pt x="1781" y="17"/>
                  </a:cubicBezTo>
                  <a:cubicBezTo>
                    <a:pt x="1764" y="6"/>
                    <a:pt x="1744" y="1"/>
                    <a:pt x="17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44"/>
            <p:cNvSpPr/>
            <p:nvPr/>
          </p:nvSpPr>
          <p:spPr>
            <a:xfrm>
              <a:off x="4277915" y="4199588"/>
              <a:ext cx="186651" cy="142927"/>
            </a:xfrm>
            <a:custGeom>
              <a:rect b="b" l="l" r="r" t="t"/>
              <a:pathLst>
                <a:path extrusionOk="0" h="1540" w="2011">
                  <a:moveTo>
                    <a:pt x="124" y="1"/>
                  </a:moveTo>
                  <a:cubicBezTo>
                    <a:pt x="108" y="1"/>
                    <a:pt x="93" y="3"/>
                    <a:pt x="77" y="8"/>
                  </a:cubicBezTo>
                  <a:cubicBezTo>
                    <a:pt x="39" y="47"/>
                    <a:pt x="1" y="123"/>
                    <a:pt x="39" y="181"/>
                  </a:cubicBezTo>
                  <a:lnTo>
                    <a:pt x="767" y="1463"/>
                  </a:lnTo>
                  <a:cubicBezTo>
                    <a:pt x="767" y="1521"/>
                    <a:pt x="824" y="1540"/>
                    <a:pt x="862" y="1540"/>
                  </a:cubicBezTo>
                  <a:cubicBezTo>
                    <a:pt x="901" y="1540"/>
                    <a:pt x="920" y="1521"/>
                    <a:pt x="996" y="1482"/>
                  </a:cubicBezTo>
                  <a:lnTo>
                    <a:pt x="1992" y="219"/>
                  </a:lnTo>
                  <a:cubicBezTo>
                    <a:pt x="2011" y="181"/>
                    <a:pt x="2011" y="104"/>
                    <a:pt x="1972" y="47"/>
                  </a:cubicBezTo>
                  <a:cubicBezTo>
                    <a:pt x="1951" y="40"/>
                    <a:pt x="1930" y="35"/>
                    <a:pt x="1909" y="35"/>
                  </a:cubicBezTo>
                  <a:cubicBezTo>
                    <a:pt x="1873" y="35"/>
                    <a:pt x="1837" y="49"/>
                    <a:pt x="1800" y="85"/>
                  </a:cubicBezTo>
                  <a:lnTo>
                    <a:pt x="901" y="1195"/>
                  </a:lnTo>
                  <a:lnTo>
                    <a:pt x="250" y="47"/>
                  </a:lnTo>
                  <a:cubicBezTo>
                    <a:pt x="208" y="19"/>
                    <a:pt x="16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8" name="Google Shape;3658;p44"/>
          <p:cNvGrpSpPr/>
          <p:nvPr/>
        </p:nvGrpSpPr>
        <p:grpSpPr>
          <a:xfrm>
            <a:off x="807889" y="4214230"/>
            <a:ext cx="773154" cy="349422"/>
            <a:chOff x="6892614" y="3632855"/>
            <a:chExt cx="773154" cy="349422"/>
          </a:xfrm>
        </p:grpSpPr>
        <p:sp>
          <p:nvSpPr>
            <p:cNvPr id="3659" name="Google Shape;3659;p44"/>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44"/>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1" name="Google Shape;3661;p44"/>
          <p:cNvGrpSpPr/>
          <p:nvPr/>
        </p:nvGrpSpPr>
        <p:grpSpPr>
          <a:xfrm>
            <a:off x="1369233" y="1528909"/>
            <a:ext cx="1421872" cy="2347227"/>
            <a:chOff x="1369233" y="1528909"/>
            <a:chExt cx="1421872" cy="2347227"/>
          </a:xfrm>
        </p:grpSpPr>
        <p:sp>
          <p:nvSpPr>
            <p:cNvPr id="3662" name="Google Shape;3662;p44"/>
            <p:cNvSpPr/>
            <p:nvPr/>
          </p:nvSpPr>
          <p:spPr>
            <a:xfrm>
              <a:off x="1369233" y="1528909"/>
              <a:ext cx="1421872" cy="2347227"/>
            </a:xfrm>
            <a:custGeom>
              <a:rect b="b" l="l" r="r" t="t"/>
              <a:pathLst>
                <a:path extrusionOk="0" h="55490" w="33612">
                  <a:moveTo>
                    <a:pt x="22089" y="1"/>
                  </a:moveTo>
                  <a:cubicBezTo>
                    <a:pt x="21668" y="1"/>
                    <a:pt x="21266" y="154"/>
                    <a:pt x="20959" y="441"/>
                  </a:cubicBezTo>
                  <a:lnTo>
                    <a:pt x="18586" y="2604"/>
                  </a:lnTo>
                  <a:cubicBezTo>
                    <a:pt x="18088" y="3044"/>
                    <a:pt x="17916" y="3771"/>
                    <a:pt x="18127" y="4384"/>
                  </a:cubicBezTo>
                  <a:cubicBezTo>
                    <a:pt x="18222" y="4671"/>
                    <a:pt x="18394" y="4920"/>
                    <a:pt x="18605" y="5111"/>
                  </a:cubicBezTo>
                  <a:lnTo>
                    <a:pt x="18605" y="5245"/>
                  </a:lnTo>
                  <a:cubicBezTo>
                    <a:pt x="18490" y="5494"/>
                    <a:pt x="18452" y="5724"/>
                    <a:pt x="18452" y="5992"/>
                  </a:cubicBezTo>
                  <a:cubicBezTo>
                    <a:pt x="18452" y="6106"/>
                    <a:pt x="18452" y="6202"/>
                    <a:pt x="18471" y="6298"/>
                  </a:cubicBezTo>
                  <a:lnTo>
                    <a:pt x="14050" y="6374"/>
                  </a:lnTo>
                  <a:lnTo>
                    <a:pt x="13820" y="6374"/>
                  </a:lnTo>
                  <a:cubicBezTo>
                    <a:pt x="13762" y="6374"/>
                    <a:pt x="13667" y="6394"/>
                    <a:pt x="13590" y="6394"/>
                  </a:cubicBezTo>
                  <a:lnTo>
                    <a:pt x="6546" y="6489"/>
                  </a:lnTo>
                  <a:cubicBezTo>
                    <a:pt x="5857" y="6489"/>
                    <a:pt x="5207" y="6968"/>
                    <a:pt x="4996" y="7638"/>
                  </a:cubicBezTo>
                  <a:lnTo>
                    <a:pt x="4403" y="9456"/>
                  </a:lnTo>
                  <a:cubicBezTo>
                    <a:pt x="4154" y="9781"/>
                    <a:pt x="4001" y="10183"/>
                    <a:pt x="4001" y="10604"/>
                  </a:cubicBezTo>
                  <a:lnTo>
                    <a:pt x="4001" y="10738"/>
                  </a:lnTo>
                  <a:lnTo>
                    <a:pt x="3350" y="12710"/>
                  </a:lnTo>
                  <a:cubicBezTo>
                    <a:pt x="3005" y="13054"/>
                    <a:pt x="2814" y="13476"/>
                    <a:pt x="2814" y="13992"/>
                  </a:cubicBezTo>
                  <a:cubicBezTo>
                    <a:pt x="2814" y="14088"/>
                    <a:pt x="2814" y="14145"/>
                    <a:pt x="2852" y="14241"/>
                  </a:cubicBezTo>
                  <a:lnTo>
                    <a:pt x="2182" y="16308"/>
                  </a:lnTo>
                  <a:cubicBezTo>
                    <a:pt x="1991" y="16595"/>
                    <a:pt x="1857" y="16921"/>
                    <a:pt x="1857" y="17285"/>
                  </a:cubicBezTo>
                  <a:lnTo>
                    <a:pt x="1130" y="19505"/>
                  </a:lnTo>
                  <a:cubicBezTo>
                    <a:pt x="938" y="19773"/>
                    <a:pt x="804" y="20117"/>
                    <a:pt x="804" y="20462"/>
                  </a:cubicBezTo>
                  <a:lnTo>
                    <a:pt x="173" y="22376"/>
                  </a:lnTo>
                  <a:cubicBezTo>
                    <a:pt x="0" y="22912"/>
                    <a:pt x="77" y="23467"/>
                    <a:pt x="383" y="23888"/>
                  </a:cubicBezTo>
                  <a:cubicBezTo>
                    <a:pt x="689" y="24328"/>
                    <a:pt x="1187" y="24577"/>
                    <a:pt x="1723" y="24577"/>
                  </a:cubicBezTo>
                  <a:lnTo>
                    <a:pt x="2316" y="24577"/>
                  </a:lnTo>
                  <a:lnTo>
                    <a:pt x="2278" y="43584"/>
                  </a:lnTo>
                  <a:cubicBezTo>
                    <a:pt x="2240" y="43679"/>
                    <a:pt x="2240" y="43794"/>
                    <a:pt x="2240" y="43890"/>
                  </a:cubicBezTo>
                  <a:lnTo>
                    <a:pt x="2240" y="44809"/>
                  </a:lnTo>
                  <a:cubicBezTo>
                    <a:pt x="2221" y="44924"/>
                    <a:pt x="2202" y="45058"/>
                    <a:pt x="2202" y="45211"/>
                  </a:cubicBezTo>
                  <a:cubicBezTo>
                    <a:pt x="2202" y="45345"/>
                    <a:pt x="2221" y="45479"/>
                    <a:pt x="2240" y="45613"/>
                  </a:cubicBezTo>
                  <a:lnTo>
                    <a:pt x="2240" y="46684"/>
                  </a:lnTo>
                  <a:cubicBezTo>
                    <a:pt x="2202" y="46838"/>
                    <a:pt x="2182" y="47029"/>
                    <a:pt x="2182" y="47201"/>
                  </a:cubicBezTo>
                  <a:lnTo>
                    <a:pt x="2182" y="47259"/>
                  </a:lnTo>
                  <a:cubicBezTo>
                    <a:pt x="2087" y="47335"/>
                    <a:pt x="2010" y="47412"/>
                    <a:pt x="1934" y="47508"/>
                  </a:cubicBezTo>
                  <a:cubicBezTo>
                    <a:pt x="1914" y="47527"/>
                    <a:pt x="1895" y="47584"/>
                    <a:pt x="1857" y="47603"/>
                  </a:cubicBezTo>
                  <a:cubicBezTo>
                    <a:pt x="1608" y="47699"/>
                    <a:pt x="1340" y="47833"/>
                    <a:pt x="1130" y="48063"/>
                  </a:cubicBezTo>
                  <a:cubicBezTo>
                    <a:pt x="785" y="48388"/>
                    <a:pt x="613" y="48828"/>
                    <a:pt x="613" y="49345"/>
                  </a:cubicBezTo>
                  <a:lnTo>
                    <a:pt x="613" y="49517"/>
                  </a:lnTo>
                  <a:lnTo>
                    <a:pt x="613" y="50092"/>
                  </a:lnTo>
                  <a:lnTo>
                    <a:pt x="613" y="50838"/>
                  </a:lnTo>
                  <a:cubicBezTo>
                    <a:pt x="594" y="53479"/>
                    <a:pt x="594" y="54302"/>
                    <a:pt x="1264" y="54972"/>
                  </a:cubicBezTo>
                  <a:cubicBezTo>
                    <a:pt x="1608" y="55298"/>
                    <a:pt x="2087" y="55489"/>
                    <a:pt x="2565" y="55489"/>
                  </a:cubicBezTo>
                  <a:lnTo>
                    <a:pt x="4364" y="55489"/>
                  </a:lnTo>
                  <a:cubicBezTo>
                    <a:pt x="5551" y="55470"/>
                    <a:pt x="7082" y="55470"/>
                    <a:pt x="8441" y="55451"/>
                  </a:cubicBezTo>
                  <a:lnTo>
                    <a:pt x="8614" y="55451"/>
                  </a:lnTo>
                  <a:cubicBezTo>
                    <a:pt x="8671" y="55451"/>
                    <a:pt x="8748" y="55413"/>
                    <a:pt x="8824" y="55413"/>
                  </a:cubicBezTo>
                  <a:cubicBezTo>
                    <a:pt x="9896" y="55393"/>
                    <a:pt x="10815" y="55393"/>
                    <a:pt x="11255" y="55393"/>
                  </a:cubicBezTo>
                  <a:lnTo>
                    <a:pt x="11580" y="55393"/>
                  </a:lnTo>
                  <a:cubicBezTo>
                    <a:pt x="11810" y="55393"/>
                    <a:pt x="12059" y="55355"/>
                    <a:pt x="12269" y="55259"/>
                  </a:cubicBezTo>
                  <a:lnTo>
                    <a:pt x="22012" y="55221"/>
                  </a:lnTo>
                  <a:lnTo>
                    <a:pt x="22165" y="55221"/>
                  </a:lnTo>
                  <a:cubicBezTo>
                    <a:pt x="22261" y="55259"/>
                    <a:pt x="22395" y="55259"/>
                    <a:pt x="22510" y="55259"/>
                  </a:cubicBezTo>
                  <a:cubicBezTo>
                    <a:pt x="22605" y="55259"/>
                    <a:pt x="23352" y="55221"/>
                    <a:pt x="24347" y="55221"/>
                  </a:cubicBezTo>
                  <a:cubicBezTo>
                    <a:pt x="26529" y="55221"/>
                    <a:pt x="30166" y="55183"/>
                    <a:pt x="31238" y="55183"/>
                  </a:cubicBezTo>
                  <a:lnTo>
                    <a:pt x="31544" y="55183"/>
                  </a:lnTo>
                  <a:cubicBezTo>
                    <a:pt x="32501" y="55183"/>
                    <a:pt x="33305" y="54417"/>
                    <a:pt x="33343" y="53479"/>
                  </a:cubicBezTo>
                  <a:cubicBezTo>
                    <a:pt x="33496" y="51450"/>
                    <a:pt x="33535" y="50053"/>
                    <a:pt x="33458" y="49249"/>
                  </a:cubicBezTo>
                  <a:cubicBezTo>
                    <a:pt x="33362" y="48120"/>
                    <a:pt x="32922" y="47431"/>
                    <a:pt x="32118" y="47163"/>
                  </a:cubicBezTo>
                  <a:lnTo>
                    <a:pt x="32023" y="47067"/>
                  </a:lnTo>
                  <a:lnTo>
                    <a:pt x="31678" y="46780"/>
                  </a:lnTo>
                  <a:cubicBezTo>
                    <a:pt x="31640" y="46761"/>
                    <a:pt x="31640" y="46723"/>
                    <a:pt x="31621" y="46684"/>
                  </a:cubicBezTo>
                  <a:lnTo>
                    <a:pt x="31621" y="46034"/>
                  </a:lnTo>
                  <a:cubicBezTo>
                    <a:pt x="31735" y="45804"/>
                    <a:pt x="31812" y="45517"/>
                    <a:pt x="31812" y="45230"/>
                  </a:cubicBezTo>
                  <a:cubicBezTo>
                    <a:pt x="31812" y="44924"/>
                    <a:pt x="31735" y="44636"/>
                    <a:pt x="31601" y="44368"/>
                  </a:cubicBezTo>
                  <a:lnTo>
                    <a:pt x="31582" y="43641"/>
                  </a:lnTo>
                  <a:cubicBezTo>
                    <a:pt x="31582" y="43488"/>
                    <a:pt x="31544" y="43316"/>
                    <a:pt x="31506" y="43163"/>
                  </a:cubicBezTo>
                  <a:lnTo>
                    <a:pt x="31046" y="24883"/>
                  </a:lnTo>
                  <a:lnTo>
                    <a:pt x="31831" y="24883"/>
                  </a:lnTo>
                  <a:cubicBezTo>
                    <a:pt x="32386" y="24883"/>
                    <a:pt x="32884" y="24635"/>
                    <a:pt x="33209" y="24194"/>
                  </a:cubicBezTo>
                  <a:cubicBezTo>
                    <a:pt x="33516" y="23773"/>
                    <a:pt x="33611" y="23199"/>
                    <a:pt x="33420" y="22663"/>
                  </a:cubicBezTo>
                  <a:lnTo>
                    <a:pt x="32673" y="20577"/>
                  </a:lnTo>
                  <a:cubicBezTo>
                    <a:pt x="32654" y="20270"/>
                    <a:pt x="32559" y="19964"/>
                    <a:pt x="32367" y="19696"/>
                  </a:cubicBezTo>
                  <a:lnTo>
                    <a:pt x="31831" y="18242"/>
                  </a:lnTo>
                  <a:lnTo>
                    <a:pt x="31831" y="18127"/>
                  </a:lnTo>
                  <a:cubicBezTo>
                    <a:pt x="31831" y="17840"/>
                    <a:pt x="31774" y="17572"/>
                    <a:pt x="31640" y="17323"/>
                  </a:cubicBezTo>
                  <a:cubicBezTo>
                    <a:pt x="31640" y="17227"/>
                    <a:pt x="31640" y="17131"/>
                    <a:pt x="31621" y="17036"/>
                  </a:cubicBezTo>
                  <a:cubicBezTo>
                    <a:pt x="31582" y="16595"/>
                    <a:pt x="31334" y="16213"/>
                    <a:pt x="31008" y="15926"/>
                  </a:cubicBezTo>
                  <a:lnTo>
                    <a:pt x="30376" y="14165"/>
                  </a:lnTo>
                  <a:lnTo>
                    <a:pt x="30376" y="14126"/>
                  </a:lnTo>
                  <a:cubicBezTo>
                    <a:pt x="30376" y="13667"/>
                    <a:pt x="30204" y="13265"/>
                    <a:pt x="29955" y="12959"/>
                  </a:cubicBezTo>
                  <a:lnTo>
                    <a:pt x="29171" y="10758"/>
                  </a:lnTo>
                  <a:lnTo>
                    <a:pt x="29171" y="10585"/>
                  </a:lnTo>
                  <a:cubicBezTo>
                    <a:pt x="29171" y="10088"/>
                    <a:pt x="28979" y="9647"/>
                    <a:pt x="28635" y="9322"/>
                  </a:cubicBezTo>
                  <a:lnTo>
                    <a:pt x="27907" y="7293"/>
                  </a:lnTo>
                  <a:cubicBezTo>
                    <a:pt x="27678" y="6642"/>
                    <a:pt x="27065" y="6183"/>
                    <a:pt x="26338" y="6183"/>
                  </a:cubicBezTo>
                  <a:lnTo>
                    <a:pt x="25209" y="6202"/>
                  </a:lnTo>
                  <a:lnTo>
                    <a:pt x="25209" y="6068"/>
                  </a:lnTo>
                  <a:cubicBezTo>
                    <a:pt x="25209" y="5819"/>
                    <a:pt x="25170" y="5609"/>
                    <a:pt x="25094" y="5398"/>
                  </a:cubicBezTo>
                  <a:cubicBezTo>
                    <a:pt x="25228" y="5264"/>
                    <a:pt x="25362" y="5111"/>
                    <a:pt x="25457" y="4939"/>
                  </a:cubicBezTo>
                  <a:cubicBezTo>
                    <a:pt x="25764" y="4365"/>
                    <a:pt x="25725" y="3637"/>
                    <a:pt x="25304" y="3120"/>
                  </a:cubicBezTo>
                  <a:lnTo>
                    <a:pt x="23390" y="651"/>
                  </a:lnTo>
                  <a:cubicBezTo>
                    <a:pt x="23103" y="269"/>
                    <a:pt x="22682" y="58"/>
                    <a:pt x="22223" y="1"/>
                  </a:cubicBezTo>
                  <a:close/>
                </a:path>
              </a:pathLst>
            </a:custGeom>
            <a:solidFill>
              <a:schemeClr val="lt1"/>
            </a:solidFill>
            <a:ln>
              <a:noFill/>
            </a:ln>
            <a:effectLst>
              <a:outerShdw blurRad="114300" rotWithShape="0" algn="bl" dir="4800000" dist="7620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44"/>
            <p:cNvSpPr/>
            <p:nvPr/>
          </p:nvSpPr>
          <p:spPr>
            <a:xfrm>
              <a:off x="2684125" y="2969475"/>
              <a:ext cx="24324" cy="26607"/>
            </a:xfrm>
            <a:custGeom>
              <a:rect b="b" l="l" r="r" t="t"/>
              <a:pathLst>
                <a:path extrusionOk="0" h="629" w="575">
                  <a:moveTo>
                    <a:pt x="130" y="0"/>
                  </a:moveTo>
                  <a:cubicBezTo>
                    <a:pt x="106" y="0"/>
                    <a:pt x="82" y="11"/>
                    <a:pt x="58" y="35"/>
                  </a:cubicBezTo>
                  <a:cubicBezTo>
                    <a:pt x="20" y="73"/>
                    <a:pt x="1" y="150"/>
                    <a:pt x="39" y="188"/>
                  </a:cubicBezTo>
                  <a:cubicBezTo>
                    <a:pt x="135" y="341"/>
                    <a:pt x="230" y="456"/>
                    <a:pt x="345" y="571"/>
                  </a:cubicBezTo>
                  <a:cubicBezTo>
                    <a:pt x="364" y="609"/>
                    <a:pt x="422" y="628"/>
                    <a:pt x="441" y="628"/>
                  </a:cubicBezTo>
                  <a:cubicBezTo>
                    <a:pt x="479" y="628"/>
                    <a:pt x="517" y="628"/>
                    <a:pt x="517" y="571"/>
                  </a:cubicBezTo>
                  <a:cubicBezTo>
                    <a:pt x="575" y="533"/>
                    <a:pt x="575" y="456"/>
                    <a:pt x="517" y="418"/>
                  </a:cubicBezTo>
                  <a:cubicBezTo>
                    <a:pt x="422" y="322"/>
                    <a:pt x="326" y="188"/>
                    <a:pt x="230" y="54"/>
                  </a:cubicBezTo>
                  <a:cubicBezTo>
                    <a:pt x="197" y="21"/>
                    <a:pt x="164"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44"/>
            <p:cNvSpPr/>
            <p:nvPr/>
          </p:nvSpPr>
          <p:spPr>
            <a:xfrm>
              <a:off x="2667924" y="2935888"/>
              <a:ext cx="17048" cy="26987"/>
            </a:xfrm>
            <a:custGeom>
              <a:rect b="b" l="l" r="r" t="t"/>
              <a:pathLst>
                <a:path extrusionOk="0" h="638" w="403">
                  <a:moveTo>
                    <a:pt x="127" y="1"/>
                  </a:moveTo>
                  <a:cubicBezTo>
                    <a:pt x="117" y="1"/>
                    <a:pt x="107" y="3"/>
                    <a:pt x="97" y="6"/>
                  </a:cubicBezTo>
                  <a:cubicBezTo>
                    <a:pt x="39" y="25"/>
                    <a:pt x="1" y="82"/>
                    <a:pt x="20" y="159"/>
                  </a:cubicBezTo>
                  <a:cubicBezTo>
                    <a:pt x="20" y="159"/>
                    <a:pt x="58" y="312"/>
                    <a:pt x="192" y="561"/>
                  </a:cubicBezTo>
                  <a:cubicBezTo>
                    <a:pt x="211" y="599"/>
                    <a:pt x="250" y="638"/>
                    <a:pt x="307" y="638"/>
                  </a:cubicBezTo>
                  <a:lnTo>
                    <a:pt x="326" y="638"/>
                  </a:lnTo>
                  <a:cubicBezTo>
                    <a:pt x="384" y="580"/>
                    <a:pt x="403" y="542"/>
                    <a:pt x="384" y="465"/>
                  </a:cubicBezTo>
                  <a:cubicBezTo>
                    <a:pt x="269" y="255"/>
                    <a:pt x="231" y="82"/>
                    <a:pt x="231" y="82"/>
                  </a:cubicBezTo>
                  <a:cubicBezTo>
                    <a:pt x="215" y="35"/>
                    <a:pt x="173" y="1"/>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44"/>
            <p:cNvSpPr/>
            <p:nvPr/>
          </p:nvSpPr>
          <p:spPr>
            <a:xfrm>
              <a:off x="2220207" y="1689231"/>
              <a:ext cx="141713" cy="218649"/>
            </a:xfrm>
            <a:custGeom>
              <a:rect b="b" l="l" r="r" t="t"/>
              <a:pathLst>
                <a:path extrusionOk="0" h="5169" w="3350">
                  <a:moveTo>
                    <a:pt x="268" y="0"/>
                  </a:moveTo>
                  <a:lnTo>
                    <a:pt x="0" y="4900"/>
                  </a:lnTo>
                  <a:lnTo>
                    <a:pt x="3350" y="5168"/>
                  </a:lnTo>
                  <a:lnTo>
                    <a:pt x="3311" y="154"/>
                  </a:lnTo>
                  <a:lnTo>
                    <a:pt x="2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44"/>
            <p:cNvSpPr/>
            <p:nvPr/>
          </p:nvSpPr>
          <p:spPr>
            <a:xfrm>
              <a:off x="1535223" y="2329670"/>
              <a:ext cx="1108495" cy="1455797"/>
            </a:xfrm>
            <a:custGeom>
              <a:rect b="b" l="l" r="r" t="t"/>
              <a:pathLst>
                <a:path extrusionOk="0" h="34416" w="26204">
                  <a:moveTo>
                    <a:pt x="25361" y="1"/>
                  </a:moveTo>
                  <a:lnTo>
                    <a:pt x="96" y="919"/>
                  </a:lnTo>
                  <a:lnTo>
                    <a:pt x="0" y="34415"/>
                  </a:lnTo>
                  <a:lnTo>
                    <a:pt x="26204" y="34224"/>
                  </a:lnTo>
                  <a:lnTo>
                    <a:pt x="253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67" name="Google Shape;3667;p44"/>
            <p:cNvGrpSpPr/>
            <p:nvPr/>
          </p:nvGrpSpPr>
          <p:grpSpPr>
            <a:xfrm>
              <a:off x="1651805" y="3259999"/>
              <a:ext cx="133634" cy="95558"/>
              <a:chOff x="1651805" y="3259999"/>
              <a:chExt cx="133634" cy="95558"/>
            </a:xfrm>
          </p:grpSpPr>
          <p:sp>
            <p:nvSpPr>
              <p:cNvPr id="3668" name="Google Shape;3668;p44"/>
              <p:cNvSpPr/>
              <p:nvPr/>
            </p:nvSpPr>
            <p:spPr>
              <a:xfrm>
                <a:off x="1665553" y="3343375"/>
                <a:ext cx="101272" cy="12182"/>
              </a:xfrm>
              <a:custGeom>
                <a:rect b="b" l="l" r="r" t="t"/>
                <a:pathLst>
                  <a:path extrusionOk="0" h="288" w="2394">
                    <a:moveTo>
                      <a:pt x="116" y="1"/>
                    </a:moveTo>
                    <a:cubicBezTo>
                      <a:pt x="58" y="1"/>
                      <a:pt x="1" y="39"/>
                      <a:pt x="1" y="115"/>
                    </a:cubicBezTo>
                    <a:cubicBezTo>
                      <a:pt x="1" y="192"/>
                      <a:pt x="58" y="230"/>
                      <a:pt x="116" y="230"/>
                    </a:cubicBezTo>
                    <a:lnTo>
                      <a:pt x="2279" y="288"/>
                    </a:lnTo>
                    <a:cubicBezTo>
                      <a:pt x="2355" y="288"/>
                      <a:pt x="2393" y="230"/>
                      <a:pt x="2393" y="154"/>
                    </a:cubicBezTo>
                    <a:cubicBezTo>
                      <a:pt x="2393" y="96"/>
                      <a:pt x="2355" y="39"/>
                      <a:pt x="2279" y="39"/>
                    </a:cubicBezTo>
                    <a:lnTo>
                      <a:pt x="1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69" name="Google Shape;3669;p44"/>
              <p:cNvGrpSpPr/>
              <p:nvPr/>
            </p:nvGrpSpPr>
            <p:grpSpPr>
              <a:xfrm>
                <a:off x="1651805" y="3259999"/>
                <a:ext cx="133634" cy="88281"/>
                <a:chOff x="1651805" y="3259999"/>
                <a:chExt cx="133634" cy="88281"/>
              </a:xfrm>
            </p:grpSpPr>
            <p:sp>
              <p:nvSpPr>
                <p:cNvPr id="3670" name="Google Shape;3670;p44"/>
                <p:cNvSpPr/>
                <p:nvPr/>
              </p:nvSpPr>
              <p:spPr>
                <a:xfrm>
                  <a:off x="1660689" y="3301285"/>
                  <a:ext cx="121535" cy="10575"/>
                </a:xfrm>
                <a:custGeom>
                  <a:rect b="b" l="l" r="r" t="t"/>
                  <a:pathLst>
                    <a:path extrusionOk="0" h="250" w="2873">
                      <a:moveTo>
                        <a:pt x="116" y="0"/>
                      </a:moveTo>
                      <a:cubicBezTo>
                        <a:pt x="39" y="0"/>
                        <a:pt x="1" y="58"/>
                        <a:pt x="1" y="134"/>
                      </a:cubicBezTo>
                      <a:cubicBezTo>
                        <a:pt x="1" y="192"/>
                        <a:pt x="39" y="249"/>
                        <a:pt x="116" y="249"/>
                      </a:cubicBezTo>
                      <a:lnTo>
                        <a:pt x="2757" y="249"/>
                      </a:lnTo>
                      <a:cubicBezTo>
                        <a:pt x="2815" y="249"/>
                        <a:pt x="2872" y="192"/>
                        <a:pt x="2872" y="134"/>
                      </a:cubicBezTo>
                      <a:cubicBezTo>
                        <a:pt x="2872" y="58"/>
                        <a:pt x="2815" y="0"/>
                        <a:pt x="27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44"/>
                <p:cNvSpPr/>
                <p:nvPr/>
              </p:nvSpPr>
              <p:spPr>
                <a:xfrm>
                  <a:off x="1726298" y="3264018"/>
                  <a:ext cx="14594" cy="47841"/>
                </a:xfrm>
                <a:custGeom>
                  <a:rect b="b" l="l" r="r" t="t"/>
                  <a:pathLst>
                    <a:path extrusionOk="0" h="1131" w="345">
                      <a:moveTo>
                        <a:pt x="96" y="1"/>
                      </a:moveTo>
                      <a:cubicBezTo>
                        <a:pt x="58" y="1"/>
                        <a:pt x="0" y="58"/>
                        <a:pt x="0" y="116"/>
                      </a:cubicBezTo>
                      <a:lnTo>
                        <a:pt x="96" y="1034"/>
                      </a:lnTo>
                      <a:cubicBezTo>
                        <a:pt x="96" y="1073"/>
                        <a:pt x="153" y="1130"/>
                        <a:pt x="211" y="1130"/>
                      </a:cubicBezTo>
                      <a:cubicBezTo>
                        <a:pt x="287" y="1130"/>
                        <a:pt x="345" y="1073"/>
                        <a:pt x="307" y="1015"/>
                      </a:cubicBezTo>
                      <a:lnTo>
                        <a:pt x="211" y="97"/>
                      </a:lnTo>
                      <a:cubicBezTo>
                        <a:pt x="211" y="58"/>
                        <a:pt x="173"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44"/>
                <p:cNvSpPr/>
                <p:nvPr/>
              </p:nvSpPr>
              <p:spPr>
                <a:xfrm>
                  <a:off x="1681755" y="3264864"/>
                  <a:ext cx="10576" cy="46192"/>
                </a:xfrm>
                <a:custGeom>
                  <a:rect b="b" l="l" r="r" t="t"/>
                  <a:pathLst>
                    <a:path extrusionOk="0" h="1092" w="250">
                      <a:moveTo>
                        <a:pt x="115" y="0"/>
                      </a:moveTo>
                      <a:cubicBezTo>
                        <a:pt x="58" y="0"/>
                        <a:pt x="1" y="57"/>
                        <a:pt x="1" y="134"/>
                      </a:cubicBezTo>
                      <a:lnTo>
                        <a:pt x="1" y="957"/>
                      </a:lnTo>
                      <a:cubicBezTo>
                        <a:pt x="1" y="1034"/>
                        <a:pt x="58" y="1091"/>
                        <a:pt x="115" y="1091"/>
                      </a:cubicBezTo>
                      <a:cubicBezTo>
                        <a:pt x="192" y="1091"/>
                        <a:pt x="249" y="1034"/>
                        <a:pt x="249" y="957"/>
                      </a:cubicBezTo>
                      <a:lnTo>
                        <a:pt x="249" y="134"/>
                      </a:lnTo>
                      <a:cubicBezTo>
                        <a:pt x="249" y="57"/>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44"/>
                <p:cNvSpPr/>
                <p:nvPr/>
              </p:nvSpPr>
              <p:spPr>
                <a:xfrm>
                  <a:off x="1712508" y="3301285"/>
                  <a:ext cx="9772" cy="46995"/>
                </a:xfrm>
                <a:custGeom>
                  <a:rect b="b" l="l" r="r" t="t"/>
                  <a:pathLst>
                    <a:path extrusionOk="0" h="1111" w="231">
                      <a:moveTo>
                        <a:pt x="116" y="0"/>
                      </a:moveTo>
                      <a:cubicBezTo>
                        <a:pt x="39" y="0"/>
                        <a:pt x="1" y="58"/>
                        <a:pt x="1" y="134"/>
                      </a:cubicBezTo>
                      <a:lnTo>
                        <a:pt x="1" y="996"/>
                      </a:lnTo>
                      <a:cubicBezTo>
                        <a:pt x="1" y="1053"/>
                        <a:pt x="39" y="1110"/>
                        <a:pt x="116" y="1110"/>
                      </a:cubicBezTo>
                      <a:cubicBezTo>
                        <a:pt x="192" y="1110"/>
                        <a:pt x="231" y="1053"/>
                        <a:pt x="231" y="996"/>
                      </a:cubicBezTo>
                      <a:lnTo>
                        <a:pt x="231" y="134"/>
                      </a:lnTo>
                      <a:cubicBezTo>
                        <a:pt x="231" y="58"/>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44"/>
                <p:cNvSpPr/>
                <p:nvPr/>
              </p:nvSpPr>
              <p:spPr>
                <a:xfrm>
                  <a:off x="1651805" y="3259999"/>
                  <a:ext cx="133634" cy="11379"/>
                </a:xfrm>
                <a:custGeom>
                  <a:rect b="b" l="l" r="r" t="t"/>
                  <a:pathLst>
                    <a:path extrusionOk="0" h="269" w="3159">
                      <a:moveTo>
                        <a:pt x="115" y="0"/>
                      </a:moveTo>
                      <a:cubicBezTo>
                        <a:pt x="39" y="0"/>
                        <a:pt x="0" y="58"/>
                        <a:pt x="0" y="115"/>
                      </a:cubicBezTo>
                      <a:cubicBezTo>
                        <a:pt x="0" y="192"/>
                        <a:pt x="39" y="249"/>
                        <a:pt x="115" y="249"/>
                      </a:cubicBezTo>
                      <a:lnTo>
                        <a:pt x="3025" y="268"/>
                      </a:lnTo>
                      <a:cubicBezTo>
                        <a:pt x="3101" y="268"/>
                        <a:pt x="3159" y="211"/>
                        <a:pt x="3159" y="153"/>
                      </a:cubicBezTo>
                      <a:cubicBezTo>
                        <a:pt x="3159" y="77"/>
                        <a:pt x="3101" y="19"/>
                        <a:pt x="3025" y="19"/>
                      </a:cubicBezTo>
                      <a:lnTo>
                        <a:pt x="11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75" name="Google Shape;3675;p44"/>
            <p:cNvGrpSpPr/>
            <p:nvPr/>
          </p:nvGrpSpPr>
          <p:grpSpPr>
            <a:xfrm>
              <a:off x="1832347" y="2887538"/>
              <a:ext cx="133634" cy="95600"/>
              <a:chOff x="1832347" y="2887538"/>
              <a:chExt cx="133634" cy="95600"/>
            </a:xfrm>
          </p:grpSpPr>
          <p:sp>
            <p:nvSpPr>
              <p:cNvPr id="3676" name="Google Shape;3676;p44"/>
              <p:cNvSpPr/>
              <p:nvPr/>
            </p:nvSpPr>
            <p:spPr>
              <a:xfrm>
                <a:off x="1842077" y="2928824"/>
                <a:ext cx="121493" cy="10575"/>
              </a:xfrm>
              <a:custGeom>
                <a:rect b="b" l="l" r="r" t="t"/>
                <a:pathLst>
                  <a:path extrusionOk="0" h="250" w="2872">
                    <a:moveTo>
                      <a:pt x="115" y="1"/>
                    </a:moveTo>
                    <a:cubicBezTo>
                      <a:pt x="39" y="1"/>
                      <a:pt x="0" y="58"/>
                      <a:pt x="0" y="135"/>
                    </a:cubicBezTo>
                    <a:cubicBezTo>
                      <a:pt x="0" y="192"/>
                      <a:pt x="39" y="249"/>
                      <a:pt x="115" y="249"/>
                    </a:cubicBezTo>
                    <a:lnTo>
                      <a:pt x="2738" y="249"/>
                    </a:lnTo>
                    <a:cubicBezTo>
                      <a:pt x="2814" y="249"/>
                      <a:pt x="2872" y="192"/>
                      <a:pt x="2872" y="13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44"/>
              <p:cNvSpPr/>
              <p:nvPr/>
            </p:nvSpPr>
            <p:spPr>
              <a:xfrm>
                <a:off x="1907643" y="2891598"/>
                <a:ext cx="13833" cy="47799"/>
              </a:xfrm>
              <a:custGeom>
                <a:rect b="b" l="l" r="r" t="t"/>
                <a:pathLst>
                  <a:path extrusionOk="0" h="1130" w="327">
                    <a:moveTo>
                      <a:pt x="97" y="0"/>
                    </a:moveTo>
                    <a:cubicBezTo>
                      <a:pt x="39" y="0"/>
                      <a:pt x="1" y="58"/>
                      <a:pt x="1" y="115"/>
                    </a:cubicBezTo>
                    <a:lnTo>
                      <a:pt x="97" y="1034"/>
                    </a:lnTo>
                    <a:cubicBezTo>
                      <a:pt x="97" y="1072"/>
                      <a:pt x="135" y="1129"/>
                      <a:pt x="211" y="1129"/>
                    </a:cubicBezTo>
                    <a:cubicBezTo>
                      <a:pt x="288" y="1129"/>
                      <a:pt x="326" y="1072"/>
                      <a:pt x="307" y="1015"/>
                    </a:cubicBezTo>
                    <a:lnTo>
                      <a:pt x="211" y="96"/>
                    </a:lnTo>
                    <a:cubicBezTo>
                      <a:pt x="211" y="58"/>
                      <a:pt x="173" y="0"/>
                      <a:pt x="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44"/>
              <p:cNvSpPr/>
              <p:nvPr/>
            </p:nvSpPr>
            <p:spPr>
              <a:xfrm>
                <a:off x="1863143" y="2892402"/>
                <a:ext cx="9730" cy="46192"/>
              </a:xfrm>
              <a:custGeom>
                <a:rect b="b" l="l" r="r" t="t"/>
                <a:pathLst>
                  <a:path extrusionOk="0" h="1092" w="230">
                    <a:moveTo>
                      <a:pt x="115" y="0"/>
                    </a:moveTo>
                    <a:cubicBezTo>
                      <a:pt x="38" y="0"/>
                      <a:pt x="0" y="58"/>
                      <a:pt x="0" y="134"/>
                    </a:cubicBezTo>
                    <a:lnTo>
                      <a:pt x="0" y="957"/>
                    </a:lnTo>
                    <a:cubicBezTo>
                      <a:pt x="0" y="1034"/>
                      <a:pt x="38" y="1091"/>
                      <a:pt x="115" y="1091"/>
                    </a:cubicBezTo>
                    <a:cubicBezTo>
                      <a:pt x="192" y="1091"/>
                      <a:pt x="230" y="1034"/>
                      <a:pt x="230" y="957"/>
                    </a:cubicBezTo>
                    <a:lnTo>
                      <a:pt x="230" y="134"/>
                    </a:lnTo>
                    <a:cubicBezTo>
                      <a:pt x="230" y="5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44"/>
              <p:cNvSpPr/>
              <p:nvPr/>
            </p:nvSpPr>
            <p:spPr>
              <a:xfrm>
                <a:off x="1893092" y="2928824"/>
                <a:ext cx="10576" cy="46995"/>
              </a:xfrm>
              <a:custGeom>
                <a:rect b="b" l="l" r="r" t="t"/>
                <a:pathLst>
                  <a:path extrusionOk="0" h="1111" w="250">
                    <a:moveTo>
                      <a:pt x="134" y="1"/>
                    </a:moveTo>
                    <a:cubicBezTo>
                      <a:pt x="58" y="1"/>
                      <a:pt x="0" y="58"/>
                      <a:pt x="0" y="135"/>
                    </a:cubicBezTo>
                    <a:lnTo>
                      <a:pt x="0" y="996"/>
                    </a:lnTo>
                    <a:cubicBezTo>
                      <a:pt x="0" y="1053"/>
                      <a:pt x="58" y="1111"/>
                      <a:pt x="134" y="1111"/>
                    </a:cubicBezTo>
                    <a:cubicBezTo>
                      <a:pt x="192" y="1111"/>
                      <a:pt x="249" y="1053"/>
                      <a:pt x="249" y="996"/>
                    </a:cubicBezTo>
                    <a:lnTo>
                      <a:pt x="249" y="135"/>
                    </a:lnTo>
                    <a:cubicBezTo>
                      <a:pt x="249" y="58"/>
                      <a:pt x="192" y="1"/>
                      <a:pt x="1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44"/>
              <p:cNvSpPr/>
              <p:nvPr/>
            </p:nvSpPr>
            <p:spPr>
              <a:xfrm>
                <a:off x="1846941" y="2970913"/>
                <a:ext cx="101230" cy="12225"/>
              </a:xfrm>
              <a:custGeom>
                <a:rect b="b" l="l" r="r" t="t"/>
                <a:pathLst>
                  <a:path extrusionOk="0" h="289" w="2393">
                    <a:moveTo>
                      <a:pt x="115" y="1"/>
                    </a:moveTo>
                    <a:cubicBezTo>
                      <a:pt x="39" y="1"/>
                      <a:pt x="0" y="39"/>
                      <a:pt x="0" y="116"/>
                    </a:cubicBezTo>
                    <a:cubicBezTo>
                      <a:pt x="0" y="192"/>
                      <a:pt x="39" y="231"/>
                      <a:pt x="115" y="231"/>
                    </a:cubicBezTo>
                    <a:lnTo>
                      <a:pt x="2278" y="288"/>
                    </a:lnTo>
                    <a:cubicBezTo>
                      <a:pt x="2335" y="288"/>
                      <a:pt x="2393" y="231"/>
                      <a:pt x="2393" y="154"/>
                    </a:cubicBezTo>
                    <a:cubicBezTo>
                      <a:pt x="2393" y="97"/>
                      <a:pt x="2335" y="39"/>
                      <a:pt x="2278" y="39"/>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44"/>
              <p:cNvSpPr/>
              <p:nvPr/>
            </p:nvSpPr>
            <p:spPr>
              <a:xfrm>
                <a:off x="1832347" y="2887538"/>
                <a:ext cx="133634" cy="11379"/>
              </a:xfrm>
              <a:custGeom>
                <a:rect b="b" l="l" r="r" t="t"/>
                <a:pathLst>
                  <a:path extrusionOk="0" h="269" w="3159">
                    <a:moveTo>
                      <a:pt x="135" y="0"/>
                    </a:moveTo>
                    <a:cubicBezTo>
                      <a:pt x="58" y="0"/>
                      <a:pt x="1" y="39"/>
                      <a:pt x="1" y="115"/>
                    </a:cubicBezTo>
                    <a:cubicBezTo>
                      <a:pt x="1" y="192"/>
                      <a:pt x="58" y="230"/>
                      <a:pt x="135" y="230"/>
                    </a:cubicBezTo>
                    <a:lnTo>
                      <a:pt x="3044" y="268"/>
                    </a:lnTo>
                    <a:cubicBezTo>
                      <a:pt x="3121" y="268"/>
                      <a:pt x="3159" y="211"/>
                      <a:pt x="3159" y="154"/>
                    </a:cubicBezTo>
                    <a:cubicBezTo>
                      <a:pt x="3159" y="77"/>
                      <a:pt x="3121" y="20"/>
                      <a:pt x="3044" y="20"/>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2" name="Google Shape;3682;p44"/>
            <p:cNvGrpSpPr/>
            <p:nvPr/>
          </p:nvGrpSpPr>
          <p:grpSpPr>
            <a:xfrm>
              <a:off x="2284971" y="3263214"/>
              <a:ext cx="133634" cy="94797"/>
              <a:chOff x="2284971" y="3263214"/>
              <a:chExt cx="133634" cy="94797"/>
            </a:xfrm>
          </p:grpSpPr>
          <p:sp>
            <p:nvSpPr>
              <p:cNvPr id="3683" name="Google Shape;3683;p44"/>
              <p:cNvSpPr/>
              <p:nvPr/>
            </p:nvSpPr>
            <p:spPr>
              <a:xfrm>
                <a:off x="2293854" y="3304500"/>
                <a:ext cx="121493" cy="10575"/>
              </a:xfrm>
              <a:custGeom>
                <a:rect b="b" l="l" r="r" t="t"/>
                <a:pathLst>
                  <a:path extrusionOk="0" h="250" w="2872">
                    <a:moveTo>
                      <a:pt x="135" y="1"/>
                    </a:moveTo>
                    <a:cubicBezTo>
                      <a:pt x="58" y="1"/>
                      <a:pt x="1" y="58"/>
                      <a:pt x="1" y="116"/>
                    </a:cubicBezTo>
                    <a:cubicBezTo>
                      <a:pt x="1" y="192"/>
                      <a:pt x="58" y="250"/>
                      <a:pt x="135" y="250"/>
                    </a:cubicBezTo>
                    <a:lnTo>
                      <a:pt x="2757" y="250"/>
                    </a:lnTo>
                    <a:cubicBezTo>
                      <a:pt x="2834" y="250"/>
                      <a:pt x="2872" y="192"/>
                      <a:pt x="2872" y="116"/>
                    </a:cubicBezTo>
                    <a:cubicBezTo>
                      <a:pt x="2872" y="58"/>
                      <a:pt x="2834" y="1"/>
                      <a:pt x="2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44"/>
              <p:cNvSpPr/>
              <p:nvPr/>
            </p:nvSpPr>
            <p:spPr>
              <a:xfrm>
                <a:off x="2358659" y="3268079"/>
                <a:ext cx="15398" cy="47799"/>
              </a:xfrm>
              <a:custGeom>
                <a:rect b="b" l="l" r="r" t="t"/>
                <a:pathLst>
                  <a:path extrusionOk="0" h="1130" w="364">
                    <a:moveTo>
                      <a:pt x="96" y="1"/>
                    </a:moveTo>
                    <a:cubicBezTo>
                      <a:pt x="58" y="1"/>
                      <a:pt x="0" y="58"/>
                      <a:pt x="0" y="115"/>
                    </a:cubicBezTo>
                    <a:lnTo>
                      <a:pt x="96" y="1034"/>
                    </a:lnTo>
                    <a:cubicBezTo>
                      <a:pt x="96" y="1072"/>
                      <a:pt x="153" y="1130"/>
                      <a:pt x="211" y="1130"/>
                    </a:cubicBezTo>
                    <a:cubicBezTo>
                      <a:pt x="326" y="1111"/>
                      <a:pt x="364" y="1053"/>
                      <a:pt x="326" y="1015"/>
                    </a:cubicBezTo>
                    <a:lnTo>
                      <a:pt x="211" y="96"/>
                    </a:lnTo>
                    <a:cubicBezTo>
                      <a:pt x="211" y="58"/>
                      <a:pt x="172" y="1"/>
                      <a:pt x="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44"/>
              <p:cNvSpPr/>
              <p:nvPr/>
            </p:nvSpPr>
            <p:spPr>
              <a:xfrm>
                <a:off x="2315724" y="3268882"/>
                <a:ext cx="9772" cy="46192"/>
              </a:xfrm>
              <a:custGeom>
                <a:rect b="b" l="l" r="r" t="t"/>
                <a:pathLst>
                  <a:path extrusionOk="0" h="1092" w="231">
                    <a:moveTo>
                      <a:pt x="116" y="1"/>
                    </a:moveTo>
                    <a:cubicBezTo>
                      <a:pt x="39" y="1"/>
                      <a:pt x="1" y="58"/>
                      <a:pt x="1" y="135"/>
                    </a:cubicBezTo>
                    <a:lnTo>
                      <a:pt x="1" y="958"/>
                    </a:lnTo>
                    <a:cubicBezTo>
                      <a:pt x="1" y="1034"/>
                      <a:pt x="39" y="1092"/>
                      <a:pt x="116" y="1092"/>
                    </a:cubicBezTo>
                    <a:cubicBezTo>
                      <a:pt x="192" y="1092"/>
                      <a:pt x="230" y="1015"/>
                      <a:pt x="230" y="958"/>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44"/>
              <p:cNvSpPr/>
              <p:nvPr/>
            </p:nvSpPr>
            <p:spPr>
              <a:xfrm>
                <a:off x="2345673" y="3304500"/>
                <a:ext cx="10576" cy="47038"/>
              </a:xfrm>
              <a:custGeom>
                <a:rect b="b" l="l" r="r" t="t"/>
                <a:pathLst>
                  <a:path extrusionOk="0" h="1112" w="250">
                    <a:moveTo>
                      <a:pt x="116" y="1"/>
                    </a:moveTo>
                    <a:cubicBezTo>
                      <a:pt x="58" y="1"/>
                      <a:pt x="1" y="39"/>
                      <a:pt x="1" y="116"/>
                    </a:cubicBezTo>
                    <a:lnTo>
                      <a:pt x="1" y="977"/>
                    </a:lnTo>
                    <a:cubicBezTo>
                      <a:pt x="1" y="1054"/>
                      <a:pt x="58" y="1111"/>
                      <a:pt x="116" y="1111"/>
                    </a:cubicBezTo>
                    <a:cubicBezTo>
                      <a:pt x="173" y="1111"/>
                      <a:pt x="250" y="1054"/>
                      <a:pt x="250" y="977"/>
                    </a:cubicBezTo>
                    <a:lnTo>
                      <a:pt x="250" y="116"/>
                    </a:lnTo>
                    <a:cubicBezTo>
                      <a:pt x="25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44"/>
              <p:cNvSpPr/>
              <p:nvPr/>
            </p:nvSpPr>
            <p:spPr>
              <a:xfrm>
                <a:off x="2299522" y="3345828"/>
                <a:ext cx="101272" cy="12182"/>
              </a:xfrm>
              <a:custGeom>
                <a:rect b="b" l="l" r="r" t="t"/>
                <a:pathLst>
                  <a:path extrusionOk="0" h="288" w="2394">
                    <a:moveTo>
                      <a:pt x="116" y="0"/>
                    </a:moveTo>
                    <a:cubicBezTo>
                      <a:pt x="39" y="0"/>
                      <a:pt x="1" y="57"/>
                      <a:pt x="1" y="134"/>
                    </a:cubicBezTo>
                    <a:cubicBezTo>
                      <a:pt x="1" y="191"/>
                      <a:pt x="39" y="249"/>
                      <a:pt x="116" y="249"/>
                    </a:cubicBezTo>
                    <a:lnTo>
                      <a:pt x="2259" y="287"/>
                    </a:lnTo>
                    <a:cubicBezTo>
                      <a:pt x="2336" y="287"/>
                      <a:pt x="2393" y="249"/>
                      <a:pt x="2393" y="172"/>
                    </a:cubicBezTo>
                    <a:cubicBezTo>
                      <a:pt x="2393" y="96"/>
                      <a:pt x="2336" y="57"/>
                      <a:pt x="2259" y="57"/>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44"/>
              <p:cNvSpPr/>
              <p:nvPr/>
            </p:nvSpPr>
            <p:spPr>
              <a:xfrm>
                <a:off x="2284971" y="3263214"/>
                <a:ext cx="133634" cy="11379"/>
              </a:xfrm>
              <a:custGeom>
                <a:rect b="b" l="l" r="r" t="t"/>
                <a:pathLst>
                  <a:path extrusionOk="0" h="269" w="3159">
                    <a:moveTo>
                      <a:pt x="115" y="1"/>
                    </a:moveTo>
                    <a:cubicBezTo>
                      <a:pt x="39" y="1"/>
                      <a:pt x="0" y="39"/>
                      <a:pt x="0" y="116"/>
                    </a:cubicBezTo>
                    <a:cubicBezTo>
                      <a:pt x="0" y="192"/>
                      <a:pt x="39" y="230"/>
                      <a:pt x="115" y="230"/>
                    </a:cubicBezTo>
                    <a:lnTo>
                      <a:pt x="3044" y="269"/>
                    </a:lnTo>
                    <a:cubicBezTo>
                      <a:pt x="3120" y="269"/>
                      <a:pt x="3159" y="211"/>
                      <a:pt x="3159" y="135"/>
                    </a:cubicBezTo>
                    <a:cubicBezTo>
                      <a:pt x="3159" y="77"/>
                      <a:pt x="3101" y="20"/>
                      <a:pt x="3044" y="20"/>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9" name="Google Shape;3689;p44"/>
            <p:cNvGrpSpPr/>
            <p:nvPr/>
          </p:nvGrpSpPr>
          <p:grpSpPr>
            <a:xfrm>
              <a:off x="2200749" y="2736945"/>
              <a:ext cx="133634" cy="94754"/>
              <a:chOff x="2200749" y="2736945"/>
              <a:chExt cx="133634" cy="94754"/>
            </a:xfrm>
          </p:grpSpPr>
          <p:sp>
            <p:nvSpPr>
              <p:cNvPr id="3690" name="Google Shape;3690;p44"/>
              <p:cNvSpPr/>
              <p:nvPr/>
            </p:nvSpPr>
            <p:spPr>
              <a:xfrm>
                <a:off x="2210478" y="2778231"/>
                <a:ext cx="121493" cy="10575"/>
              </a:xfrm>
              <a:custGeom>
                <a:rect b="b" l="l" r="r" t="t"/>
                <a:pathLst>
                  <a:path extrusionOk="0" h="250" w="2872">
                    <a:moveTo>
                      <a:pt x="115" y="1"/>
                    </a:moveTo>
                    <a:cubicBezTo>
                      <a:pt x="39" y="1"/>
                      <a:pt x="0" y="58"/>
                      <a:pt x="0" y="115"/>
                    </a:cubicBezTo>
                    <a:cubicBezTo>
                      <a:pt x="0" y="192"/>
                      <a:pt x="39" y="249"/>
                      <a:pt x="115" y="249"/>
                    </a:cubicBezTo>
                    <a:lnTo>
                      <a:pt x="2738" y="249"/>
                    </a:lnTo>
                    <a:cubicBezTo>
                      <a:pt x="2814" y="249"/>
                      <a:pt x="2872" y="192"/>
                      <a:pt x="2872" y="115"/>
                    </a:cubicBezTo>
                    <a:cubicBezTo>
                      <a:pt x="2872" y="58"/>
                      <a:pt x="2814" y="1"/>
                      <a:pt x="27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44"/>
              <p:cNvSpPr/>
              <p:nvPr/>
            </p:nvSpPr>
            <p:spPr>
              <a:xfrm>
                <a:off x="2275241" y="2741006"/>
                <a:ext cx="13833" cy="47799"/>
              </a:xfrm>
              <a:custGeom>
                <a:rect b="b" l="l" r="r" t="t"/>
                <a:pathLst>
                  <a:path extrusionOk="0" h="1130" w="327">
                    <a:moveTo>
                      <a:pt x="96" y="0"/>
                    </a:moveTo>
                    <a:cubicBezTo>
                      <a:pt x="39" y="0"/>
                      <a:pt x="1" y="38"/>
                      <a:pt x="1" y="115"/>
                    </a:cubicBezTo>
                    <a:lnTo>
                      <a:pt x="96" y="1034"/>
                    </a:lnTo>
                    <a:cubicBezTo>
                      <a:pt x="96" y="1072"/>
                      <a:pt x="135" y="1129"/>
                      <a:pt x="211" y="1129"/>
                    </a:cubicBezTo>
                    <a:cubicBezTo>
                      <a:pt x="269" y="1129"/>
                      <a:pt x="326" y="1053"/>
                      <a:pt x="307" y="995"/>
                    </a:cubicBezTo>
                    <a:lnTo>
                      <a:pt x="211" y="96"/>
                    </a:lnTo>
                    <a:cubicBezTo>
                      <a:pt x="211" y="38"/>
                      <a:pt x="154" y="0"/>
                      <a:pt x="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44"/>
              <p:cNvSpPr/>
              <p:nvPr/>
            </p:nvSpPr>
            <p:spPr>
              <a:xfrm>
                <a:off x="2231544" y="2741810"/>
                <a:ext cx="9730" cy="45388"/>
              </a:xfrm>
              <a:custGeom>
                <a:rect b="b" l="l" r="r" t="t"/>
                <a:pathLst>
                  <a:path extrusionOk="0" h="1073" w="230">
                    <a:moveTo>
                      <a:pt x="115" y="0"/>
                    </a:moveTo>
                    <a:cubicBezTo>
                      <a:pt x="38" y="0"/>
                      <a:pt x="0" y="38"/>
                      <a:pt x="0" y="115"/>
                    </a:cubicBezTo>
                    <a:lnTo>
                      <a:pt x="0" y="957"/>
                    </a:lnTo>
                    <a:cubicBezTo>
                      <a:pt x="0" y="1034"/>
                      <a:pt x="38" y="1072"/>
                      <a:pt x="115" y="1072"/>
                    </a:cubicBezTo>
                    <a:cubicBezTo>
                      <a:pt x="172" y="1072"/>
                      <a:pt x="230" y="1034"/>
                      <a:pt x="230" y="957"/>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44"/>
              <p:cNvSpPr/>
              <p:nvPr/>
            </p:nvSpPr>
            <p:spPr>
              <a:xfrm>
                <a:off x="2260690" y="2778231"/>
                <a:ext cx="10533" cy="46192"/>
              </a:xfrm>
              <a:custGeom>
                <a:rect b="b" l="l" r="r" t="t"/>
                <a:pathLst>
                  <a:path extrusionOk="0" h="1092" w="249">
                    <a:moveTo>
                      <a:pt x="115" y="1"/>
                    </a:moveTo>
                    <a:cubicBezTo>
                      <a:pt x="58" y="1"/>
                      <a:pt x="0" y="39"/>
                      <a:pt x="0" y="115"/>
                    </a:cubicBezTo>
                    <a:lnTo>
                      <a:pt x="0" y="977"/>
                    </a:lnTo>
                    <a:cubicBezTo>
                      <a:pt x="0" y="1053"/>
                      <a:pt x="58" y="1092"/>
                      <a:pt x="115" y="1092"/>
                    </a:cubicBezTo>
                    <a:cubicBezTo>
                      <a:pt x="192" y="1092"/>
                      <a:pt x="249" y="1053"/>
                      <a:pt x="249" y="977"/>
                    </a:cubicBezTo>
                    <a:lnTo>
                      <a:pt x="249" y="115"/>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44"/>
              <p:cNvSpPr/>
              <p:nvPr/>
            </p:nvSpPr>
            <p:spPr>
              <a:xfrm>
                <a:off x="2215343" y="2819517"/>
                <a:ext cx="101230" cy="12182"/>
              </a:xfrm>
              <a:custGeom>
                <a:rect b="b" l="l" r="r" t="t"/>
                <a:pathLst>
                  <a:path extrusionOk="0" h="288" w="2393">
                    <a:moveTo>
                      <a:pt x="115" y="1"/>
                    </a:moveTo>
                    <a:cubicBezTo>
                      <a:pt x="39" y="1"/>
                      <a:pt x="0" y="58"/>
                      <a:pt x="0" y="135"/>
                    </a:cubicBezTo>
                    <a:cubicBezTo>
                      <a:pt x="0" y="192"/>
                      <a:pt x="39" y="250"/>
                      <a:pt x="115" y="250"/>
                    </a:cubicBezTo>
                    <a:lnTo>
                      <a:pt x="2278" y="288"/>
                    </a:lnTo>
                    <a:cubicBezTo>
                      <a:pt x="2316" y="288"/>
                      <a:pt x="2374" y="250"/>
                      <a:pt x="2393" y="173"/>
                    </a:cubicBezTo>
                    <a:cubicBezTo>
                      <a:pt x="2393" y="96"/>
                      <a:pt x="2335" y="58"/>
                      <a:pt x="2278" y="58"/>
                    </a:cubicBezTo>
                    <a:lnTo>
                      <a:pt x="1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44"/>
              <p:cNvSpPr/>
              <p:nvPr/>
            </p:nvSpPr>
            <p:spPr>
              <a:xfrm>
                <a:off x="2200749" y="2736945"/>
                <a:ext cx="133634" cy="11379"/>
              </a:xfrm>
              <a:custGeom>
                <a:rect b="b" l="l" r="r" t="t"/>
                <a:pathLst>
                  <a:path extrusionOk="0" h="269" w="3159">
                    <a:moveTo>
                      <a:pt x="116" y="0"/>
                    </a:moveTo>
                    <a:cubicBezTo>
                      <a:pt x="58" y="0"/>
                      <a:pt x="1" y="39"/>
                      <a:pt x="1" y="115"/>
                    </a:cubicBezTo>
                    <a:cubicBezTo>
                      <a:pt x="1" y="192"/>
                      <a:pt x="58" y="230"/>
                      <a:pt x="116" y="230"/>
                    </a:cubicBezTo>
                    <a:lnTo>
                      <a:pt x="3044" y="268"/>
                    </a:lnTo>
                    <a:cubicBezTo>
                      <a:pt x="3102" y="268"/>
                      <a:pt x="3159" y="192"/>
                      <a:pt x="3159" y="134"/>
                    </a:cubicBezTo>
                    <a:cubicBezTo>
                      <a:pt x="3159" y="77"/>
                      <a:pt x="3121" y="19"/>
                      <a:pt x="3044" y="19"/>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6" name="Google Shape;3696;p44"/>
            <p:cNvSpPr/>
            <p:nvPr/>
          </p:nvSpPr>
          <p:spPr>
            <a:xfrm>
              <a:off x="1442922" y="1860085"/>
              <a:ext cx="1275293" cy="653408"/>
            </a:xfrm>
            <a:custGeom>
              <a:rect b="b" l="l" r="r" t="t"/>
              <a:pathLst>
                <a:path extrusionOk="0" h="15447" w="30147">
                  <a:moveTo>
                    <a:pt x="24653" y="0"/>
                  </a:moveTo>
                  <a:lnTo>
                    <a:pt x="4862" y="287"/>
                  </a:lnTo>
                  <a:lnTo>
                    <a:pt x="0" y="15006"/>
                  </a:lnTo>
                  <a:lnTo>
                    <a:pt x="30147" y="15447"/>
                  </a:lnTo>
                  <a:lnTo>
                    <a:pt x="30147" y="15447"/>
                  </a:lnTo>
                  <a:lnTo>
                    <a:pt x="2465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44"/>
            <p:cNvSpPr/>
            <p:nvPr/>
          </p:nvSpPr>
          <p:spPr>
            <a:xfrm>
              <a:off x="1548167" y="2845448"/>
              <a:ext cx="1060735" cy="18654"/>
            </a:xfrm>
            <a:custGeom>
              <a:rect b="b" l="l" r="r" t="t"/>
              <a:pathLst>
                <a:path extrusionOk="0" h="441" w="25075">
                  <a:moveTo>
                    <a:pt x="115" y="0"/>
                  </a:moveTo>
                  <a:cubicBezTo>
                    <a:pt x="58" y="0"/>
                    <a:pt x="0" y="38"/>
                    <a:pt x="0" y="115"/>
                  </a:cubicBezTo>
                  <a:cubicBezTo>
                    <a:pt x="0" y="192"/>
                    <a:pt x="58" y="230"/>
                    <a:pt x="115" y="230"/>
                  </a:cubicBezTo>
                  <a:lnTo>
                    <a:pt x="24960" y="440"/>
                  </a:lnTo>
                  <a:cubicBezTo>
                    <a:pt x="25036" y="440"/>
                    <a:pt x="25075" y="383"/>
                    <a:pt x="25055" y="326"/>
                  </a:cubicBezTo>
                  <a:cubicBezTo>
                    <a:pt x="25055" y="249"/>
                    <a:pt x="24998" y="211"/>
                    <a:pt x="24941" y="211"/>
                  </a:cubicBezTo>
                  <a:lnTo>
                    <a:pt x="115" y="0"/>
                  </a:ln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44"/>
            <p:cNvSpPr/>
            <p:nvPr/>
          </p:nvSpPr>
          <p:spPr>
            <a:xfrm>
              <a:off x="1661535" y="2565541"/>
              <a:ext cx="161173" cy="165689"/>
            </a:xfrm>
            <a:custGeom>
              <a:rect b="b" l="l" r="r" t="t"/>
              <a:pathLst>
                <a:path extrusionOk="0" h="3917" w="3810">
                  <a:moveTo>
                    <a:pt x="2183" y="1"/>
                  </a:moveTo>
                  <a:cubicBezTo>
                    <a:pt x="1349" y="1"/>
                    <a:pt x="378" y="110"/>
                    <a:pt x="249" y="263"/>
                  </a:cubicBezTo>
                  <a:cubicBezTo>
                    <a:pt x="19" y="492"/>
                    <a:pt x="0" y="3899"/>
                    <a:pt x="268" y="3899"/>
                  </a:cubicBezTo>
                  <a:cubicBezTo>
                    <a:pt x="268" y="3899"/>
                    <a:pt x="972" y="3916"/>
                    <a:pt x="1737" y="3916"/>
                  </a:cubicBezTo>
                  <a:cubicBezTo>
                    <a:pt x="2597" y="3916"/>
                    <a:pt x="3535" y="3895"/>
                    <a:pt x="3637" y="3804"/>
                  </a:cubicBezTo>
                  <a:cubicBezTo>
                    <a:pt x="3809" y="3650"/>
                    <a:pt x="3790" y="416"/>
                    <a:pt x="3350" y="148"/>
                  </a:cubicBezTo>
                  <a:cubicBezTo>
                    <a:pt x="3179" y="44"/>
                    <a:pt x="2709" y="1"/>
                    <a:pt x="21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44"/>
            <p:cNvSpPr/>
            <p:nvPr/>
          </p:nvSpPr>
          <p:spPr>
            <a:xfrm>
              <a:off x="1677694" y="2585888"/>
              <a:ext cx="126358" cy="127069"/>
            </a:xfrm>
            <a:custGeom>
              <a:rect b="b" l="l" r="r" t="t"/>
              <a:pathLst>
                <a:path extrusionOk="0" h="3004" w="2987">
                  <a:moveTo>
                    <a:pt x="1539" y="0"/>
                  </a:moveTo>
                  <a:cubicBezTo>
                    <a:pt x="921" y="0"/>
                    <a:pt x="276" y="59"/>
                    <a:pt x="192" y="164"/>
                  </a:cubicBezTo>
                  <a:cubicBezTo>
                    <a:pt x="20" y="356"/>
                    <a:pt x="1" y="2997"/>
                    <a:pt x="192" y="2997"/>
                  </a:cubicBezTo>
                  <a:cubicBezTo>
                    <a:pt x="192" y="2997"/>
                    <a:pt x="575" y="3003"/>
                    <a:pt x="1044" y="3003"/>
                  </a:cubicBezTo>
                  <a:cubicBezTo>
                    <a:pt x="1748" y="3003"/>
                    <a:pt x="2646" y="2989"/>
                    <a:pt x="2738" y="2921"/>
                  </a:cubicBezTo>
                  <a:cubicBezTo>
                    <a:pt x="2853" y="2767"/>
                    <a:pt x="2987" y="337"/>
                    <a:pt x="2681" y="126"/>
                  </a:cubicBezTo>
                  <a:cubicBezTo>
                    <a:pt x="2534" y="40"/>
                    <a:pt x="2046"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44"/>
            <p:cNvSpPr/>
            <p:nvPr/>
          </p:nvSpPr>
          <p:spPr>
            <a:xfrm>
              <a:off x="1729513" y="2578232"/>
              <a:ext cx="13833" cy="144158"/>
            </a:xfrm>
            <a:custGeom>
              <a:rect b="b" l="l" r="r" t="t"/>
              <a:pathLst>
                <a:path extrusionOk="0" h="3408" w="327">
                  <a:moveTo>
                    <a:pt x="116" y="1"/>
                  </a:moveTo>
                  <a:cubicBezTo>
                    <a:pt x="39" y="1"/>
                    <a:pt x="1" y="39"/>
                    <a:pt x="1" y="116"/>
                  </a:cubicBezTo>
                  <a:lnTo>
                    <a:pt x="97" y="3293"/>
                  </a:lnTo>
                  <a:cubicBezTo>
                    <a:pt x="97" y="3370"/>
                    <a:pt x="135" y="3408"/>
                    <a:pt x="211" y="3408"/>
                  </a:cubicBezTo>
                  <a:cubicBezTo>
                    <a:pt x="288" y="3408"/>
                    <a:pt x="326" y="3350"/>
                    <a:pt x="326" y="3293"/>
                  </a:cubicBezTo>
                  <a:lnTo>
                    <a:pt x="231" y="116"/>
                  </a:lnTo>
                  <a:cubicBezTo>
                    <a:pt x="231" y="39"/>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44"/>
            <p:cNvSpPr/>
            <p:nvPr/>
          </p:nvSpPr>
          <p:spPr>
            <a:xfrm>
              <a:off x="1677694" y="2640583"/>
              <a:ext cx="126358" cy="15440"/>
            </a:xfrm>
            <a:custGeom>
              <a:rect b="b" l="l" r="r" t="t"/>
              <a:pathLst>
                <a:path extrusionOk="0" h="365" w="2987">
                  <a:moveTo>
                    <a:pt x="2872" y="1"/>
                  </a:moveTo>
                  <a:lnTo>
                    <a:pt x="116" y="115"/>
                  </a:lnTo>
                  <a:cubicBezTo>
                    <a:pt x="58" y="115"/>
                    <a:pt x="1" y="173"/>
                    <a:pt x="1" y="249"/>
                  </a:cubicBezTo>
                  <a:cubicBezTo>
                    <a:pt x="1" y="307"/>
                    <a:pt x="58" y="364"/>
                    <a:pt x="116" y="364"/>
                  </a:cubicBezTo>
                  <a:lnTo>
                    <a:pt x="2872" y="249"/>
                  </a:lnTo>
                  <a:cubicBezTo>
                    <a:pt x="2949" y="249"/>
                    <a:pt x="2987" y="192"/>
                    <a:pt x="2987" y="115"/>
                  </a:cubicBezTo>
                  <a:cubicBezTo>
                    <a:pt x="2987" y="39"/>
                    <a:pt x="2949"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44"/>
            <p:cNvSpPr/>
            <p:nvPr/>
          </p:nvSpPr>
          <p:spPr>
            <a:xfrm>
              <a:off x="1612127" y="2585634"/>
              <a:ext cx="78598" cy="133033"/>
            </a:xfrm>
            <a:custGeom>
              <a:rect b="b" l="l" r="r" t="t"/>
              <a:pathLst>
                <a:path extrusionOk="0" h="3145" w="1858">
                  <a:moveTo>
                    <a:pt x="958" y="0"/>
                  </a:moveTo>
                  <a:cubicBezTo>
                    <a:pt x="535" y="0"/>
                    <a:pt x="96" y="17"/>
                    <a:pt x="96" y="17"/>
                  </a:cubicBezTo>
                  <a:cubicBezTo>
                    <a:pt x="1" y="36"/>
                    <a:pt x="39" y="2946"/>
                    <a:pt x="115" y="3099"/>
                  </a:cubicBezTo>
                  <a:cubicBezTo>
                    <a:pt x="137" y="3132"/>
                    <a:pt x="274" y="3144"/>
                    <a:pt x="460" y="3144"/>
                  </a:cubicBezTo>
                  <a:cubicBezTo>
                    <a:pt x="918" y="3144"/>
                    <a:pt x="1674" y="3069"/>
                    <a:pt x="1742" y="3041"/>
                  </a:cubicBezTo>
                  <a:cubicBezTo>
                    <a:pt x="1857" y="3022"/>
                    <a:pt x="1857" y="151"/>
                    <a:pt x="1723" y="55"/>
                  </a:cubicBezTo>
                  <a:cubicBezTo>
                    <a:pt x="1654" y="12"/>
                    <a:pt x="1311" y="0"/>
                    <a:pt x="9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44"/>
            <p:cNvSpPr/>
            <p:nvPr/>
          </p:nvSpPr>
          <p:spPr>
            <a:xfrm>
              <a:off x="1783785" y="2585127"/>
              <a:ext cx="80206" cy="133287"/>
            </a:xfrm>
            <a:custGeom>
              <a:rect b="b" l="l" r="r" t="t"/>
              <a:pathLst>
                <a:path extrusionOk="0" h="3151" w="1896">
                  <a:moveTo>
                    <a:pt x="776" y="0"/>
                  </a:moveTo>
                  <a:cubicBezTo>
                    <a:pt x="486" y="0"/>
                    <a:pt x="232" y="12"/>
                    <a:pt x="173" y="48"/>
                  </a:cubicBezTo>
                  <a:cubicBezTo>
                    <a:pt x="39" y="144"/>
                    <a:pt x="0" y="2996"/>
                    <a:pt x="96" y="3034"/>
                  </a:cubicBezTo>
                  <a:cubicBezTo>
                    <a:pt x="168" y="3049"/>
                    <a:pt x="1022" y="3150"/>
                    <a:pt x="1464" y="3150"/>
                  </a:cubicBezTo>
                  <a:cubicBezTo>
                    <a:pt x="1609" y="3150"/>
                    <a:pt x="1709" y="3139"/>
                    <a:pt x="1723" y="3111"/>
                  </a:cubicBezTo>
                  <a:cubicBezTo>
                    <a:pt x="1800" y="2958"/>
                    <a:pt x="1895" y="48"/>
                    <a:pt x="1800" y="29"/>
                  </a:cubicBezTo>
                  <a:cubicBezTo>
                    <a:pt x="1800" y="29"/>
                    <a:pt x="1241" y="0"/>
                    <a:pt x="7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44"/>
            <p:cNvSpPr/>
            <p:nvPr/>
          </p:nvSpPr>
          <p:spPr>
            <a:xfrm>
              <a:off x="2025072" y="2571802"/>
              <a:ext cx="161173" cy="165901"/>
            </a:xfrm>
            <a:custGeom>
              <a:rect b="b" l="l" r="r" t="t"/>
              <a:pathLst>
                <a:path extrusionOk="0" h="3922" w="3810">
                  <a:moveTo>
                    <a:pt x="2133" y="0"/>
                  </a:moveTo>
                  <a:cubicBezTo>
                    <a:pt x="1304" y="0"/>
                    <a:pt x="357" y="106"/>
                    <a:pt x="230" y="268"/>
                  </a:cubicBezTo>
                  <a:cubicBezTo>
                    <a:pt x="19" y="478"/>
                    <a:pt x="0" y="3885"/>
                    <a:pt x="268" y="3904"/>
                  </a:cubicBezTo>
                  <a:cubicBezTo>
                    <a:pt x="268" y="3904"/>
                    <a:pt x="972" y="3921"/>
                    <a:pt x="1737" y="3921"/>
                  </a:cubicBezTo>
                  <a:cubicBezTo>
                    <a:pt x="2597" y="3921"/>
                    <a:pt x="3536" y="3900"/>
                    <a:pt x="3637" y="3809"/>
                  </a:cubicBezTo>
                  <a:cubicBezTo>
                    <a:pt x="3809" y="3636"/>
                    <a:pt x="3771" y="402"/>
                    <a:pt x="3350" y="153"/>
                  </a:cubicBezTo>
                  <a:cubicBezTo>
                    <a:pt x="3175" y="46"/>
                    <a:pt x="2680" y="0"/>
                    <a:pt x="21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44"/>
            <p:cNvSpPr/>
            <p:nvPr/>
          </p:nvSpPr>
          <p:spPr>
            <a:xfrm>
              <a:off x="2041273" y="2591514"/>
              <a:ext cx="126315" cy="127365"/>
            </a:xfrm>
            <a:custGeom>
              <a:rect b="b" l="l" r="r" t="t"/>
              <a:pathLst>
                <a:path extrusionOk="0" h="3011" w="2986">
                  <a:moveTo>
                    <a:pt x="1645" y="1"/>
                  </a:moveTo>
                  <a:cubicBezTo>
                    <a:pt x="992" y="1"/>
                    <a:pt x="269" y="73"/>
                    <a:pt x="191" y="184"/>
                  </a:cubicBezTo>
                  <a:cubicBezTo>
                    <a:pt x="19" y="376"/>
                    <a:pt x="0" y="2998"/>
                    <a:pt x="191" y="2998"/>
                  </a:cubicBezTo>
                  <a:cubicBezTo>
                    <a:pt x="191" y="2998"/>
                    <a:pt x="701" y="3010"/>
                    <a:pt x="1263" y="3010"/>
                  </a:cubicBezTo>
                  <a:cubicBezTo>
                    <a:pt x="1919" y="3010"/>
                    <a:pt x="2646" y="2994"/>
                    <a:pt x="2718" y="2922"/>
                  </a:cubicBezTo>
                  <a:cubicBezTo>
                    <a:pt x="2852" y="2788"/>
                    <a:pt x="2986" y="338"/>
                    <a:pt x="2680" y="127"/>
                  </a:cubicBezTo>
                  <a:cubicBezTo>
                    <a:pt x="2551" y="39"/>
                    <a:pt x="2116" y="1"/>
                    <a:pt x="16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44"/>
            <p:cNvSpPr/>
            <p:nvPr/>
          </p:nvSpPr>
          <p:spPr>
            <a:xfrm>
              <a:off x="2093092" y="2583096"/>
              <a:ext cx="13791" cy="144962"/>
            </a:xfrm>
            <a:custGeom>
              <a:rect b="b" l="l" r="r" t="t"/>
              <a:pathLst>
                <a:path extrusionOk="0" h="3427" w="326">
                  <a:moveTo>
                    <a:pt x="115" y="1"/>
                  </a:moveTo>
                  <a:cubicBezTo>
                    <a:pt x="38" y="1"/>
                    <a:pt x="0" y="39"/>
                    <a:pt x="0" y="115"/>
                  </a:cubicBezTo>
                  <a:lnTo>
                    <a:pt x="96" y="3293"/>
                  </a:lnTo>
                  <a:cubicBezTo>
                    <a:pt x="96" y="3369"/>
                    <a:pt x="134" y="3427"/>
                    <a:pt x="211" y="3427"/>
                  </a:cubicBezTo>
                  <a:cubicBezTo>
                    <a:pt x="287" y="3427"/>
                    <a:pt x="325" y="3369"/>
                    <a:pt x="325" y="3293"/>
                  </a:cubicBezTo>
                  <a:lnTo>
                    <a:pt x="230" y="115"/>
                  </a:lnTo>
                  <a:cubicBezTo>
                    <a:pt x="230" y="39"/>
                    <a:pt x="191"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44"/>
            <p:cNvSpPr/>
            <p:nvPr/>
          </p:nvSpPr>
          <p:spPr>
            <a:xfrm>
              <a:off x="2041273" y="2645448"/>
              <a:ext cx="126315" cy="15440"/>
            </a:xfrm>
            <a:custGeom>
              <a:rect b="b" l="l" r="r" t="t"/>
              <a:pathLst>
                <a:path extrusionOk="0" h="365" w="2986">
                  <a:moveTo>
                    <a:pt x="2871" y="0"/>
                  </a:moveTo>
                  <a:lnTo>
                    <a:pt x="115" y="134"/>
                  </a:lnTo>
                  <a:cubicBezTo>
                    <a:pt x="38" y="134"/>
                    <a:pt x="0" y="173"/>
                    <a:pt x="0" y="249"/>
                  </a:cubicBezTo>
                  <a:cubicBezTo>
                    <a:pt x="0" y="326"/>
                    <a:pt x="38" y="364"/>
                    <a:pt x="115" y="364"/>
                  </a:cubicBezTo>
                  <a:lnTo>
                    <a:pt x="2871" y="249"/>
                  </a:lnTo>
                  <a:cubicBezTo>
                    <a:pt x="2929" y="249"/>
                    <a:pt x="2986" y="192"/>
                    <a:pt x="2986" y="134"/>
                  </a:cubicBezTo>
                  <a:cubicBezTo>
                    <a:pt x="2986" y="58"/>
                    <a:pt x="2929"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44"/>
            <p:cNvSpPr/>
            <p:nvPr/>
          </p:nvSpPr>
          <p:spPr>
            <a:xfrm>
              <a:off x="1975664" y="2591599"/>
              <a:ext cx="78598" cy="132737"/>
            </a:xfrm>
            <a:custGeom>
              <a:rect b="b" l="l" r="r" t="t"/>
              <a:pathLst>
                <a:path extrusionOk="0" h="3138" w="1858">
                  <a:moveTo>
                    <a:pt x="852" y="1"/>
                  </a:moveTo>
                  <a:cubicBezTo>
                    <a:pt x="465" y="1"/>
                    <a:pt x="96" y="10"/>
                    <a:pt x="96" y="10"/>
                  </a:cubicBezTo>
                  <a:cubicBezTo>
                    <a:pt x="1" y="29"/>
                    <a:pt x="39" y="2958"/>
                    <a:pt x="116" y="3092"/>
                  </a:cubicBezTo>
                  <a:cubicBezTo>
                    <a:pt x="138" y="3126"/>
                    <a:pt x="280" y="3138"/>
                    <a:pt x="471" y="3138"/>
                  </a:cubicBezTo>
                  <a:cubicBezTo>
                    <a:pt x="930" y="3138"/>
                    <a:pt x="1675" y="3067"/>
                    <a:pt x="1742" y="3054"/>
                  </a:cubicBezTo>
                  <a:cubicBezTo>
                    <a:pt x="1857" y="3015"/>
                    <a:pt x="1857" y="144"/>
                    <a:pt x="1723" y="48"/>
                  </a:cubicBezTo>
                  <a:cubicBezTo>
                    <a:pt x="1647" y="10"/>
                    <a:pt x="1240" y="1"/>
                    <a:pt x="85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44"/>
            <p:cNvSpPr/>
            <p:nvPr/>
          </p:nvSpPr>
          <p:spPr>
            <a:xfrm>
              <a:off x="2147322" y="2589991"/>
              <a:ext cx="80206" cy="133372"/>
            </a:xfrm>
            <a:custGeom>
              <a:rect b="b" l="l" r="r" t="t"/>
              <a:pathLst>
                <a:path extrusionOk="0" h="3153" w="1896">
                  <a:moveTo>
                    <a:pt x="768" y="0"/>
                  </a:moveTo>
                  <a:cubicBezTo>
                    <a:pt x="477" y="0"/>
                    <a:pt x="224" y="11"/>
                    <a:pt x="173" y="48"/>
                  </a:cubicBezTo>
                  <a:cubicBezTo>
                    <a:pt x="20" y="144"/>
                    <a:pt x="0" y="2996"/>
                    <a:pt x="96" y="3034"/>
                  </a:cubicBezTo>
                  <a:cubicBezTo>
                    <a:pt x="167" y="3062"/>
                    <a:pt x="973" y="3153"/>
                    <a:pt x="1425" y="3153"/>
                  </a:cubicBezTo>
                  <a:cubicBezTo>
                    <a:pt x="1587" y="3153"/>
                    <a:pt x="1703" y="3141"/>
                    <a:pt x="1723" y="3111"/>
                  </a:cubicBezTo>
                  <a:cubicBezTo>
                    <a:pt x="1800" y="2996"/>
                    <a:pt x="1895" y="67"/>
                    <a:pt x="1800" y="29"/>
                  </a:cubicBezTo>
                  <a:cubicBezTo>
                    <a:pt x="1800" y="29"/>
                    <a:pt x="1234" y="0"/>
                    <a:pt x="7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44"/>
            <p:cNvSpPr/>
            <p:nvPr/>
          </p:nvSpPr>
          <p:spPr>
            <a:xfrm>
              <a:off x="2378076" y="2570787"/>
              <a:ext cx="161173" cy="165816"/>
            </a:xfrm>
            <a:custGeom>
              <a:rect b="b" l="l" r="r" t="t"/>
              <a:pathLst>
                <a:path extrusionOk="0" h="3920" w="3810">
                  <a:moveTo>
                    <a:pt x="2198" y="1"/>
                  </a:moveTo>
                  <a:cubicBezTo>
                    <a:pt x="1360" y="1"/>
                    <a:pt x="371" y="108"/>
                    <a:pt x="230" y="272"/>
                  </a:cubicBezTo>
                  <a:cubicBezTo>
                    <a:pt x="20" y="521"/>
                    <a:pt x="1" y="3909"/>
                    <a:pt x="269" y="3909"/>
                  </a:cubicBezTo>
                  <a:cubicBezTo>
                    <a:pt x="269" y="3909"/>
                    <a:pt x="852" y="3920"/>
                    <a:pt x="1534" y="3920"/>
                  </a:cubicBezTo>
                  <a:cubicBezTo>
                    <a:pt x="2444" y="3920"/>
                    <a:pt x="3528" y="3901"/>
                    <a:pt x="3637" y="3813"/>
                  </a:cubicBezTo>
                  <a:cubicBezTo>
                    <a:pt x="3810" y="3641"/>
                    <a:pt x="3771" y="406"/>
                    <a:pt x="3350" y="139"/>
                  </a:cubicBezTo>
                  <a:cubicBezTo>
                    <a:pt x="3188" y="43"/>
                    <a:pt x="2722" y="1"/>
                    <a:pt x="21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44"/>
            <p:cNvSpPr/>
            <p:nvPr/>
          </p:nvSpPr>
          <p:spPr>
            <a:xfrm>
              <a:off x="2394277" y="2591049"/>
              <a:ext cx="126358" cy="127027"/>
            </a:xfrm>
            <a:custGeom>
              <a:rect b="b" l="l" r="r" t="t"/>
              <a:pathLst>
                <a:path extrusionOk="0" h="3003" w="2987">
                  <a:moveTo>
                    <a:pt x="1605" y="1"/>
                  </a:moveTo>
                  <a:cubicBezTo>
                    <a:pt x="962" y="1"/>
                    <a:pt x="269" y="67"/>
                    <a:pt x="192" y="176"/>
                  </a:cubicBezTo>
                  <a:cubicBezTo>
                    <a:pt x="19" y="368"/>
                    <a:pt x="0" y="2990"/>
                    <a:pt x="192" y="2990"/>
                  </a:cubicBezTo>
                  <a:cubicBezTo>
                    <a:pt x="192" y="2990"/>
                    <a:pt x="701" y="3002"/>
                    <a:pt x="1263" y="3002"/>
                  </a:cubicBezTo>
                  <a:cubicBezTo>
                    <a:pt x="1919" y="3002"/>
                    <a:pt x="2646" y="2986"/>
                    <a:pt x="2718" y="2913"/>
                  </a:cubicBezTo>
                  <a:cubicBezTo>
                    <a:pt x="2852" y="2779"/>
                    <a:pt x="2986" y="329"/>
                    <a:pt x="2680" y="119"/>
                  </a:cubicBezTo>
                  <a:cubicBezTo>
                    <a:pt x="2533" y="37"/>
                    <a:pt x="2083" y="1"/>
                    <a:pt x="16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44"/>
            <p:cNvSpPr/>
            <p:nvPr/>
          </p:nvSpPr>
          <p:spPr>
            <a:xfrm>
              <a:off x="2446096" y="2583096"/>
              <a:ext cx="13791" cy="144962"/>
            </a:xfrm>
            <a:custGeom>
              <a:rect b="b" l="l" r="r" t="t"/>
              <a:pathLst>
                <a:path extrusionOk="0" h="3427" w="326">
                  <a:moveTo>
                    <a:pt x="115" y="1"/>
                  </a:moveTo>
                  <a:cubicBezTo>
                    <a:pt x="39" y="1"/>
                    <a:pt x="0" y="39"/>
                    <a:pt x="0" y="115"/>
                  </a:cubicBezTo>
                  <a:lnTo>
                    <a:pt x="96" y="3293"/>
                  </a:lnTo>
                  <a:cubicBezTo>
                    <a:pt x="96" y="3369"/>
                    <a:pt x="134" y="3427"/>
                    <a:pt x="211" y="3427"/>
                  </a:cubicBezTo>
                  <a:cubicBezTo>
                    <a:pt x="287" y="3427"/>
                    <a:pt x="326" y="3350"/>
                    <a:pt x="326" y="3293"/>
                  </a:cubicBezTo>
                  <a:lnTo>
                    <a:pt x="230" y="115"/>
                  </a:lnTo>
                  <a:cubicBezTo>
                    <a:pt x="230" y="39"/>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44"/>
            <p:cNvSpPr/>
            <p:nvPr/>
          </p:nvSpPr>
          <p:spPr>
            <a:xfrm>
              <a:off x="2394277" y="2645448"/>
              <a:ext cx="126358" cy="15440"/>
            </a:xfrm>
            <a:custGeom>
              <a:rect b="b" l="l" r="r" t="t"/>
              <a:pathLst>
                <a:path extrusionOk="0" h="365" w="2987">
                  <a:moveTo>
                    <a:pt x="2871" y="0"/>
                  </a:moveTo>
                  <a:lnTo>
                    <a:pt x="115" y="134"/>
                  </a:lnTo>
                  <a:cubicBezTo>
                    <a:pt x="58" y="134"/>
                    <a:pt x="0" y="173"/>
                    <a:pt x="0" y="249"/>
                  </a:cubicBezTo>
                  <a:cubicBezTo>
                    <a:pt x="0" y="326"/>
                    <a:pt x="58" y="364"/>
                    <a:pt x="115" y="364"/>
                  </a:cubicBezTo>
                  <a:lnTo>
                    <a:pt x="2871" y="249"/>
                  </a:lnTo>
                  <a:cubicBezTo>
                    <a:pt x="2948" y="249"/>
                    <a:pt x="2986" y="192"/>
                    <a:pt x="2986" y="134"/>
                  </a:cubicBezTo>
                  <a:cubicBezTo>
                    <a:pt x="2986" y="58"/>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44"/>
            <p:cNvSpPr/>
            <p:nvPr/>
          </p:nvSpPr>
          <p:spPr>
            <a:xfrm>
              <a:off x="2328668" y="2590457"/>
              <a:ext cx="78598" cy="133076"/>
            </a:xfrm>
            <a:custGeom>
              <a:rect b="b" l="l" r="r" t="t"/>
              <a:pathLst>
                <a:path extrusionOk="0" h="3146" w="1858">
                  <a:moveTo>
                    <a:pt x="959" y="1"/>
                  </a:moveTo>
                  <a:cubicBezTo>
                    <a:pt x="535" y="1"/>
                    <a:pt x="97" y="18"/>
                    <a:pt x="97" y="18"/>
                  </a:cubicBezTo>
                  <a:cubicBezTo>
                    <a:pt x="1" y="37"/>
                    <a:pt x="39" y="2985"/>
                    <a:pt x="116" y="3100"/>
                  </a:cubicBezTo>
                  <a:cubicBezTo>
                    <a:pt x="138" y="3133"/>
                    <a:pt x="280" y="3146"/>
                    <a:pt x="471" y="3146"/>
                  </a:cubicBezTo>
                  <a:cubicBezTo>
                    <a:pt x="930" y="3146"/>
                    <a:pt x="1675" y="3075"/>
                    <a:pt x="1743" y="3061"/>
                  </a:cubicBezTo>
                  <a:cubicBezTo>
                    <a:pt x="1858" y="3023"/>
                    <a:pt x="1858" y="152"/>
                    <a:pt x="1724" y="56"/>
                  </a:cubicBezTo>
                  <a:cubicBezTo>
                    <a:pt x="1654" y="13"/>
                    <a:pt x="1312" y="1"/>
                    <a:pt x="9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44"/>
            <p:cNvSpPr/>
            <p:nvPr/>
          </p:nvSpPr>
          <p:spPr>
            <a:xfrm>
              <a:off x="2500326" y="2589991"/>
              <a:ext cx="80206" cy="133499"/>
            </a:xfrm>
            <a:custGeom>
              <a:rect b="b" l="l" r="r" t="t"/>
              <a:pathLst>
                <a:path extrusionOk="0" h="3156" w="1896">
                  <a:moveTo>
                    <a:pt x="777" y="0"/>
                  </a:moveTo>
                  <a:cubicBezTo>
                    <a:pt x="486" y="0"/>
                    <a:pt x="232" y="11"/>
                    <a:pt x="173" y="48"/>
                  </a:cubicBezTo>
                  <a:cubicBezTo>
                    <a:pt x="39" y="144"/>
                    <a:pt x="1" y="2996"/>
                    <a:pt x="96" y="3034"/>
                  </a:cubicBezTo>
                  <a:cubicBezTo>
                    <a:pt x="165" y="3075"/>
                    <a:pt x="942" y="3156"/>
                    <a:pt x="1397" y="3156"/>
                  </a:cubicBezTo>
                  <a:cubicBezTo>
                    <a:pt x="1577" y="3156"/>
                    <a:pt x="1707" y="3143"/>
                    <a:pt x="1723" y="3111"/>
                  </a:cubicBezTo>
                  <a:cubicBezTo>
                    <a:pt x="1800" y="2977"/>
                    <a:pt x="1896" y="48"/>
                    <a:pt x="1800" y="29"/>
                  </a:cubicBezTo>
                  <a:cubicBezTo>
                    <a:pt x="1800" y="29"/>
                    <a:pt x="1242" y="0"/>
                    <a:pt x="7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44"/>
            <p:cNvSpPr/>
            <p:nvPr/>
          </p:nvSpPr>
          <p:spPr>
            <a:xfrm>
              <a:off x="2365132" y="2970152"/>
              <a:ext cx="161173" cy="167127"/>
            </a:xfrm>
            <a:custGeom>
              <a:rect b="b" l="l" r="r" t="t"/>
              <a:pathLst>
                <a:path extrusionOk="0" h="3951" w="3810">
                  <a:moveTo>
                    <a:pt x="2138" y="0"/>
                  </a:moveTo>
                  <a:cubicBezTo>
                    <a:pt x="1313" y="0"/>
                    <a:pt x="368" y="106"/>
                    <a:pt x="230" y="268"/>
                  </a:cubicBezTo>
                  <a:cubicBezTo>
                    <a:pt x="19" y="536"/>
                    <a:pt x="0" y="3943"/>
                    <a:pt x="268" y="3943"/>
                  </a:cubicBezTo>
                  <a:cubicBezTo>
                    <a:pt x="268" y="3943"/>
                    <a:pt x="715" y="3951"/>
                    <a:pt x="1284" y="3951"/>
                  </a:cubicBezTo>
                  <a:cubicBezTo>
                    <a:pt x="2231" y="3951"/>
                    <a:pt x="3517" y="3928"/>
                    <a:pt x="3637" y="3809"/>
                  </a:cubicBezTo>
                  <a:cubicBezTo>
                    <a:pt x="3809" y="3656"/>
                    <a:pt x="3771" y="421"/>
                    <a:pt x="3350" y="153"/>
                  </a:cubicBezTo>
                  <a:cubicBezTo>
                    <a:pt x="3175" y="46"/>
                    <a:pt x="2683" y="0"/>
                    <a:pt x="21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44"/>
            <p:cNvSpPr/>
            <p:nvPr/>
          </p:nvSpPr>
          <p:spPr>
            <a:xfrm>
              <a:off x="2381333" y="2991514"/>
              <a:ext cx="126358" cy="127069"/>
            </a:xfrm>
            <a:custGeom>
              <a:rect b="b" l="l" r="r" t="t"/>
              <a:pathLst>
                <a:path extrusionOk="0" h="3004" w="2987">
                  <a:moveTo>
                    <a:pt x="1524" y="1"/>
                  </a:moveTo>
                  <a:cubicBezTo>
                    <a:pt x="905" y="1"/>
                    <a:pt x="265" y="60"/>
                    <a:pt x="192" y="165"/>
                  </a:cubicBezTo>
                  <a:cubicBezTo>
                    <a:pt x="38" y="356"/>
                    <a:pt x="0" y="2998"/>
                    <a:pt x="192" y="2998"/>
                  </a:cubicBezTo>
                  <a:cubicBezTo>
                    <a:pt x="192" y="2998"/>
                    <a:pt x="574" y="3004"/>
                    <a:pt x="1042" y="3004"/>
                  </a:cubicBezTo>
                  <a:cubicBezTo>
                    <a:pt x="1744" y="3004"/>
                    <a:pt x="2638" y="2990"/>
                    <a:pt x="2718" y="2921"/>
                  </a:cubicBezTo>
                  <a:cubicBezTo>
                    <a:pt x="2852" y="2787"/>
                    <a:pt x="2986" y="337"/>
                    <a:pt x="2680" y="126"/>
                  </a:cubicBezTo>
                  <a:cubicBezTo>
                    <a:pt x="2525" y="40"/>
                    <a:pt x="2031"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44"/>
            <p:cNvSpPr/>
            <p:nvPr/>
          </p:nvSpPr>
          <p:spPr>
            <a:xfrm>
              <a:off x="2433152" y="2983900"/>
              <a:ext cx="13791" cy="144158"/>
            </a:xfrm>
            <a:custGeom>
              <a:rect b="b" l="l" r="r" t="t"/>
              <a:pathLst>
                <a:path extrusionOk="0" h="3408" w="326">
                  <a:moveTo>
                    <a:pt x="115" y="0"/>
                  </a:moveTo>
                  <a:cubicBezTo>
                    <a:pt x="38" y="0"/>
                    <a:pt x="0" y="39"/>
                    <a:pt x="0" y="115"/>
                  </a:cubicBezTo>
                  <a:lnTo>
                    <a:pt x="96" y="3292"/>
                  </a:lnTo>
                  <a:cubicBezTo>
                    <a:pt x="96" y="3369"/>
                    <a:pt x="134" y="3407"/>
                    <a:pt x="211" y="3407"/>
                  </a:cubicBezTo>
                  <a:cubicBezTo>
                    <a:pt x="249" y="3407"/>
                    <a:pt x="325" y="3369"/>
                    <a:pt x="325" y="3292"/>
                  </a:cubicBezTo>
                  <a:lnTo>
                    <a:pt x="230" y="115"/>
                  </a:lnTo>
                  <a:cubicBezTo>
                    <a:pt x="230" y="39"/>
                    <a:pt x="192" y="0"/>
                    <a:pt x="115"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44"/>
            <p:cNvSpPr/>
            <p:nvPr/>
          </p:nvSpPr>
          <p:spPr>
            <a:xfrm>
              <a:off x="2381333" y="3046251"/>
              <a:ext cx="126358" cy="15397"/>
            </a:xfrm>
            <a:custGeom>
              <a:rect b="b" l="l" r="r" t="t"/>
              <a:pathLst>
                <a:path extrusionOk="0" h="364" w="2987">
                  <a:moveTo>
                    <a:pt x="2871" y="0"/>
                  </a:moveTo>
                  <a:lnTo>
                    <a:pt x="115" y="134"/>
                  </a:lnTo>
                  <a:cubicBezTo>
                    <a:pt x="38" y="134"/>
                    <a:pt x="0" y="172"/>
                    <a:pt x="0" y="249"/>
                  </a:cubicBezTo>
                  <a:cubicBezTo>
                    <a:pt x="0" y="325"/>
                    <a:pt x="38" y="364"/>
                    <a:pt x="115" y="364"/>
                  </a:cubicBezTo>
                  <a:lnTo>
                    <a:pt x="2871" y="249"/>
                  </a:lnTo>
                  <a:cubicBezTo>
                    <a:pt x="2948" y="249"/>
                    <a:pt x="2986" y="191"/>
                    <a:pt x="2986" y="134"/>
                  </a:cubicBezTo>
                  <a:cubicBezTo>
                    <a:pt x="2986" y="57"/>
                    <a:pt x="2948" y="0"/>
                    <a:pt x="2871"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44"/>
            <p:cNvSpPr/>
            <p:nvPr/>
          </p:nvSpPr>
          <p:spPr>
            <a:xfrm>
              <a:off x="2315724" y="2991260"/>
              <a:ext cx="78598" cy="133033"/>
            </a:xfrm>
            <a:custGeom>
              <a:rect b="b" l="l" r="r" t="t"/>
              <a:pathLst>
                <a:path extrusionOk="0" h="3145" w="1858">
                  <a:moveTo>
                    <a:pt x="955" y="1"/>
                  </a:moveTo>
                  <a:cubicBezTo>
                    <a:pt x="535" y="1"/>
                    <a:pt x="96" y="18"/>
                    <a:pt x="96" y="18"/>
                  </a:cubicBezTo>
                  <a:cubicBezTo>
                    <a:pt x="1" y="56"/>
                    <a:pt x="39" y="2984"/>
                    <a:pt x="116" y="3099"/>
                  </a:cubicBezTo>
                  <a:cubicBezTo>
                    <a:pt x="132" y="3132"/>
                    <a:pt x="263" y="3145"/>
                    <a:pt x="445" y="3145"/>
                  </a:cubicBezTo>
                  <a:cubicBezTo>
                    <a:pt x="893" y="3145"/>
                    <a:pt x="1647" y="3069"/>
                    <a:pt x="1743" y="3042"/>
                  </a:cubicBezTo>
                  <a:cubicBezTo>
                    <a:pt x="1857" y="3023"/>
                    <a:pt x="1857" y="152"/>
                    <a:pt x="1704" y="56"/>
                  </a:cubicBezTo>
                  <a:cubicBezTo>
                    <a:pt x="1643" y="12"/>
                    <a:pt x="1306" y="1"/>
                    <a:pt x="9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44"/>
            <p:cNvSpPr/>
            <p:nvPr/>
          </p:nvSpPr>
          <p:spPr>
            <a:xfrm>
              <a:off x="2487382" y="2990752"/>
              <a:ext cx="80206" cy="133414"/>
            </a:xfrm>
            <a:custGeom>
              <a:rect b="b" l="l" r="r" t="t"/>
              <a:pathLst>
                <a:path extrusionOk="0" h="3154" w="1896">
                  <a:moveTo>
                    <a:pt x="768" y="1"/>
                  </a:moveTo>
                  <a:cubicBezTo>
                    <a:pt x="477" y="1"/>
                    <a:pt x="224" y="12"/>
                    <a:pt x="173" y="49"/>
                  </a:cubicBezTo>
                  <a:cubicBezTo>
                    <a:pt x="20" y="144"/>
                    <a:pt x="1" y="2996"/>
                    <a:pt x="96" y="3035"/>
                  </a:cubicBezTo>
                  <a:cubicBezTo>
                    <a:pt x="167" y="3063"/>
                    <a:pt x="973" y="3153"/>
                    <a:pt x="1425" y="3153"/>
                  </a:cubicBezTo>
                  <a:cubicBezTo>
                    <a:pt x="1587" y="3153"/>
                    <a:pt x="1703" y="3142"/>
                    <a:pt x="1723" y="3111"/>
                  </a:cubicBezTo>
                  <a:cubicBezTo>
                    <a:pt x="1800" y="2977"/>
                    <a:pt x="1895" y="49"/>
                    <a:pt x="1800" y="30"/>
                  </a:cubicBezTo>
                  <a:cubicBezTo>
                    <a:pt x="1800" y="30"/>
                    <a:pt x="1234" y="1"/>
                    <a:pt x="7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44"/>
            <p:cNvSpPr/>
            <p:nvPr/>
          </p:nvSpPr>
          <p:spPr>
            <a:xfrm>
              <a:off x="2010478" y="2974424"/>
              <a:ext cx="161173" cy="165689"/>
            </a:xfrm>
            <a:custGeom>
              <a:rect b="b" l="l" r="r" t="t"/>
              <a:pathLst>
                <a:path extrusionOk="0" h="3917" w="3810">
                  <a:moveTo>
                    <a:pt x="2192" y="1"/>
                  </a:moveTo>
                  <a:cubicBezTo>
                    <a:pt x="1357" y="1"/>
                    <a:pt x="379" y="110"/>
                    <a:pt x="250" y="263"/>
                  </a:cubicBezTo>
                  <a:cubicBezTo>
                    <a:pt x="39" y="492"/>
                    <a:pt x="1" y="3899"/>
                    <a:pt x="269" y="3899"/>
                  </a:cubicBezTo>
                  <a:cubicBezTo>
                    <a:pt x="269" y="3899"/>
                    <a:pt x="972" y="3916"/>
                    <a:pt x="1737" y="3916"/>
                  </a:cubicBezTo>
                  <a:cubicBezTo>
                    <a:pt x="2598" y="3916"/>
                    <a:pt x="3536" y="3895"/>
                    <a:pt x="3637" y="3804"/>
                  </a:cubicBezTo>
                  <a:cubicBezTo>
                    <a:pt x="3810" y="3650"/>
                    <a:pt x="3791" y="416"/>
                    <a:pt x="3350" y="148"/>
                  </a:cubicBezTo>
                  <a:cubicBezTo>
                    <a:pt x="3187" y="44"/>
                    <a:pt x="2718" y="1"/>
                    <a:pt x="2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44"/>
            <p:cNvSpPr/>
            <p:nvPr/>
          </p:nvSpPr>
          <p:spPr>
            <a:xfrm>
              <a:off x="2026679" y="2994771"/>
              <a:ext cx="127161" cy="127069"/>
            </a:xfrm>
            <a:custGeom>
              <a:rect b="b" l="l" r="r" t="t"/>
              <a:pathLst>
                <a:path extrusionOk="0" h="3004" w="3006">
                  <a:moveTo>
                    <a:pt x="1539" y="0"/>
                  </a:moveTo>
                  <a:cubicBezTo>
                    <a:pt x="921" y="0"/>
                    <a:pt x="276" y="59"/>
                    <a:pt x="192" y="164"/>
                  </a:cubicBezTo>
                  <a:cubicBezTo>
                    <a:pt x="1" y="356"/>
                    <a:pt x="1" y="2997"/>
                    <a:pt x="192" y="2997"/>
                  </a:cubicBezTo>
                  <a:cubicBezTo>
                    <a:pt x="192" y="2997"/>
                    <a:pt x="575" y="3003"/>
                    <a:pt x="1044" y="3003"/>
                  </a:cubicBezTo>
                  <a:cubicBezTo>
                    <a:pt x="1748" y="3003"/>
                    <a:pt x="2646" y="2989"/>
                    <a:pt x="2738" y="2921"/>
                  </a:cubicBezTo>
                  <a:cubicBezTo>
                    <a:pt x="2852" y="2767"/>
                    <a:pt x="3006" y="337"/>
                    <a:pt x="2680" y="126"/>
                  </a:cubicBezTo>
                  <a:cubicBezTo>
                    <a:pt x="2534" y="40"/>
                    <a:pt x="2045" y="0"/>
                    <a:pt x="153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44"/>
            <p:cNvSpPr/>
            <p:nvPr/>
          </p:nvSpPr>
          <p:spPr>
            <a:xfrm>
              <a:off x="2078498" y="2986311"/>
              <a:ext cx="14637" cy="144962"/>
            </a:xfrm>
            <a:custGeom>
              <a:rect b="b" l="l" r="r" t="t"/>
              <a:pathLst>
                <a:path extrusionOk="0" h="3427" w="346">
                  <a:moveTo>
                    <a:pt x="115" y="1"/>
                  </a:moveTo>
                  <a:cubicBezTo>
                    <a:pt x="58" y="1"/>
                    <a:pt x="1" y="58"/>
                    <a:pt x="1" y="135"/>
                  </a:cubicBezTo>
                  <a:lnTo>
                    <a:pt x="96" y="3312"/>
                  </a:lnTo>
                  <a:cubicBezTo>
                    <a:pt x="96" y="3389"/>
                    <a:pt x="154" y="3427"/>
                    <a:pt x="211" y="3427"/>
                  </a:cubicBezTo>
                  <a:cubicBezTo>
                    <a:pt x="268" y="3427"/>
                    <a:pt x="345" y="3350"/>
                    <a:pt x="345" y="3312"/>
                  </a:cubicBezTo>
                  <a:lnTo>
                    <a:pt x="249" y="135"/>
                  </a:lnTo>
                  <a:cubicBezTo>
                    <a:pt x="249" y="58"/>
                    <a:pt x="192" y="1"/>
                    <a:pt x="115"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44"/>
            <p:cNvSpPr/>
            <p:nvPr/>
          </p:nvSpPr>
          <p:spPr>
            <a:xfrm>
              <a:off x="2026679" y="3049466"/>
              <a:ext cx="127161" cy="15440"/>
            </a:xfrm>
            <a:custGeom>
              <a:rect b="b" l="l" r="r" t="t"/>
              <a:pathLst>
                <a:path extrusionOk="0" h="365" w="3006">
                  <a:moveTo>
                    <a:pt x="2872" y="1"/>
                  </a:moveTo>
                  <a:lnTo>
                    <a:pt x="135" y="115"/>
                  </a:lnTo>
                  <a:cubicBezTo>
                    <a:pt x="58" y="115"/>
                    <a:pt x="1" y="173"/>
                    <a:pt x="1" y="249"/>
                  </a:cubicBezTo>
                  <a:cubicBezTo>
                    <a:pt x="1" y="307"/>
                    <a:pt x="58" y="364"/>
                    <a:pt x="135" y="364"/>
                  </a:cubicBezTo>
                  <a:lnTo>
                    <a:pt x="2872" y="249"/>
                  </a:lnTo>
                  <a:cubicBezTo>
                    <a:pt x="2948" y="249"/>
                    <a:pt x="3006" y="192"/>
                    <a:pt x="3006" y="115"/>
                  </a:cubicBezTo>
                  <a:cubicBezTo>
                    <a:pt x="3006" y="58"/>
                    <a:pt x="2948" y="1"/>
                    <a:pt x="2872"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44"/>
            <p:cNvSpPr/>
            <p:nvPr/>
          </p:nvSpPr>
          <p:spPr>
            <a:xfrm>
              <a:off x="1961112" y="2994517"/>
              <a:ext cx="79359" cy="133033"/>
            </a:xfrm>
            <a:custGeom>
              <a:rect b="b" l="l" r="r" t="t"/>
              <a:pathLst>
                <a:path extrusionOk="0" h="3145" w="1876">
                  <a:moveTo>
                    <a:pt x="966" y="0"/>
                  </a:moveTo>
                  <a:cubicBezTo>
                    <a:pt x="540" y="0"/>
                    <a:pt x="96" y="17"/>
                    <a:pt x="96" y="17"/>
                  </a:cubicBezTo>
                  <a:cubicBezTo>
                    <a:pt x="0" y="36"/>
                    <a:pt x="58" y="2946"/>
                    <a:pt x="115" y="3099"/>
                  </a:cubicBezTo>
                  <a:cubicBezTo>
                    <a:pt x="137" y="3132"/>
                    <a:pt x="274" y="3144"/>
                    <a:pt x="459" y="3144"/>
                  </a:cubicBezTo>
                  <a:cubicBezTo>
                    <a:pt x="917" y="3144"/>
                    <a:pt x="1674" y="3069"/>
                    <a:pt x="1742" y="3041"/>
                  </a:cubicBezTo>
                  <a:cubicBezTo>
                    <a:pt x="1876" y="3022"/>
                    <a:pt x="1876" y="151"/>
                    <a:pt x="1723" y="55"/>
                  </a:cubicBezTo>
                  <a:cubicBezTo>
                    <a:pt x="1662" y="12"/>
                    <a:pt x="1320" y="0"/>
                    <a:pt x="9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44"/>
            <p:cNvSpPr/>
            <p:nvPr/>
          </p:nvSpPr>
          <p:spPr>
            <a:xfrm>
              <a:off x="2131925" y="2994010"/>
              <a:ext cx="81009" cy="133287"/>
            </a:xfrm>
            <a:custGeom>
              <a:rect b="b" l="l" r="r" t="t"/>
              <a:pathLst>
                <a:path extrusionOk="0" h="3151" w="1915">
                  <a:moveTo>
                    <a:pt x="769" y="0"/>
                  </a:moveTo>
                  <a:cubicBezTo>
                    <a:pt x="477" y="0"/>
                    <a:pt x="225" y="12"/>
                    <a:pt x="173" y="48"/>
                  </a:cubicBezTo>
                  <a:cubicBezTo>
                    <a:pt x="39" y="144"/>
                    <a:pt x="1" y="2996"/>
                    <a:pt x="97" y="3034"/>
                  </a:cubicBezTo>
                  <a:cubicBezTo>
                    <a:pt x="169" y="3049"/>
                    <a:pt x="1023" y="3150"/>
                    <a:pt x="1464" y="3150"/>
                  </a:cubicBezTo>
                  <a:cubicBezTo>
                    <a:pt x="1609" y="3150"/>
                    <a:pt x="1709" y="3139"/>
                    <a:pt x="1723" y="3111"/>
                  </a:cubicBezTo>
                  <a:cubicBezTo>
                    <a:pt x="1819" y="2958"/>
                    <a:pt x="1915" y="48"/>
                    <a:pt x="1800" y="29"/>
                  </a:cubicBezTo>
                  <a:cubicBezTo>
                    <a:pt x="1800" y="29"/>
                    <a:pt x="1235" y="0"/>
                    <a:pt x="7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44"/>
            <p:cNvSpPr/>
            <p:nvPr/>
          </p:nvSpPr>
          <p:spPr>
            <a:xfrm>
              <a:off x="1651805" y="2981488"/>
              <a:ext cx="159565" cy="165901"/>
            </a:xfrm>
            <a:custGeom>
              <a:rect b="b" l="l" r="r" t="t"/>
              <a:pathLst>
                <a:path extrusionOk="0" h="3922" w="3772">
                  <a:moveTo>
                    <a:pt x="2110" y="0"/>
                  </a:moveTo>
                  <a:cubicBezTo>
                    <a:pt x="1285" y="0"/>
                    <a:pt x="338" y="106"/>
                    <a:pt x="211" y="268"/>
                  </a:cubicBezTo>
                  <a:cubicBezTo>
                    <a:pt x="20" y="517"/>
                    <a:pt x="0" y="3904"/>
                    <a:pt x="230" y="3904"/>
                  </a:cubicBezTo>
                  <a:cubicBezTo>
                    <a:pt x="230" y="3904"/>
                    <a:pt x="934" y="3921"/>
                    <a:pt x="1699" y="3921"/>
                  </a:cubicBezTo>
                  <a:cubicBezTo>
                    <a:pt x="2559" y="3921"/>
                    <a:pt x="3498" y="3900"/>
                    <a:pt x="3599" y="3809"/>
                  </a:cubicBezTo>
                  <a:cubicBezTo>
                    <a:pt x="3771" y="3637"/>
                    <a:pt x="3752" y="421"/>
                    <a:pt x="3312" y="153"/>
                  </a:cubicBezTo>
                  <a:cubicBezTo>
                    <a:pt x="3144" y="46"/>
                    <a:pt x="2654" y="0"/>
                    <a:pt x="2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44"/>
            <p:cNvSpPr/>
            <p:nvPr/>
          </p:nvSpPr>
          <p:spPr>
            <a:xfrm>
              <a:off x="1668007" y="3002851"/>
              <a:ext cx="126358" cy="127069"/>
            </a:xfrm>
            <a:custGeom>
              <a:rect b="b" l="l" r="r" t="t"/>
              <a:pathLst>
                <a:path extrusionOk="0" h="3004" w="2987">
                  <a:moveTo>
                    <a:pt x="1524" y="1"/>
                  </a:moveTo>
                  <a:cubicBezTo>
                    <a:pt x="905" y="1"/>
                    <a:pt x="265" y="60"/>
                    <a:pt x="192" y="165"/>
                  </a:cubicBezTo>
                  <a:cubicBezTo>
                    <a:pt x="0" y="356"/>
                    <a:pt x="0" y="2998"/>
                    <a:pt x="192" y="2998"/>
                  </a:cubicBezTo>
                  <a:cubicBezTo>
                    <a:pt x="192" y="2998"/>
                    <a:pt x="574" y="3004"/>
                    <a:pt x="1042" y="3004"/>
                  </a:cubicBezTo>
                  <a:cubicBezTo>
                    <a:pt x="1744" y="3004"/>
                    <a:pt x="2638" y="2990"/>
                    <a:pt x="2718" y="2921"/>
                  </a:cubicBezTo>
                  <a:cubicBezTo>
                    <a:pt x="2833" y="2768"/>
                    <a:pt x="2986" y="337"/>
                    <a:pt x="2680" y="126"/>
                  </a:cubicBezTo>
                  <a:cubicBezTo>
                    <a:pt x="2525" y="40"/>
                    <a:pt x="2032" y="1"/>
                    <a:pt x="152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44"/>
            <p:cNvSpPr/>
            <p:nvPr/>
          </p:nvSpPr>
          <p:spPr>
            <a:xfrm>
              <a:off x="1718176" y="2993587"/>
              <a:ext cx="15440" cy="145004"/>
            </a:xfrm>
            <a:custGeom>
              <a:rect b="b" l="l" r="r" t="t"/>
              <a:pathLst>
                <a:path extrusionOk="0" h="3428" w="365">
                  <a:moveTo>
                    <a:pt x="116" y="1"/>
                  </a:moveTo>
                  <a:cubicBezTo>
                    <a:pt x="58" y="1"/>
                    <a:pt x="1" y="58"/>
                    <a:pt x="1" y="116"/>
                  </a:cubicBezTo>
                  <a:lnTo>
                    <a:pt x="97" y="3312"/>
                  </a:lnTo>
                  <a:cubicBezTo>
                    <a:pt x="97" y="3389"/>
                    <a:pt x="154" y="3427"/>
                    <a:pt x="212" y="3427"/>
                  </a:cubicBezTo>
                  <a:cubicBezTo>
                    <a:pt x="288" y="3427"/>
                    <a:pt x="365" y="3389"/>
                    <a:pt x="345" y="3312"/>
                  </a:cubicBezTo>
                  <a:lnTo>
                    <a:pt x="250" y="116"/>
                  </a:lnTo>
                  <a:cubicBezTo>
                    <a:pt x="250" y="58"/>
                    <a:pt x="192" y="1"/>
                    <a:pt x="116"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44"/>
            <p:cNvSpPr/>
            <p:nvPr/>
          </p:nvSpPr>
          <p:spPr>
            <a:xfrm>
              <a:off x="1668007" y="3056742"/>
              <a:ext cx="126358" cy="15440"/>
            </a:xfrm>
            <a:custGeom>
              <a:rect b="b" l="l" r="r" t="t"/>
              <a:pathLst>
                <a:path extrusionOk="0" h="365" w="2987">
                  <a:moveTo>
                    <a:pt x="2871" y="1"/>
                  </a:moveTo>
                  <a:lnTo>
                    <a:pt x="115" y="116"/>
                  </a:lnTo>
                  <a:cubicBezTo>
                    <a:pt x="39" y="116"/>
                    <a:pt x="0" y="173"/>
                    <a:pt x="0" y="231"/>
                  </a:cubicBezTo>
                  <a:cubicBezTo>
                    <a:pt x="0" y="307"/>
                    <a:pt x="39" y="365"/>
                    <a:pt x="115" y="365"/>
                  </a:cubicBezTo>
                  <a:lnTo>
                    <a:pt x="2871" y="231"/>
                  </a:lnTo>
                  <a:cubicBezTo>
                    <a:pt x="2929" y="231"/>
                    <a:pt x="2986" y="192"/>
                    <a:pt x="2986" y="116"/>
                  </a:cubicBezTo>
                  <a:cubicBezTo>
                    <a:pt x="2986" y="39"/>
                    <a:pt x="2929" y="1"/>
                    <a:pt x="2871"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44"/>
            <p:cNvSpPr/>
            <p:nvPr/>
          </p:nvSpPr>
          <p:spPr>
            <a:xfrm>
              <a:off x="1601594" y="3002597"/>
              <a:ext cx="79402" cy="133033"/>
            </a:xfrm>
            <a:custGeom>
              <a:rect b="b" l="l" r="r" t="t"/>
              <a:pathLst>
                <a:path extrusionOk="0" h="3145" w="1877">
                  <a:moveTo>
                    <a:pt x="966" y="1"/>
                  </a:moveTo>
                  <a:cubicBezTo>
                    <a:pt x="541" y="1"/>
                    <a:pt x="96" y="18"/>
                    <a:pt x="96" y="18"/>
                  </a:cubicBezTo>
                  <a:cubicBezTo>
                    <a:pt x="1" y="37"/>
                    <a:pt x="58" y="2965"/>
                    <a:pt x="135" y="3099"/>
                  </a:cubicBezTo>
                  <a:cubicBezTo>
                    <a:pt x="151" y="3132"/>
                    <a:pt x="286" y="3145"/>
                    <a:pt x="471" y="3145"/>
                  </a:cubicBezTo>
                  <a:cubicBezTo>
                    <a:pt x="927" y="3145"/>
                    <a:pt x="1694" y="3069"/>
                    <a:pt x="1762" y="3042"/>
                  </a:cubicBezTo>
                  <a:cubicBezTo>
                    <a:pt x="1876" y="3023"/>
                    <a:pt x="1876" y="152"/>
                    <a:pt x="1723" y="56"/>
                  </a:cubicBezTo>
                  <a:cubicBezTo>
                    <a:pt x="1662" y="12"/>
                    <a:pt x="1321" y="1"/>
                    <a:pt x="96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44"/>
            <p:cNvSpPr/>
            <p:nvPr/>
          </p:nvSpPr>
          <p:spPr>
            <a:xfrm>
              <a:off x="1773252" y="3000651"/>
              <a:ext cx="81009" cy="133922"/>
            </a:xfrm>
            <a:custGeom>
              <a:rect b="b" l="l" r="r" t="t"/>
              <a:pathLst>
                <a:path extrusionOk="0" h="3166" w="1915">
                  <a:moveTo>
                    <a:pt x="858" y="0"/>
                  </a:moveTo>
                  <a:cubicBezTo>
                    <a:pt x="527" y="0"/>
                    <a:pt x="219" y="14"/>
                    <a:pt x="154" y="64"/>
                  </a:cubicBezTo>
                  <a:cubicBezTo>
                    <a:pt x="20" y="159"/>
                    <a:pt x="1" y="2992"/>
                    <a:pt x="96" y="3050"/>
                  </a:cubicBezTo>
                  <a:cubicBezTo>
                    <a:pt x="168" y="3064"/>
                    <a:pt x="1012" y="3165"/>
                    <a:pt x="1456" y="3165"/>
                  </a:cubicBezTo>
                  <a:cubicBezTo>
                    <a:pt x="1602" y="3165"/>
                    <a:pt x="1704" y="3154"/>
                    <a:pt x="1723" y="3126"/>
                  </a:cubicBezTo>
                  <a:cubicBezTo>
                    <a:pt x="1819" y="2992"/>
                    <a:pt x="1915" y="83"/>
                    <a:pt x="1781" y="25"/>
                  </a:cubicBezTo>
                  <a:cubicBezTo>
                    <a:pt x="1781" y="25"/>
                    <a:pt x="1299" y="0"/>
                    <a:pt x="8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4" name="Google Shape;3734;p44"/>
            <p:cNvGrpSpPr/>
            <p:nvPr/>
          </p:nvGrpSpPr>
          <p:grpSpPr>
            <a:xfrm>
              <a:off x="1619403" y="2607166"/>
              <a:ext cx="944927" cy="498223"/>
              <a:chOff x="1619403" y="2607166"/>
              <a:chExt cx="944927" cy="498223"/>
            </a:xfrm>
          </p:grpSpPr>
          <p:sp>
            <p:nvSpPr>
              <p:cNvPr id="3735" name="Google Shape;3735;p44"/>
              <p:cNvSpPr/>
              <p:nvPr/>
            </p:nvSpPr>
            <p:spPr>
              <a:xfrm>
                <a:off x="1629132" y="2608858"/>
                <a:ext cx="51059" cy="11548"/>
              </a:xfrm>
              <a:custGeom>
                <a:rect b="b" l="l" r="r" t="t"/>
                <a:pathLst>
                  <a:path extrusionOk="0" h="273" w="1207">
                    <a:moveTo>
                      <a:pt x="963" y="0"/>
                    </a:moveTo>
                    <a:cubicBezTo>
                      <a:pt x="697" y="0"/>
                      <a:pt x="181" y="42"/>
                      <a:pt x="115" y="42"/>
                    </a:cubicBezTo>
                    <a:cubicBezTo>
                      <a:pt x="58" y="42"/>
                      <a:pt x="0" y="81"/>
                      <a:pt x="0" y="157"/>
                    </a:cubicBezTo>
                    <a:cubicBezTo>
                      <a:pt x="0" y="234"/>
                      <a:pt x="58" y="272"/>
                      <a:pt x="115" y="272"/>
                    </a:cubicBezTo>
                    <a:cubicBezTo>
                      <a:pt x="345" y="253"/>
                      <a:pt x="881" y="234"/>
                      <a:pt x="1053" y="215"/>
                    </a:cubicBezTo>
                    <a:cubicBezTo>
                      <a:pt x="1066" y="223"/>
                      <a:pt x="1078" y="227"/>
                      <a:pt x="1090" y="227"/>
                    </a:cubicBezTo>
                    <a:cubicBezTo>
                      <a:pt x="1133" y="227"/>
                      <a:pt x="1168" y="179"/>
                      <a:pt x="1168" y="119"/>
                    </a:cubicBezTo>
                    <a:cubicBezTo>
                      <a:pt x="1206"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44"/>
              <p:cNvSpPr/>
              <p:nvPr/>
            </p:nvSpPr>
            <p:spPr>
              <a:xfrm>
                <a:off x="1629936" y="2641176"/>
                <a:ext cx="51059" cy="11590"/>
              </a:xfrm>
              <a:custGeom>
                <a:rect b="b" l="l" r="r" t="t"/>
                <a:pathLst>
                  <a:path extrusionOk="0" h="274" w="1207">
                    <a:moveTo>
                      <a:pt x="924" y="0"/>
                    </a:moveTo>
                    <a:cubicBezTo>
                      <a:pt x="643" y="0"/>
                      <a:pt x="181" y="25"/>
                      <a:pt x="135" y="25"/>
                    </a:cubicBezTo>
                    <a:cubicBezTo>
                      <a:pt x="58" y="25"/>
                      <a:pt x="1" y="82"/>
                      <a:pt x="1" y="159"/>
                    </a:cubicBezTo>
                    <a:cubicBezTo>
                      <a:pt x="1" y="235"/>
                      <a:pt x="58" y="274"/>
                      <a:pt x="135" y="274"/>
                    </a:cubicBezTo>
                    <a:cubicBezTo>
                      <a:pt x="326" y="274"/>
                      <a:pt x="900" y="235"/>
                      <a:pt x="1053" y="216"/>
                    </a:cubicBezTo>
                    <a:cubicBezTo>
                      <a:pt x="1066" y="225"/>
                      <a:pt x="1079" y="228"/>
                      <a:pt x="1093" y="228"/>
                    </a:cubicBezTo>
                    <a:cubicBezTo>
                      <a:pt x="1141" y="228"/>
                      <a:pt x="1187" y="180"/>
                      <a:pt x="1187" y="121"/>
                    </a:cubicBezTo>
                    <a:cubicBezTo>
                      <a:pt x="1206" y="82"/>
                      <a:pt x="1149" y="6"/>
                      <a:pt x="1092"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44"/>
              <p:cNvSpPr/>
              <p:nvPr/>
            </p:nvSpPr>
            <p:spPr>
              <a:xfrm>
                <a:off x="1629936" y="2676793"/>
                <a:ext cx="51059" cy="11590"/>
              </a:xfrm>
              <a:custGeom>
                <a:rect b="b" l="l" r="r" t="t"/>
                <a:pathLst>
                  <a:path extrusionOk="0" h="274" w="1207">
                    <a:moveTo>
                      <a:pt x="924" y="1"/>
                    </a:moveTo>
                    <a:cubicBezTo>
                      <a:pt x="643" y="1"/>
                      <a:pt x="181" y="25"/>
                      <a:pt x="135" y="25"/>
                    </a:cubicBezTo>
                    <a:cubicBezTo>
                      <a:pt x="58" y="25"/>
                      <a:pt x="1" y="83"/>
                      <a:pt x="1" y="140"/>
                    </a:cubicBezTo>
                    <a:cubicBezTo>
                      <a:pt x="1" y="216"/>
                      <a:pt x="58" y="274"/>
                      <a:pt x="135" y="274"/>
                    </a:cubicBezTo>
                    <a:cubicBezTo>
                      <a:pt x="345" y="274"/>
                      <a:pt x="919" y="216"/>
                      <a:pt x="1053" y="216"/>
                    </a:cubicBezTo>
                    <a:cubicBezTo>
                      <a:pt x="1063" y="220"/>
                      <a:pt x="1074" y="221"/>
                      <a:pt x="1084" y="221"/>
                    </a:cubicBezTo>
                    <a:cubicBezTo>
                      <a:pt x="1135" y="221"/>
                      <a:pt x="1187" y="184"/>
                      <a:pt x="1187" y="121"/>
                    </a:cubicBezTo>
                    <a:cubicBezTo>
                      <a:pt x="1206" y="83"/>
                      <a:pt x="1149" y="6"/>
                      <a:pt x="1092" y="6"/>
                    </a:cubicBezTo>
                    <a:cubicBezTo>
                      <a:pt x="1053" y="2"/>
                      <a:pt x="994" y="1"/>
                      <a:pt x="9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44"/>
              <p:cNvSpPr/>
              <p:nvPr/>
            </p:nvSpPr>
            <p:spPr>
              <a:xfrm>
                <a:off x="1797533" y="2607166"/>
                <a:ext cx="50255" cy="12394"/>
              </a:xfrm>
              <a:custGeom>
                <a:rect b="b" l="l" r="r" t="t"/>
                <a:pathLst>
                  <a:path extrusionOk="0" h="293" w="1188">
                    <a:moveTo>
                      <a:pt x="272" y="1"/>
                    </a:moveTo>
                    <a:cubicBezTo>
                      <a:pt x="207" y="1"/>
                      <a:pt x="152" y="2"/>
                      <a:pt x="116" y="6"/>
                    </a:cubicBezTo>
                    <a:cubicBezTo>
                      <a:pt x="39" y="6"/>
                      <a:pt x="1" y="44"/>
                      <a:pt x="1" y="121"/>
                    </a:cubicBezTo>
                    <a:cubicBezTo>
                      <a:pt x="1" y="197"/>
                      <a:pt x="39" y="236"/>
                      <a:pt x="116" y="236"/>
                    </a:cubicBezTo>
                    <a:cubicBezTo>
                      <a:pt x="250" y="236"/>
                      <a:pt x="824" y="274"/>
                      <a:pt x="1053" y="293"/>
                    </a:cubicBezTo>
                    <a:cubicBezTo>
                      <a:pt x="1092" y="293"/>
                      <a:pt x="1149" y="236"/>
                      <a:pt x="1187" y="178"/>
                    </a:cubicBezTo>
                    <a:cubicBezTo>
                      <a:pt x="1187" y="121"/>
                      <a:pt x="1149" y="44"/>
                      <a:pt x="1073"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44"/>
              <p:cNvSpPr/>
              <p:nvPr/>
            </p:nvSpPr>
            <p:spPr>
              <a:xfrm>
                <a:off x="1795122" y="2640372"/>
                <a:ext cx="51059" cy="12394"/>
              </a:xfrm>
              <a:custGeom>
                <a:rect b="b" l="l" r="r" t="t"/>
                <a:pathLst>
                  <a:path extrusionOk="0" h="293" w="1207">
                    <a:moveTo>
                      <a:pt x="273" y="0"/>
                    </a:moveTo>
                    <a:cubicBezTo>
                      <a:pt x="207" y="0"/>
                      <a:pt x="152" y="2"/>
                      <a:pt x="115" y="6"/>
                    </a:cubicBezTo>
                    <a:cubicBezTo>
                      <a:pt x="58" y="6"/>
                      <a:pt x="0" y="44"/>
                      <a:pt x="0" y="120"/>
                    </a:cubicBezTo>
                    <a:cubicBezTo>
                      <a:pt x="0" y="197"/>
                      <a:pt x="58" y="254"/>
                      <a:pt x="115" y="254"/>
                    </a:cubicBezTo>
                    <a:cubicBezTo>
                      <a:pt x="287" y="254"/>
                      <a:pt x="842" y="274"/>
                      <a:pt x="1053" y="293"/>
                    </a:cubicBezTo>
                    <a:cubicBezTo>
                      <a:pt x="1130" y="293"/>
                      <a:pt x="1168" y="254"/>
                      <a:pt x="1206" y="178"/>
                    </a:cubicBezTo>
                    <a:cubicBezTo>
                      <a:pt x="1206" y="120"/>
                      <a:pt x="1149" y="44"/>
                      <a:pt x="1072" y="44"/>
                    </a:cubicBezTo>
                    <a:cubicBezTo>
                      <a:pt x="1026" y="28"/>
                      <a:pt x="553"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44"/>
              <p:cNvSpPr/>
              <p:nvPr/>
            </p:nvSpPr>
            <p:spPr>
              <a:xfrm>
                <a:off x="1794318" y="2675651"/>
                <a:ext cx="50213" cy="12732"/>
              </a:xfrm>
              <a:custGeom>
                <a:rect b="b" l="l" r="r" t="t"/>
                <a:pathLst>
                  <a:path extrusionOk="0" h="301" w="1187">
                    <a:moveTo>
                      <a:pt x="324" y="1"/>
                    </a:moveTo>
                    <a:cubicBezTo>
                      <a:pt x="236" y="1"/>
                      <a:pt x="161" y="5"/>
                      <a:pt x="115" y="14"/>
                    </a:cubicBezTo>
                    <a:cubicBezTo>
                      <a:pt x="38" y="14"/>
                      <a:pt x="0" y="52"/>
                      <a:pt x="0" y="129"/>
                    </a:cubicBezTo>
                    <a:cubicBezTo>
                      <a:pt x="0" y="205"/>
                      <a:pt x="38" y="243"/>
                      <a:pt x="115" y="243"/>
                    </a:cubicBezTo>
                    <a:cubicBezTo>
                      <a:pt x="268" y="243"/>
                      <a:pt x="842" y="263"/>
                      <a:pt x="1053" y="301"/>
                    </a:cubicBezTo>
                    <a:cubicBezTo>
                      <a:pt x="1129" y="301"/>
                      <a:pt x="1168" y="243"/>
                      <a:pt x="1187" y="167"/>
                    </a:cubicBezTo>
                    <a:cubicBezTo>
                      <a:pt x="1187" y="129"/>
                      <a:pt x="1149" y="52"/>
                      <a:pt x="1072" y="52"/>
                    </a:cubicBezTo>
                    <a:cubicBezTo>
                      <a:pt x="1014" y="38"/>
                      <a:pt x="602" y="1"/>
                      <a:pt x="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44"/>
              <p:cNvSpPr/>
              <p:nvPr/>
            </p:nvSpPr>
            <p:spPr>
              <a:xfrm>
                <a:off x="1992669" y="2613722"/>
                <a:ext cx="50255" cy="11506"/>
              </a:xfrm>
              <a:custGeom>
                <a:rect b="b" l="l" r="r" t="t"/>
                <a:pathLst>
                  <a:path extrusionOk="0" h="272" w="1188">
                    <a:moveTo>
                      <a:pt x="963" y="0"/>
                    </a:moveTo>
                    <a:cubicBezTo>
                      <a:pt x="697" y="0"/>
                      <a:pt x="181" y="42"/>
                      <a:pt x="115" y="42"/>
                    </a:cubicBezTo>
                    <a:cubicBezTo>
                      <a:pt x="39" y="42"/>
                      <a:pt x="1" y="81"/>
                      <a:pt x="1" y="157"/>
                    </a:cubicBezTo>
                    <a:cubicBezTo>
                      <a:pt x="1" y="234"/>
                      <a:pt x="39" y="272"/>
                      <a:pt x="115" y="272"/>
                    </a:cubicBezTo>
                    <a:cubicBezTo>
                      <a:pt x="326" y="272"/>
                      <a:pt x="881" y="234"/>
                      <a:pt x="1053" y="234"/>
                    </a:cubicBezTo>
                    <a:cubicBezTo>
                      <a:pt x="1058" y="236"/>
                      <a:pt x="1064" y="237"/>
                      <a:pt x="1071" y="237"/>
                    </a:cubicBezTo>
                    <a:cubicBezTo>
                      <a:pt x="1111" y="237"/>
                      <a:pt x="1168" y="188"/>
                      <a:pt x="1168" y="138"/>
                    </a:cubicBezTo>
                    <a:cubicBezTo>
                      <a:pt x="1187" y="81"/>
                      <a:pt x="1149" y="4"/>
                      <a:pt x="1072"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44"/>
              <p:cNvSpPr/>
              <p:nvPr/>
            </p:nvSpPr>
            <p:spPr>
              <a:xfrm>
                <a:off x="1993473" y="2647648"/>
                <a:ext cx="51059" cy="11590"/>
              </a:xfrm>
              <a:custGeom>
                <a:rect b="b" l="l" r="r" t="t"/>
                <a:pathLst>
                  <a:path extrusionOk="0" h="274" w="1207">
                    <a:moveTo>
                      <a:pt x="907" y="1"/>
                    </a:moveTo>
                    <a:cubicBezTo>
                      <a:pt x="630" y="1"/>
                      <a:pt x="177" y="25"/>
                      <a:pt x="116" y="25"/>
                    </a:cubicBezTo>
                    <a:cubicBezTo>
                      <a:pt x="58" y="25"/>
                      <a:pt x="1" y="82"/>
                      <a:pt x="1" y="140"/>
                    </a:cubicBezTo>
                    <a:cubicBezTo>
                      <a:pt x="1" y="216"/>
                      <a:pt x="58" y="274"/>
                      <a:pt x="116" y="274"/>
                    </a:cubicBezTo>
                    <a:cubicBezTo>
                      <a:pt x="345" y="236"/>
                      <a:pt x="881" y="216"/>
                      <a:pt x="1053" y="216"/>
                    </a:cubicBezTo>
                    <a:cubicBezTo>
                      <a:pt x="1063" y="220"/>
                      <a:pt x="1073" y="221"/>
                      <a:pt x="1083" y="221"/>
                    </a:cubicBezTo>
                    <a:cubicBezTo>
                      <a:pt x="1129" y="221"/>
                      <a:pt x="1168" y="184"/>
                      <a:pt x="1168" y="121"/>
                    </a:cubicBezTo>
                    <a:cubicBezTo>
                      <a:pt x="1207" y="82"/>
                      <a:pt x="1149" y="6"/>
                      <a:pt x="1073"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44"/>
              <p:cNvSpPr/>
              <p:nvPr/>
            </p:nvSpPr>
            <p:spPr>
              <a:xfrm>
                <a:off x="1993473" y="2682546"/>
                <a:ext cx="51059" cy="11506"/>
              </a:xfrm>
              <a:custGeom>
                <a:rect b="b" l="l" r="r" t="t"/>
                <a:pathLst>
                  <a:path extrusionOk="0" h="272" w="1207">
                    <a:moveTo>
                      <a:pt x="963" y="0"/>
                    </a:moveTo>
                    <a:cubicBezTo>
                      <a:pt x="697" y="0"/>
                      <a:pt x="181" y="42"/>
                      <a:pt x="116" y="42"/>
                    </a:cubicBezTo>
                    <a:cubicBezTo>
                      <a:pt x="58" y="42"/>
                      <a:pt x="1" y="80"/>
                      <a:pt x="1" y="157"/>
                    </a:cubicBezTo>
                    <a:cubicBezTo>
                      <a:pt x="1" y="234"/>
                      <a:pt x="58" y="272"/>
                      <a:pt x="116" y="272"/>
                    </a:cubicBezTo>
                    <a:cubicBezTo>
                      <a:pt x="345" y="253"/>
                      <a:pt x="920" y="234"/>
                      <a:pt x="1053" y="234"/>
                    </a:cubicBezTo>
                    <a:cubicBezTo>
                      <a:pt x="1063" y="237"/>
                      <a:pt x="1073" y="238"/>
                      <a:pt x="1083" y="238"/>
                    </a:cubicBezTo>
                    <a:cubicBezTo>
                      <a:pt x="1129" y="238"/>
                      <a:pt x="1168" y="201"/>
                      <a:pt x="1168" y="138"/>
                    </a:cubicBezTo>
                    <a:cubicBezTo>
                      <a:pt x="1207" y="80"/>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44"/>
              <p:cNvSpPr/>
              <p:nvPr/>
            </p:nvSpPr>
            <p:spPr>
              <a:xfrm>
                <a:off x="2160267" y="2612876"/>
                <a:ext cx="51059" cy="12352"/>
              </a:xfrm>
              <a:custGeom>
                <a:rect b="b" l="l" r="r" t="t"/>
                <a:pathLst>
                  <a:path extrusionOk="0" h="292" w="1207">
                    <a:moveTo>
                      <a:pt x="241" y="1"/>
                    </a:moveTo>
                    <a:cubicBezTo>
                      <a:pt x="198" y="1"/>
                      <a:pt x="161" y="2"/>
                      <a:pt x="135" y="5"/>
                    </a:cubicBezTo>
                    <a:cubicBezTo>
                      <a:pt x="58" y="5"/>
                      <a:pt x="1" y="62"/>
                      <a:pt x="1" y="139"/>
                    </a:cubicBezTo>
                    <a:cubicBezTo>
                      <a:pt x="1" y="196"/>
                      <a:pt x="58" y="254"/>
                      <a:pt x="135" y="254"/>
                    </a:cubicBezTo>
                    <a:cubicBezTo>
                      <a:pt x="269" y="254"/>
                      <a:pt x="843" y="273"/>
                      <a:pt x="1053" y="292"/>
                    </a:cubicBezTo>
                    <a:cubicBezTo>
                      <a:pt x="1111" y="292"/>
                      <a:pt x="1149" y="254"/>
                      <a:pt x="1207" y="177"/>
                    </a:cubicBezTo>
                    <a:cubicBezTo>
                      <a:pt x="1207" y="139"/>
                      <a:pt x="1149" y="62"/>
                      <a:pt x="1092" y="62"/>
                    </a:cubicBezTo>
                    <a:cubicBezTo>
                      <a:pt x="1026" y="46"/>
                      <a:pt x="507" y="1"/>
                      <a:pt x="2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44"/>
              <p:cNvSpPr/>
              <p:nvPr/>
            </p:nvSpPr>
            <p:spPr>
              <a:xfrm>
                <a:off x="2159463" y="2645279"/>
                <a:ext cx="51059" cy="12352"/>
              </a:xfrm>
              <a:custGeom>
                <a:rect b="b" l="l" r="r" t="t"/>
                <a:pathLst>
                  <a:path extrusionOk="0" h="292" w="1207">
                    <a:moveTo>
                      <a:pt x="223" y="1"/>
                    </a:moveTo>
                    <a:cubicBezTo>
                      <a:pt x="179" y="1"/>
                      <a:pt x="142" y="2"/>
                      <a:pt x="115" y="4"/>
                    </a:cubicBezTo>
                    <a:cubicBezTo>
                      <a:pt x="58" y="4"/>
                      <a:pt x="1" y="62"/>
                      <a:pt x="1" y="138"/>
                    </a:cubicBezTo>
                    <a:cubicBezTo>
                      <a:pt x="1" y="196"/>
                      <a:pt x="58" y="253"/>
                      <a:pt x="115" y="253"/>
                    </a:cubicBezTo>
                    <a:cubicBezTo>
                      <a:pt x="269" y="253"/>
                      <a:pt x="843" y="272"/>
                      <a:pt x="1053" y="292"/>
                    </a:cubicBezTo>
                    <a:cubicBezTo>
                      <a:pt x="1111" y="292"/>
                      <a:pt x="1149" y="253"/>
                      <a:pt x="1206" y="177"/>
                    </a:cubicBezTo>
                    <a:cubicBezTo>
                      <a:pt x="1206" y="138"/>
                      <a:pt x="1149" y="62"/>
                      <a:pt x="1072"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44"/>
              <p:cNvSpPr/>
              <p:nvPr/>
            </p:nvSpPr>
            <p:spPr>
              <a:xfrm>
                <a:off x="2157855" y="2680854"/>
                <a:ext cx="50255" cy="12394"/>
              </a:xfrm>
              <a:custGeom>
                <a:rect b="b" l="l" r="r" t="t"/>
                <a:pathLst>
                  <a:path extrusionOk="0" h="293" w="1188">
                    <a:moveTo>
                      <a:pt x="272" y="0"/>
                    </a:moveTo>
                    <a:cubicBezTo>
                      <a:pt x="206" y="0"/>
                      <a:pt x="152" y="2"/>
                      <a:pt x="115" y="6"/>
                    </a:cubicBezTo>
                    <a:cubicBezTo>
                      <a:pt x="39" y="6"/>
                      <a:pt x="0" y="44"/>
                      <a:pt x="0" y="120"/>
                    </a:cubicBezTo>
                    <a:cubicBezTo>
                      <a:pt x="0" y="197"/>
                      <a:pt x="39" y="254"/>
                      <a:pt x="115" y="254"/>
                    </a:cubicBezTo>
                    <a:cubicBezTo>
                      <a:pt x="249" y="254"/>
                      <a:pt x="823" y="274"/>
                      <a:pt x="1053" y="293"/>
                    </a:cubicBezTo>
                    <a:cubicBezTo>
                      <a:pt x="1110" y="293"/>
                      <a:pt x="1168" y="254"/>
                      <a:pt x="1187" y="178"/>
                    </a:cubicBezTo>
                    <a:cubicBezTo>
                      <a:pt x="1187" y="120"/>
                      <a:pt x="1149" y="44"/>
                      <a:pt x="1072" y="44"/>
                    </a:cubicBezTo>
                    <a:cubicBezTo>
                      <a:pt x="1010" y="28"/>
                      <a:pt x="547"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44"/>
              <p:cNvSpPr/>
              <p:nvPr/>
            </p:nvSpPr>
            <p:spPr>
              <a:xfrm>
                <a:off x="2345673" y="2613722"/>
                <a:ext cx="51059" cy="11506"/>
              </a:xfrm>
              <a:custGeom>
                <a:rect b="b" l="l" r="r" t="t"/>
                <a:pathLst>
                  <a:path extrusionOk="0" h="272" w="1207">
                    <a:moveTo>
                      <a:pt x="964" y="0"/>
                    </a:moveTo>
                    <a:cubicBezTo>
                      <a:pt x="697" y="0"/>
                      <a:pt x="181" y="42"/>
                      <a:pt x="116" y="42"/>
                    </a:cubicBezTo>
                    <a:cubicBezTo>
                      <a:pt x="58" y="42"/>
                      <a:pt x="1" y="81"/>
                      <a:pt x="1" y="157"/>
                    </a:cubicBezTo>
                    <a:cubicBezTo>
                      <a:pt x="1" y="234"/>
                      <a:pt x="58" y="272"/>
                      <a:pt x="116" y="272"/>
                    </a:cubicBezTo>
                    <a:cubicBezTo>
                      <a:pt x="345" y="253"/>
                      <a:pt x="920" y="234"/>
                      <a:pt x="1054" y="234"/>
                    </a:cubicBezTo>
                    <a:cubicBezTo>
                      <a:pt x="1061" y="236"/>
                      <a:pt x="1069" y="237"/>
                      <a:pt x="1077" y="237"/>
                    </a:cubicBezTo>
                    <a:cubicBezTo>
                      <a:pt x="1125" y="237"/>
                      <a:pt x="1168" y="188"/>
                      <a:pt x="1168" y="138"/>
                    </a:cubicBezTo>
                    <a:cubicBezTo>
                      <a:pt x="1207" y="81"/>
                      <a:pt x="1149" y="4"/>
                      <a:pt x="1073" y="4"/>
                    </a:cubicBezTo>
                    <a:cubicBezTo>
                      <a:pt x="1045" y="1"/>
                      <a:pt x="1008" y="0"/>
                      <a:pt x="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44"/>
              <p:cNvSpPr/>
              <p:nvPr/>
            </p:nvSpPr>
            <p:spPr>
              <a:xfrm>
                <a:off x="2346519" y="2646083"/>
                <a:ext cx="51017" cy="11548"/>
              </a:xfrm>
              <a:custGeom>
                <a:rect b="b" l="l" r="r" t="t"/>
                <a:pathLst>
                  <a:path extrusionOk="0" h="273" w="1206">
                    <a:moveTo>
                      <a:pt x="981" y="1"/>
                    </a:moveTo>
                    <a:cubicBezTo>
                      <a:pt x="711" y="1"/>
                      <a:pt x="183" y="43"/>
                      <a:pt x="134" y="43"/>
                    </a:cubicBezTo>
                    <a:cubicBezTo>
                      <a:pt x="57" y="43"/>
                      <a:pt x="0" y="81"/>
                      <a:pt x="0" y="158"/>
                    </a:cubicBezTo>
                    <a:cubicBezTo>
                      <a:pt x="0" y="234"/>
                      <a:pt x="57" y="273"/>
                      <a:pt x="134" y="273"/>
                    </a:cubicBezTo>
                    <a:cubicBezTo>
                      <a:pt x="345" y="273"/>
                      <a:pt x="900" y="234"/>
                      <a:pt x="1053" y="234"/>
                    </a:cubicBezTo>
                    <a:cubicBezTo>
                      <a:pt x="1060" y="237"/>
                      <a:pt x="1069" y="238"/>
                      <a:pt x="1077" y="238"/>
                    </a:cubicBezTo>
                    <a:cubicBezTo>
                      <a:pt x="1129" y="238"/>
                      <a:pt x="1187" y="188"/>
                      <a:pt x="1187" y="139"/>
                    </a:cubicBezTo>
                    <a:cubicBezTo>
                      <a:pt x="1206" y="81"/>
                      <a:pt x="1148"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44"/>
              <p:cNvSpPr/>
              <p:nvPr/>
            </p:nvSpPr>
            <p:spPr>
              <a:xfrm>
                <a:off x="2346519" y="2681658"/>
                <a:ext cx="51017" cy="11590"/>
              </a:xfrm>
              <a:custGeom>
                <a:rect b="b" l="l" r="r" t="t"/>
                <a:pathLst>
                  <a:path extrusionOk="0" h="274" w="1206">
                    <a:moveTo>
                      <a:pt x="924" y="0"/>
                    </a:moveTo>
                    <a:cubicBezTo>
                      <a:pt x="642" y="0"/>
                      <a:pt x="180" y="25"/>
                      <a:pt x="134" y="25"/>
                    </a:cubicBezTo>
                    <a:cubicBezTo>
                      <a:pt x="57" y="25"/>
                      <a:pt x="0" y="82"/>
                      <a:pt x="0" y="159"/>
                    </a:cubicBezTo>
                    <a:cubicBezTo>
                      <a:pt x="0" y="235"/>
                      <a:pt x="57" y="274"/>
                      <a:pt x="134" y="274"/>
                    </a:cubicBezTo>
                    <a:cubicBezTo>
                      <a:pt x="345" y="274"/>
                      <a:pt x="919" y="235"/>
                      <a:pt x="1053" y="216"/>
                    </a:cubicBezTo>
                    <a:cubicBezTo>
                      <a:pt x="1065" y="225"/>
                      <a:pt x="1079" y="229"/>
                      <a:pt x="1092" y="229"/>
                    </a:cubicBezTo>
                    <a:cubicBezTo>
                      <a:pt x="1140" y="229"/>
                      <a:pt x="1187" y="180"/>
                      <a:pt x="1187" y="121"/>
                    </a:cubicBezTo>
                    <a:cubicBezTo>
                      <a:pt x="1206" y="82"/>
                      <a:pt x="1148" y="6"/>
                      <a:pt x="1091" y="6"/>
                    </a:cubicBezTo>
                    <a:cubicBezTo>
                      <a:pt x="1053" y="2"/>
                      <a:pt x="994" y="0"/>
                      <a:pt x="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44"/>
              <p:cNvSpPr/>
              <p:nvPr/>
            </p:nvSpPr>
            <p:spPr>
              <a:xfrm>
                <a:off x="2514117" y="2612030"/>
                <a:ext cx="50213" cy="12394"/>
              </a:xfrm>
              <a:custGeom>
                <a:rect b="b" l="l" r="r" t="t"/>
                <a:pathLst>
                  <a:path extrusionOk="0" h="293" w="1187">
                    <a:moveTo>
                      <a:pt x="264" y="1"/>
                    </a:moveTo>
                    <a:cubicBezTo>
                      <a:pt x="202" y="1"/>
                      <a:pt x="150" y="2"/>
                      <a:pt x="115" y="6"/>
                    </a:cubicBezTo>
                    <a:cubicBezTo>
                      <a:pt x="38" y="6"/>
                      <a:pt x="0" y="63"/>
                      <a:pt x="0" y="121"/>
                    </a:cubicBezTo>
                    <a:cubicBezTo>
                      <a:pt x="0" y="197"/>
                      <a:pt x="38" y="255"/>
                      <a:pt x="115" y="255"/>
                    </a:cubicBezTo>
                    <a:cubicBezTo>
                      <a:pt x="249" y="255"/>
                      <a:pt x="823" y="274"/>
                      <a:pt x="1053" y="293"/>
                    </a:cubicBezTo>
                    <a:cubicBezTo>
                      <a:pt x="1091" y="293"/>
                      <a:pt x="1168" y="235"/>
                      <a:pt x="1187" y="178"/>
                    </a:cubicBezTo>
                    <a:cubicBezTo>
                      <a:pt x="1187" y="121"/>
                      <a:pt x="1149" y="63"/>
                      <a:pt x="1072" y="63"/>
                    </a:cubicBezTo>
                    <a:cubicBezTo>
                      <a:pt x="1010" y="32"/>
                      <a:pt x="539" y="1"/>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44"/>
              <p:cNvSpPr/>
              <p:nvPr/>
            </p:nvSpPr>
            <p:spPr>
              <a:xfrm>
                <a:off x="2512467" y="2645279"/>
                <a:ext cx="51059" cy="12352"/>
              </a:xfrm>
              <a:custGeom>
                <a:rect b="b" l="l" r="r" t="t"/>
                <a:pathLst>
                  <a:path extrusionOk="0" h="292" w="1207">
                    <a:moveTo>
                      <a:pt x="223" y="1"/>
                    </a:moveTo>
                    <a:cubicBezTo>
                      <a:pt x="179" y="1"/>
                      <a:pt x="142" y="2"/>
                      <a:pt x="116" y="4"/>
                    </a:cubicBezTo>
                    <a:cubicBezTo>
                      <a:pt x="58" y="4"/>
                      <a:pt x="1" y="62"/>
                      <a:pt x="1" y="138"/>
                    </a:cubicBezTo>
                    <a:cubicBezTo>
                      <a:pt x="1" y="196"/>
                      <a:pt x="58" y="253"/>
                      <a:pt x="116" y="253"/>
                    </a:cubicBezTo>
                    <a:cubicBezTo>
                      <a:pt x="269" y="253"/>
                      <a:pt x="843" y="272"/>
                      <a:pt x="1054" y="292"/>
                    </a:cubicBezTo>
                    <a:cubicBezTo>
                      <a:pt x="1111" y="292"/>
                      <a:pt x="1149" y="253"/>
                      <a:pt x="1207" y="177"/>
                    </a:cubicBezTo>
                    <a:cubicBezTo>
                      <a:pt x="1207" y="138"/>
                      <a:pt x="1149" y="62"/>
                      <a:pt x="1073" y="62"/>
                    </a:cubicBezTo>
                    <a:cubicBezTo>
                      <a:pt x="1023" y="45"/>
                      <a:pt x="49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44"/>
              <p:cNvSpPr/>
              <p:nvPr/>
            </p:nvSpPr>
            <p:spPr>
              <a:xfrm>
                <a:off x="2511663" y="2680854"/>
                <a:ext cx="51059" cy="12394"/>
              </a:xfrm>
              <a:custGeom>
                <a:rect b="b" l="l" r="r" t="t"/>
                <a:pathLst>
                  <a:path extrusionOk="0" h="293" w="1207">
                    <a:moveTo>
                      <a:pt x="274" y="0"/>
                    </a:moveTo>
                    <a:cubicBezTo>
                      <a:pt x="208" y="0"/>
                      <a:pt x="152" y="2"/>
                      <a:pt x="116" y="6"/>
                    </a:cubicBezTo>
                    <a:cubicBezTo>
                      <a:pt x="58" y="6"/>
                      <a:pt x="1" y="44"/>
                      <a:pt x="1" y="120"/>
                    </a:cubicBezTo>
                    <a:cubicBezTo>
                      <a:pt x="1" y="197"/>
                      <a:pt x="58" y="254"/>
                      <a:pt x="116" y="254"/>
                    </a:cubicBezTo>
                    <a:cubicBezTo>
                      <a:pt x="269" y="254"/>
                      <a:pt x="843" y="274"/>
                      <a:pt x="1053" y="293"/>
                    </a:cubicBezTo>
                    <a:cubicBezTo>
                      <a:pt x="1111" y="293"/>
                      <a:pt x="1149" y="254"/>
                      <a:pt x="1207" y="178"/>
                    </a:cubicBezTo>
                    <a:cubicBezTo>
                      <a:pt x="1207" y="120"/>
                      <a:pt x="1149" y="44"/>
                      <a:pt x="1073" y="44"/>
                    </a:cubicBezTo>
                    <a:cubicBezTo>
                      <a:pt x="1026" y="28"/>
                      <a:pt x="554" y="0"/>
                      <a:pt x="2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44"/>
              <p:cNvSpPr/>
              <p:nvPr/>
            </p:nvSpPr>
            <p:spPr>
              <a:xfrm>
                <a:off x="2332729" y="3014906"/>
                <a:ext cx="50255" cy="11125"/>
              </a:xfrm>
              <a:custGeom>
                <a:rect b="b" l="l" r="r" t="t"/>
                <a:pathLst>
                  <a:path extrusionOk="0" h="263" w="1188">
                    <a:moveTo>
                      <a:pt x="853" y="1"/>
                    </a:moveTo>
                    <a:cubicBezTo>
                      <a:pt x="575" y="1"/>
                      <a:pt x="173" y="33"/>
                      <a:pt x="116" y="33"/>
                    </a:cubicBezTo>
                    <a:cubicBezTo>
                      <a:pt x="39" y="33"/>
                      <a:pt x="1" y="71"/>
                      <a:pt x="1" y="148"/>
                    </a:cubicBezTo>
                    <a:cubicBezTo>
                      <a:pt x="1" y="224"/>
                      <a:pt x="39" y="263"/>
                      <a:pt x="116" y="263"/>
                    </a:cubicBezTo>
                    <a:cubicBezTo>
                      <a:pt x="326" y="243"/>
                      <a:pt x="881" y="224"/>
                      <a:pt x="1053" y="224"/>
                    </a:cubicBezTo>
                    <a:cubicBezTo>
                      <a:pt x="1060" y="228"/>
                      <a:pt x="1068" y="229"/>
                      <a:pt x="1076" y="229"/>
                    </a:cubicBezTo>
                    <a:cubicBezTo>
                      <a:pt x="1116" y="229"/>
                      <a:pt x="1168" y="192"/>
                      <a:pt x="1168" y="129"/>
                    </a:cubicBezTo>
                    <a:cubicBezTo>
                      <a:pt x="1187" y="71"/>
                      <a:pt x="1149" y="14"/>
                      <a:pt x="1073" y="14"/>
                    </a:cubicBezTo>
                    <a:cubicBezTo>
                      <a:pt x="1025" y="4"/>
                      <a:pt x="946" y="1"/>
                      <a:pt x="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44"/>
              <p:cNvSpPr/>
              <p:nvPr/>
            </p:nvSpPr>
            <p:spPr>
              <a:xfrm>
                <a:off x="2332729" y="3046886"/>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72"/>
                      <a:pt x="900" y="234"/>
                      <a:pt x="1053" y="234"/>
                    </a:cubicBezTo>
                    <a:cubicBezTo>
                      <a:pt x="1060" y="237"/>
                      <a:pt x="1068" y="239"/>
                      <a:pt x="1076" y="239"/>
                    </a:cubicBezTo>
                    <a:cubicBezTo>
                      <a:pt x="1116" y="239"/>
                      <a:pt x="1168" y="202"/>
                      <a:pt x="1168" y="138"/>
                    </a:cubicBezTo>
                    <a:cubicBezTo>
                      <a:pt x="1187"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44"/>
              <p:cNvSpPr/>
              <p:nvPr/>
            </p:nvSpPr>
            <p:spPr>
              <a:xfrm>
                <a:off x="2333532" y="3083730"/>
                <a:ext cx="51059" cy="11125"/>
              </a:xfrm>
              <a:custGeom>
                <a:rect b="b" l="l" r="r" t="t"/>
                <a:pathLst>
                  <a:path extrusionOk="0" h="263" w="1207">
                    <a:moveTo>
                      <a:pt x="853" y="0"/>
                    </a:moveTo>
                    <a:cubicBezTo>
                      <a:pt x="575" y="0"/>
                      <a:pt x="173" y="33"/>
                      <a:pt x="116" y="33"/>
                    </a:cubicBezTo>
                    <a:cubicBezTo>
                      <a:pt x="58" y="33"/>
                      <a:pt x="1" y="71"/>
                      <a:pt x="1" y="148"/>
                    </a:cubicBezTo>
                    <a:cubicBezTo>
                      <a:pt x="1" y="224"/>
                      <a:pt x="58" y="262"/>
                      <a:pt x="116" y="262"/>
                    </a:cubicBezTo>
                    <a:cubicBezTo>
                      <a:pt x="326" y="243"/>
                      <a:pt x="920" y="224"/>
                      <a:pt x="1054" y="224"/>
                    </a:cubicBezTo>
                    <a:cubicBezTo>
                      <a:pt x="1063" y="227"/>
                      <a:pt x="1073" y="229"/>
                      <a:pt x="1083" y="229"/>
                    </a:cubicBezTo>
                    <a:cubicBezTo>
                      <a:pt x="1129" y="229"/>
                      <a:pt x="1168" y="192"/>
                      <a:pt x="1168" y="129"/>
                    </a:cubicBezTo>
                    <a:cubicBezTo>
                      <a:pt x="1207" y="71"/>
                      <a:pt x="1149" y="14"/>
                      <a:pt x="1073" y="14"/>
                    </a:cubicBezTo>
                    <a:cubicBezTo>
                      <a:pt x="1025" y="4"/>
                      <a:pt x="946" y="0"/>
                      <a:pt x="8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44"/>
              <p:cNvSpPr/>
              <p:nvPr/>
            </p:nvSpPr>
            <p:spPr>
              <a:xfrm>
                <a:off x="2499523" y="3012834"/>
                <a:ext cx="50255" cy="12394"/>
              </a:xfrm>
              <a:custGeom>
                <a:rect b="b" l="l" r="r" t="t"/>
                <a:pathLst>
                  <a:path extrusionOk="0" h="293" w="1188">
                    <a:moveTo>
                      <a:pt x="266" y="0"/>
                    </a:moveTo>
                    <a:cubicBezTo>
                      <a:pt x="203" y="0"/>
                      <a:pt x="151" y="2"/>
                      <a:pt x="115" y="5"/>
                    </a:cubicBezTo>
                    <a:cubicBezTo>
                      <a:pt x="58" y="5"/>
                      <a:pt x="1" y="63"/>
                      <a:pt x="1" y="120"/>
                    </a:cubicBezTo>
                    <a:cubicBezTo>
                      <a:pt x="1" y="197"/>
                      <a:pt x="58" y="254"/>
                      <a:pt x="115" y="254"/>
                    </a:cubicBezTo>
                    <a:cubicBezTo>
                      <a:pt x="269" y="254"/>
                      <a:pt x="843" y="273"/>
                      <a:pt x="1053" y="292"/>
                    </a:cubicBezTo>
                    <a:cubicBezTo>
                      <a:pt x="1130" y="292"/>
                      <a:pt x="1168" y="254"/>
                      <a:pt x="1187" y="178"/>
                    </a:cubicBezTo>
                    <a:cubicBezTo>
                      <a:pt x="1187" y="120"/>
                      <a:pt x="1149" y="63"/>
                      <a:pt x="1073" y="63"/>
                    </a:cubicBezTo>
                    <a:cubicBezTo>
                      <a:pt x="1026" y="31"/>
                      <a:pt x="545"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44"/>
              <p:cNvSpPr/>
              <p:nvPr/>
            </p:nvSpPr>
            <p:spPr>
              <a:xfrm>
                <a:off x="2498719" y="3046082"/>
                <a:ext cx="50255" cy="12352"/>
              </a:xfrm>
              <a:custGeom>
                <a:rect b="b" l="l" r="r" t="t"/>
                <a:pathLst>
                  <a:path extrusionOk="0" h="292" w="1188">
                    <a:moveTo>
                      <a:pt x="222" y="0"/>
                    </a:moveTo>
                    <a:cubicBezTo>
                      <a:pt x="178" y="0"/>
                      <a:pt x="142" y="1"/>
                      <a:pt x="115" y="4"/>
                    </a:cubicBezTo>
                    <a:cubicBezTo>
                      <a:pt x="39" y="4"/>
                      <a:pt x="0" y="61"/>
                      <a:pt x="0" y="138"/>
                    </a:cubicBezTo>
                    <a:cubicBezTo>
                      <a:pt x="0" y="195"/>
                      <a:pt x="39" y="253"/>
                      <a:pt x="115" y="253"/>
                    </a:cubicBezTo>
                    <a:cubicBezTo>
                      <a:pt x="268" y="253"/>
                      <a:pt x="843" y="272"/>
                      <a:pt x="1053" y="291"/>
                    </a:cubicBezTo>
                    <a:cubicBezTo>
                      <a:pt x="1130" y="291"/>
                      <a:pt x="1168" y="253"/>
                      <a:pt x="1187" y="176"/>
                    </a:cubicBezTo>
                    <a:cubicBezTo>
                      <a:pt x="1187" y="138"/>
                      <a:pt x="1149" y="61"/>
                      <a:pt x="1072" y="61"/>
                    </a:cubicBezTo>
                    <a:cubicBezTo>
                      <a:pt x="1006" y="45"/>
                      <a:pt x="487" y="0"/>
                      <a:pt x="2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44"/>
              <p:cNvSpPr/>
              <p:nvPr/>
            </p:nvSpPr>
            <p:spPr>
              <a:xfrm>
                <a:off x="2497111" y="3081658"/>
                <a:ext cx="51059" cy="12394"/>
              </a:xfrm>
              <a:custGeom>
                <a:rect b="b" l="l" r="r" t="t"/>
                <a:pathLst>
                  <a:path extrusionOk="0" h="293" w="1207">
                    <a:moveTo>
                      <a:pt x="283" y="0"/>
                    </a:moveTo>
                    <a:cubicBezTo>
                      <a:pt x="221" y="0"/>
                      <a:pt x="169" y="2"/>
                      <a:pt x="134" y="5"/>
                    </a:cubicBezTo>
                    <a:cubicBezTo>
                      <a:pt x="58" y="5"/>
                      <a:pt x="0" y="63"/>
                      <a:pt x="0" y="120"/>
                    </a:cubicBezTo>
                    <a:cubicBezTo>
                      <a:pt x="0" y="197"/>
                      <a:pt x="58" y="254"/>
                      <a:pt x="134" y="254"/>
                    </a:cubicBezTo>
                    <a:cubicBezTo>
                      <a:pt x="268" y="254"/>
                      <a:pt x="842" y="273"/>
                      <a:pt x="1072" y="292"/>
                    </a:cubicBezTo>
                    <a:cubicBezTo>
                      <a:pt x="1130" y="292"/>
                      <a:pt x="1187" y="254"/>
                      <a:pt x="1206" y="178"/>
                    </a:cubicBezTo>
                    <a:cubicBezTo>
                      <a:pt x="1206" y="120"/>
                      <a:pt x="1149" y="63"/>
                      <a:pt x="1091" y="63"/>
                    </a:cubicBezTo>
                    <a:cubicBezTo>
                      <a:pt x="1029" y="31"/>
                      <a:pt x="558" y="0"/>
                      <a:pt x="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44"/>
              <p:cNvSpPr/>
              <p:nvPr/>
            </p:nvSpPr>
            <p:spPr>
              <a:xfrm>
                <a:off x="1978117" y="3017741"/>
                <a:ext cx="51017" cy="11548"/>
              </a:xfrm>
              <a:custGeom>
                <a:rect b="b" l="l" r="r" t="t"/>
                <a:pathLst>
                  <a:path extrusionOk="0" h="273" w="1206">
                    <a:moveTo>
                      <a:pt x="981" y="0"/>
                    </a:moveTo>
                    <a:cubicBezTo>
                      <a:pt x="711" y="0"/>
                      <a:pt x="183" y="42"/>
                      <a:pt x="134" y="42"/>
                    </a:cubicBezTo>
                    <a:cubicBezTo>
                      <a:pt x="58" y="42"/>
                      <a:pt x="0" y="81"/>
                      <a:pt x="0" y="157"/>
                    </a:cubicBezTo>
                    <a:cubicBezTo>
                      <a:pt x="0" y="234"/>
                      <a:pt x="58" y="272"/>
                      <a:pt x="134" y="272"/>
                    </a:cubicBezTo>
                    <a:cubicBezTo>
                      <a:pt x="345" y="253"/>
                      <a:pt x="900" y="215"/>
                      <a:pt x="1053" y="215"/>
                    </a:cubicBezTo>
                    <a:cubicBezTo>
                      <a:pt x="1066" y="223"/>
                      <a:pt x="1080" y="227"/>
                      <a:pt x="1093" y="227"/>
                    </a:cubicBezTo>
                    <a:cubicBezTo>
                      <a:pt x="1141" y="227"/>
                      <a:pt x="1187" y="183"/>
                      <a:pt x="1187" y="138"/>
                    </a:cubicBezTo>
                    <a:cubicBezTo>
                      <a:pt x="1206" y="81"/>
                      <a:pt x="1149" y="4"/>
                      <a:pt x="1091" y="4"/>
                    </a:cubicBezTo>
                    <a:cubicBezTo>
                      <a:pt x="1064" y="1"/>
                      <a:pt x="1026" y="0"/>
                      <a:pt x="9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44"/>
              <p:cNvSpPr/>
              <p:nvPr/>
            </p:nvSpPr>
            <p:spPr>
              <a:xfrm>
                <a:off x="1978117" y="3050101"/>
                <a:ext cx="51017" cy="11548"/>
              </a:xfrm>
              <a:custGeom>
                <a:rect b="b" l="l" r="r" t="t"/>
                <a:pathLst>
                  <a:path extrusionOk="0" h="273" w="1206">
                    <a:moveTo>
                      <a:pt x="981" y="1"/>
                    </a:moveTo>
                    <a:cubicBezTo>
                      <a:pt x="711" y="1"/>
                      <a:pt x="183" y="43"/>
                      <a:pt x="134" y="43"/>
                    </a:cubicBezTo>
                    <a:cubicBezTo>
                      <a:pt x="58" y="43"/>
                      <a:pt x="0" y="81"/>
                      <a:pt x="0" y="158"/>
                    </a:cubicBezTo>
                    <a:cubicBezTo>
                      <a:pt x="0" y="234"/>
                      <a:pt x="58" y="273"/>
                      <a:pt x="134" y="273"/>
                    </a:cubicBezTo>
                    <a:cubicBezTo>
                      <a:pt x="345" y="273"/>
                      <a:pt x="919" y="234"/>
                      <a:pt x="1053" y="215"/>
                    </a:cubicBezTo>
                    <a:cubicBezTo>
                      <a:pt x="1066" y="224"/>
                      <a:pt x="1080" y="228"/>
                      <a:pt x="1093" y="228"/>
                    </a:cubicBezTo>
                    <a:cubicBezTo>
                      <a:pt x="1141" y="228"/>
                      <a:pt x="1187" y="183"/>
                      <a:pt x="1187" y="139"/>
                    </a:cubicBezTo>
                    <a:cubicBezTo>
                      <a:pt x="1206" y="81"/>
                      <a:pt x="1149" y="5"/>
                      <a:pt x="1091" y="5"/>
                    </a:cubicBezTo>
                    <a:cubicBezTo>
                      <a:pt x="1064" y="2"/>
                      <a:pt x="1026"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44"/>
              <p:cNvSpPr/>
              <p:nvPr/>
            </p:nvSpPr>
            <p:spPr>
              <a:xfrm>
                <a:off x="1979725" y="3085676"/>
                <a:ext cx="50255" cy="11590"/>
              </a:xfrm>
              <a:custGeom>
                <a:rect b="b" l="l" r="r" t="t"/>
                <a:pathLst>
                  <a:path extrusionOk="0" h="274" w="1188">
                    <a:moveTo>
                      <a:pt x="907" y="1"/>
                    </a:moveTo>
                    <a:cubicBezTo>
                      <a:pt x="630" y="1"/>
                      <a:pt x="176" y="25"/>
                      <a:pt x="115" y="25"/>
                    </a:cubicBezTo>
                    <a:cubicBezTo>
                      <a:pt x="39" y="25"/>
                      <a:pt x="0" y="83"/>
                      <a:pt x="0" y="159"/>
                    </a:cubicBezTo>
                    <a:cubicBezTo>
                      <a:pt x="0" y="216"/>
                      <a:pt x="39" y="274"/>
                      <a:pt x="115" y="274"/>
                    </a:cubicBezTo>
                    <a:cubicBezTo>
                      <a:pt x="326" y="274"/>
                      <a:pt x="900" y="216"/>
                      <a:pt x="1053" y="216"/>
                    </a:cubicBezTo>
                    <a:cubicBezTo>
                      <a:pt x="1061" y="225"/>
                      <a:pt x="1072" y="229"/>
                      <a:pt x="1083" y="229"/>
                    </a:cubicBezTo>
                    <a:cubicBezTo>
                      <a:pt x="1121" y="229"/>
                      <a:pt x="1168" y="181"/>
                      <a:pt x="1168" y="121"/>
                    </a:cubicBezTo>
                    <a:cubicBezTo>
                      <a:pt x="1187" y="83"/>
                      <a:pt x="1149" y="6"/>
                      <a:pt x="1072" y="6"/>
                    </a:cubicBezTo>
                    <a:cubicBezTo>
                      <a:pt x="1034" y="2"/>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44"/>
              <p:cNvSpPr/>
              <p:nvPr/>
            </p:nvSpPr>
            <p:spPr>
              <a:xfrm>
                <a:off x="2145715" y="3016048"/>
                <a:ext cx="50213" cy="12394"/>
              </a:xfrm>
              <a:custGeom>
                <a:rect b="b" l="l" r="r" t="t"/>
                <a:pathLst>
                  <a:path extrusionOk="0" h="293" w="1187">
                    <a:moveTo>
                      <a:pt x="271" y="1"/>
                    </a:moveTo>
                    <a:cubicBezTo>
                      <a:pt x="206" y="1"/>
                      <a:pt x="152" y="2"/>
                      <a:pt x="115" y="6"/>
                    </a:cubicBezTo>
                    <a:cubicBezTo>
                      <a:pt x="38" y="6"/>
                      <a:pt x="0" y="44"/>
                      <a:pt x="0" y="121"/>
                    </a:cubicBezTo>
                    <a:cubicBezTo>
                      <a:pt x="0" y="197"/>
                      <a:pt x="38" y="236"/>
                      <a:pt x="115" y="236"/>
                    </a:cubicBezTo>
                    <a:cubicBezTo>
                      <a:pt x="249" y="236"/>
                      <a:pt x="823" y="255"/>
                      <a:pt x="1053" y="293"/>
                    </a:cubicBezTo>
                    <a:cubicBezTo>
                      <a:pt x="1110" y="293"/>
                      <a:pt x="1168" y="236"/>
                      <a:pt x="1187" y="178"/>
                    </a:cubicBezTo>
                    <a:cubicBezTo>
                      <a:pt x="1187" y="121"/>
                      <a:pt x="1149" y="44"/>
                      <a:pt x="1072" y="44"/>
                    </a:cubicBezTo>
                    <a:cubicBezTo>
                      <a:pt x="1010" y="29"/>
                      <a:pt x="547"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44"/>
              <p:cNvSpPr/>
              <p:nvPr/>
            </p:nvSpPr>
            <p:spPr>
              <a:xfrm>
                <a:off x="2144065" y="3049255"/>
                <a:ext cx="51059" cy="12394"/>
              </a:xfrm>
              <a:custGeom>
                <a:rect b="b" l="l" r="r" t="t"/>
                <a:pathLst>
                  <a:path extrusionOk="0" h="293" w="1207">
                    <a:moveTo>
                      <a:pt x="284" y="1"/>
                    </a:moveTo>
                    <a:cubicBezTo>
                      <a:pt x="222" y="1"/>
                      <a:pt x="170" y="2"/>
                      <a:pt x="135" y="6"/>
                    </a:cubicBezTo>
                    <a:cubicBezTo>
                      <a:pt x="58" y="6"/>
                      <a:pt x="1" y="63"/>
                      <a:pt x="1" y="120"/>
                    </a:cubicBezTo>
                    <a:cubicBezTo>
                      <a:pt x="1" y="197"/>
                      <a:pt x="58" y="254"/>
                      <a:pt x="135" y="254"/>
                    </a:cubicBezTo>
                    <a:cubicBezTo>
                      <a:pt x="269" y="254"/>
                      <a:pt x="843" y="274"/>
                      <a:pt x="1054" y="293"/>
                    </a:cubicBezTo>
                    <a:cubicBezTo>
                      <a:pt x="1130" y="293"/>
                      <a:pt x="1188" y="254"/>
                      <a:pt x="1207" y="178"/>
                    </a:cubicBezTo>
                    <a:cubicBezTo>
                      <a:pt x="1207" y="120"/>
                      <a:pt x="1149" y="63"/>
                      <a:pt x="1092" y="63"/>
                    </a:cubicBezTo>
                    <a:cubicBezTo>
                      <a:pt x="1029" y="32"/>
                      <a:pt x="559" y="1"/>
                      <a:pt x="2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44"/>
              <p:cNvSpPr/>
              <p:nvPr/>
            </p:nvSpPr>
            <p:spPr>
              <a:xfrm>
                <a:off x="2143261" y="3084872"/>
                <a:ext cx="51059" cy="12394"/>
              </a:xfrm>
              <a:custGeom>
                <a:rect b="b" l="l" r="r" t="t"/>
                <a:pathLst>
                  <a:path extrusionOk="0" h="293" w="1207">
                    <a:moveTo>
                      <a:pt x="274" y="1"/>
                    </a:moveTo>
                    <a:cubicBezTo>
                      <a:pt x="208" y="1"/>
                      <a:pt x="152" y="2"/>
                      <a:pt x="116" y="6"/>
                    </a:cubicBezTo>
                    <a:cubicBezTo>
                      <a:pt x="58" y="6"/>
                      <a:pt x="1" y="44"/>
                      <a:pt x="1" y="121"/>
                    </a:cubicBezTo>
                    <a:cubicBezTo>
                      <a:pt x="1" y="197"/>
                      <a:pt x="58" y="235"/>
                      <a:pt x="116" y="235"/>
                    </a:cubicBezTo>
                    <a:cubicBezTo>
                      <a:pt x="269" y="235"/>
                      <a:pt x="843" y="274"/>
                      <a:pt x="1054" y="293"/>
                    </a:cubicBezTo>
                    <a:cubicBezTo>
                      <a:pt x="1130" y="293"/>
                      <a:pt x="1168" y="235"/>
                      <a:pt x="1207" y="178"/>
                    </a:cubicBezTo>
                    <a:cubicBezTo>
                      <a:pt x="1207" y="121"/>
                      <a:pt x="1149" y="44"/>
                      <a:pt x="1073" y="44"/>
                    </a:cubicBezTo>
                    <a:cubicBezTo>
                      <a:pt x="1026" y="29"/>
                      <a:pt x="554" y="1"/>
                      <a:pt x="2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44"/>
              <p:cNvSpPr/>
              <p:nvPr/>
            </p:nvSpPr>
            <p:spPr>
              <a:xfrm>
                <a:off x="1619403" y="3024974"/>
                <a:ext cx="50255" cy="11590"/>
              </a:xfrm>
              <a:custGeom>
                <a:rect b="b" l="l" r="r" t="t"/>
                <a:pathLst>
                  <a:path extrusionOk="0" h="274" w="1188">
                    <a:moveTo>
                      <a:pt x="907" y="0"/>
                    </a:moveTo>
                    <a:cubicBezTo>
                      <a:pt x="630" y="0"/>
                      <a:pt x="177" y="25"/>
                      <a:pt x="116" y="25"/>
                    </a:cubicBezTo>
                    <a:cubicBezTo>
                      <a:pt x="39" y="25"/>
                      <a:pt x="1" y="82"/>
                      <a:pt x="1" y="159"/>
                    </a:cubicBezTo>
                    <a:cubicBezTo>
                      <a:pt x="1" y="216"/>
                      <a:pt x="39" y="273"/>
                      <a:pt x="116" y="273"/>
                    </a:cubicBezTo>
                    <a:cubicBezTo>
                      <a:pt x="326" y="273"/>
                      <a:pt x="881" y="216"/>
                      <a:pt x="1054" y="216"/>
                    </a:cubicBezTo>
                    <a:cubicBezTo>
                      <a:pt x="1062" y="224"/>
                      <a:pt x="1072" y="228"/>
                      <a:pt x="1083" y="228"/>
                    </a:cubicBezTo>
                    <a:cubicBezTo>
                      <a:pt x="1122" y="228"/>
                      <a:pt x="1168" y="180"/>
                      <a:pt x="1168" y="120"/>
                    </a:cubicBezTo>
                    <a:cubicBezTo>
                      <a:pt x="1188" y="82"/>
                      <a:pt x="1149" y="5"/>
                      <a:pt x="1073" y="5"/>
                    </a:cubicBezTo>
                    <a:cubicBezTo>
                      <a:pt x="1034" y="2"/>
                      <a:pt x="976" y="0"/>
                      <a:pt x="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44"/>
              <p:cNvSpPr/>
              <p:nvPr/>
            </p:nvSpPr>
            <p:spPr>
              <a:xfrm>
                <a:off x="1619403" y="3058223"/>
                <a:ext cx="50255" cy="11548"/>
              </a:xfrm>
              <a:custGeom>
                <a:rect b="b" l="l" r="r" t="t"/>
                <a:pathLst>
                  <a:path extrusionOk="0" h="273" w="1188">
                    <a:moveTo>
                      <a:pt x="963" y="0"/>
                    </a:moveTo>
                    <a:cubicBezTo>
                      <a:pt x="697" y="0"/>
                      <a:pt x="181" y="42"/>
                      <a:pt x="116" y="42"/>
                    </a:cubicBezTo>
                    <a:cubicBezTo>
                      <a:pt x="39" y="42"/>
                      <a:pt x="1" y="81"/>
                      <a:pt x="1" y="157"/>
                    </a:cubicBezTo>
                    <a:cubicBezTo>
                      <a:pt x="1" y="234"/>
                      <a:pt x="39" y="272"/>
                      <a:pt x="116" y="272"/>
                    </a:cubicBezTo>
                    <a:cubicBezTo>
                      <a:pt x="326" y="253"/>
                      <a:pt x="900" y="215"/>
                      <a:pt x="1054" y="215"/>
                    </a:cubicBezTo>
                    <a:cubicBezTo>
                      <a:pt x="1062" y="223"/>
                      <a:pt x="1073" y="227"/>
                      <a:pt x="1084" y="227"/>
                    </a:cubicBezTo>
                    <a:cubicBezTo>
                      <a:pt x="1122" y="227"/>
                      <a:pt x="1168" y="183"/>
                      <a:pt x="1168" y="138"/>
                    </a:cubicBezTo>
                    <a:cubicBezTo>
                      <a:pt x="1188" y="81"/>
                      <a:pt x="1149" y="4"/>
                      <a:pt x="1073" y="4"/>
                    </a:cubicBezTo>
                    <a:cubicBezTo>
                      <a:pt x="1045" y="1"/>
                      <a:pt x="1008" y="0"/>
                      <a:pt x="9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44"/>
              <p:cNvSpPr/>
              <p:nvPr/>
            </p:nvSpPr>
            <p:spPr>
              <a:xfrm>
                <a:off x="1620206" y="3093756"/>
                <a:ext cx="50255" cy="11633"/>
              </a:xfrm>
              <a:custGeom>
                <a:rect b="b" l="l" r="r" t="t"/>
                <a:pathLst>
                  <a:path extrusionOk="0" h="275" w="1188">
                    <a:moveTo>
                      <a:pt x="907" y="1"/>
                    </a:moveTo>
                    <a:cubicBezTo>
                      <a:pt x="630" y="1"/>
                      <a:pt x="177" y="25"/>
                      <a:pt x="116" y="25"/>
                    </a:cubicBezTo>
                    <a:cubicBezTo>
                      <a:pt x="39" y="25"/>
                      <a:pt x="1" y="83"/>
                      <a:pt x="1" y="159"/>
                    </a:cubicBezTo>
                    <a:cubicBezTo>
                      <a:pt x="1" y="217"/>
                      <a:pt x="39" y="274"/>
                      <a:pt x="116" y="274"/>
                    </a:cubicBezTo>
                    <a:cubicBezTo>
                      <a:pt x="326" y="255"/>
                      <a:pt x="881" y="217"/>
                      <a:pt x="1054" y="217"/>
                    </a:cubicBezTo>
                    <a:cubicBezTo>
                      <a:pt x="1062" y="225"/>
                      <a:pt x="1072" y="229"/>
                      <a:pt x="1083" y="229"/>
                    </a:cubicBezTo>
                    <a:cubicBezTo>
                      <a:pt x="1122" y="229"/>
                      <a:pt x="1169" y="181"/>
                      <a:pt x="1169" y="121"/>
                    </a:cubicBezTo>
                    <a:cubicBezTo>
                      <a:pt x="1188" y="83"/>
                      <a:pt x="1149" y="6"/>
                      <a:pt x="1073" y="6"/>
                    </a:cubicBezTo>
                    <a:cubicBezTo>
                      <a:pt x="1035" y="3"/>
                      <a:pt x="976" y="1"/>
                      <a:pt x="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44"/>
              <p:cNvSpPr/>
              <p:nvPr/>
            </p:nvSpPr>
            <p:spPr>
              <a:xfrm>
                <a:off x="1786197" y="3024170"/>
                <a:ext cx="50255" cy="12394"/>
              </a:xfrm>
              <a:custGeom>
                <a:rect b="b" l="l" r="r" t="t"/>
                <a:pathLst>
                  <a:path extrusionOk="0" h="293" w="1188">
                    <a:moveTo>
                      <a:pt x="272" y="0"/>
                    </a:moveTo>
                    <a:cubicBezTo>
                      <a:pt x="207" y="0"/>
                      <a:pt x="152" y="2"/>
                      <a:pt x="116" y="5"/>
                    </a:cubicBezTo>
                    <a:cubicBezTo>
                      <a:pt x="39" y="5"/>
                      <a:pt x="1" y="44"/>
                      <a:pt x="1" y="120"/>
                    </a:cubicBezTo>
                    <a:cubicBezTo>
                      <a:pt x="1" y="197"/>
                      <a:pt x="39" y="235"/>
                      <a:pt x="116" y="235"/>
                    </a:cubicBezTo>
                    <a:cubicBezTo>
                      <a:pt x="269" y="235"/>
                      <a:pt x="843" y="273"/>
                      <a:pt x="1053" y="292"/>
                    </a:cubicBezTo>
                    <a:cubicBezTo>
                      <a:pt x="1130" y="292"/>
                      <a:pt x="1168" y="235"/>
                      <a:pt x="1187" y="178"/>
                    </a:cubicBezTo>
                    <a:cubicBezTo>
                      <a:pt x="1187" y="120"/>
                      <a:pt x="1149" y="44"/>
                      <a:pt x="1073" y="44"/>
                    </a:cubicBezTo>
                    <a:cubicBezTo>
                      <a:pt x="1011" y="28"/>
                      <a:pt x="548"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44"/>
              <p:cNvSpPr/>
              <p:nvPr/>
            </p:nvSpPr>
            <p:spPr>
              <a:xfrm>
                <a:off x="1785393" y="3056531"/>
                <a:ext cx="50255" cy="12394"/>
              </a:xfrm>
              <a:custGeom>
                <a:rect b="b" l="l" r="r" t="t"/>
                <a:pathLst>
                  <a:path extrusionOk="0" h="293" w="1188">
                    <a:moveTo>
                      <a:pt x="272" y="1"/>
                    </a:moveTo>
                    <a:cubicBezTo>
                      <a:pt x="207" y="1"/>
                      <a:pt x="152" y="2"/>
                      <a:pt x="115" y="6"/>
                    </a:cubicBezTo>
                    <a:cubicBezTo>
                      <a:pt x="39" y="6"/>
                      <a:pt x="1" y="44"/>
                      <a:pt x="1" y="121"/>
                    </a:cubicBezTo>
                    <a:cubicBezTo>
                      <a:pt x="1" y="197"/>
                      <a:pt x="39" y="236"/>
                      <a:pt x="115" y="236"/>
                    </a:cubicBezTo>
                    <a:cubicBezTo>
                      <a:pt x="249" y="236"/>
                      <a:pt x="824" y="255"/>
                      <a:pt x="1053" y="293"/>
                    </a:cubicBezTo>
                    <a:cubicBezTo>
                      <a:pt x="1111" y="293"/>
                      <a:pt x="1168" y="236"/>
                      <a:pt x="1187" y="178"/>
                    </a:cubicBezTo>
                    <a:cubicBezTo>
                      <a:pt x="1187" y="121"/>
                      <a:pt x="1149" y="44"/>
                      <a:pt x="1072" y="44"/>
                    </a:cubicBezTo>
                    <a:cubicBezTo>
                      <a:pt x="1011" y="29"/>
                      <a:pt x="548" y="1"/>
                      <a:pt x="2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44"/>
              <p:cNvSpPr/>
              <p:nvPr/>
            </p:nvSpPr>
            <p:spPr>
              <a:xfrm>
                <a:off x="1783785" y="3091852"/>
                <a:ext cx="51059" cy="12732"/>
              </a:xfrm>
              <a:custGeom>
                <a:rect b="b" l="l" r="r" t="t"/>
                <a:pathLst>
                  <a:path extrusionOk="0" h="301" w="1207">
                    <a:moveTo>
                      <a:pt x="343" y="0"/>
                    </a:moveTo>
                    <a:cubicBezTo>
                      <a:pt x="255" y="0"/>
                      <a:pt x="180" y="4"/>
                      <a:pt x="134" y="13"/>
                    </a:cubicBezTo>
                    <a:cubicBezTo>
                      <a:pt x="58" y="13"/>
                      <a:pt x="0" y="51"/>
                      <a:pt x="0" y="128"/>
                    </a:cubicBezTo>
                    <a:cubicBezTo>
                      <a:pt x="0" y="204"/>
                      <a:pt x="58" y="243"/>
                      <a:pt x="134" y="243"/>
                    </a:cubicBezTo>
                    <a:cubicBezTo>
                      <a:pt x="268" y="243"/>
                      <a:pt x="843" y="262"/>
                      <a:pt x="1053" y="300"/>
                    </a:cubicBezTo>
                    <a:cubicBezTo>
                      <a:pt x="1130" y="300"/>
                      <a:pt x="1187" y="243"/>
                      <a:pt x="1206" y="166"/>
                    </a:cubicBezTo>
                    <a:cubicBezTo>
                      <a:pt x="1206" y="128"/>
                      <a:pt x="1149" y="51"/>
                      <a:pt x="1091" y="51"/>
                    </a:cubicBezTo>
                    <a:cubicBezTo>
                      <a:pt x="1033" y="37"/>
                      <a:pt x="622"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1" name="Google Shape;3771;p44"/>
            <p:cNvSpPr/>
            <p:nvPr/>
          </p:nvSpPr>
          <p:spPr>
            <a:xfrm>
              <a:off x="1473675" y="2388765"/>
              <a:ext cx="1208921" cy="23519"/>
            </a:xfrm>
            <a:custGeom>
              <a:rect b="b" l="l" r="r" t="t"/>
              <a:pathLst>
                <a:path extrusionOk="0" h="556" w="28578">
                  <a:moveTo>
                    <a:pt x="115" y="1"/>
                  </a:moveTo>
                  <a:cubicBezTo>
                    <a:pt x="39" y="1"/>
                    <a:pt x="0" y="39"/>
                    <a:pt x="0" y="116"/>
                  </a:cubicBezTo>
                  <a:cubicBezTo>
                    <a:pt x="0" y="192"/>
                    <a:pt x="39" y="231"/>
                    <a:pt x="115" y="231"/>
                  </a:cubicBezTo>
                  <a:lnTo>
                    <a:pt x="28463" y="556"/>
                  </a:lnTo>
                  <a:cubicBezTo>
                    <a:pt x="28539" y="556"/>
                    <a:pt x="28577" y="479"/>
                    <a:pt x="28577" y="422"/>
                  </a:cubicBezTo>
                  <a:cubicBezTo>
                    <a:pt x="28577" y="365"/>
                    <a:pt x="28539" y="307"/>
                    <a:pt x="28463" y="307"/>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44"/>
            <p:cNvSpPr/>
            <p:nvPr/>
          </p:nvSpPr>
          <p:spPr>
            <a:xfrm>
              <a:off x="1518218" y="2254374"/>
              <a:ext cx="1122285" cy="12182"/>
            </a:xfrm>
            <a:custGeom>
              <a:rect b="b" l="l" r="r" t="t"/>
              <a:pathLst>
                <a:path extrusionOk="0" h="288" w="26530">
                  <a:moveTo>
                    <a:pt x="115" y="1"/>
                  </a:moveTo>
                  <a:cubicBezTo>
                    <a:pt x="39" y="1"/>
                    <a:pt x="0" y="39"/>
                    <a:pt x="0" y="115"/>
                  </a:cubicBezTo>
                  <a:cubicBezTo>
                    <a:pt x="0" y="192"/>
                    <a:pt x="39" y="230"/>
                    <a:pt x="115" y="230"/>
                  </a:cubicBezTo>
                  <a:lnTo>
                    <a:pt x="26414" y="288"/>
                  </a:lnTo>
                  <a:cubicBezTo>
                    <a:pt x="26472" y="288"/>
                    <a:pt x="26529" y="230"/>
                    <a:pt x="26510" y="154"/>
                  </a:cubicBezTo>
                  <a:cubicBezTo>
                    <a:pt x="26510" y="77"/>
                    <a:pt x="26453" y="39"/>
                    <a:pt x="26376" y="39"/>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44"/>
            <p:cNvSpPr/>
            <p:nvPr/>
          </p:nvSpPr>
          <p:spPr>
            <a:xfrm>
              <a:off x="1531966" y="3700439"/>
              <a:ext cx="1115813" cy="29187"/>
            </a:xfrm>
            <a:custGeom>
              <a:rect b="b" l="l" r="r" t="t"/>
              <a:pathLst>
                <a:path extrusionOk="0" h="690" w="26377">
                  <a:moveTo>
                    <a:pt x="115" y="1"/>
                  </a:moveTo>
                  <a:cubicBezTo>
                    <a:pt x="77" y="1"/>
                    <a:pt x="1" y="39"/>
                    <a:pt x="1" y="115"/>
                  </a:cubicBezTo>
                  <a:cubicBezTo>
                    <a:pt x="1" y="192"/>
                    <a:pt x="58" y="230"/>
                    <a:pt x="115" y="230"/>
                  </a:cubicBezTo>
                  <a:lnTo>
                    <a:pt x="26242" y="690"/>
                  </a:lnTo>
                  <a:cubicBezTo>
                    <a:pt x="26319" y="690"/>
                    <a:pt x="26376" y="651"/>
                    <a:pt x="26338" y="575"/>
                  </a:cubicBezTo>
                  <a:cubicBezTo>
                    <a:pt x="26338" y="498"/>
                    <a:pt x="26300" y="460"/>
                    <a:pt x="26223" y="460"/>
                  </a:cubicBezTo>
                  <a:lnTo>
                    <a:pt x="115" y="1"/>
                  </a:ln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44"/>
            <p:cNvSpPr/>
            <p:nvPr/>
          </p:nvSpPr>
          <p:spPr>
            <a:xfrm>
              <a:off x="1493937" y="2411438"/>
              <a:ext cx="1174064" cy="83458"/>
            </a:xfrm>
            <a:custGeom>
              <a:rect b="b" l="l" r="r" t="t"/>
              <a:pathLst>
                <a:path extrusionOk="0" h="1973" w="27754">
                  <a:moveTo>
                    <a:pt x="2029" y="1"/>
                  </a:moveTo>
                  <a:cubicBezTo>
                    <a:pt x="1952" y="1"/>
                    <a:pt x="1914" y="39"/>
                    <a:pt x="1876" y="77"/>
                  </a:cubicBezTo>
                  <a:cubicBezTo>
                    <a:pt x="1600" y="611"/>
                    <a:pt x="1111" y="1287"/>
                    <a:pt x="802" y="1287"/>
                  </a:cubicBezTo>
                  <a:cubicBezTo>
                    <a:pt x="789" y="1287"/>
                    <a:pt x="777" y="1285"/>
                    <a:pt x="766" y="1283"/>
                  </a:cubicBezTo>
                  <a:cubicBezTo>
                    <a:pt x="402" y="1207"/>
                    <a:pt x="230" y="422"/>
                    <a:pt x="211" y="135"/>
                  </a:cubicBezTo>
                  <a:cubicBezTo>
                    <a:pt x="211" y="77"/>
                    <a:pt x="153" y="39"/>
                    <a:pt x="96" y="39"/>
                  </a:cubicBezTo>
                  <a:cubicBezTo>
                    <a:pt x="38" y="39"/>
                    <a:pt x="0" y="77"/>
                    <a:pt x="0" y="154"/>
                  </a:cubicBezTo>
                  <a:cubicBezTo>
                    <a:pt x="0" y="269"/>
                    <a:pt x="134" y="1379"/>
                    <a:pt x="727" y="1513"/>
                  </a:cubicBezTo>
                  <a:cubicBezTo>
                    <a:pt x="757" y="1519"/>
                    <a:pt x="788" y="1522"/>
                    <a:pt x="818" y="1522"/>
                  </a:cubicBezTo>
                  <a:cubicBezTo>
                    <a:pt x="1251" y="1522"/>
                    <a:pt x="1702" y="911"/>
                    <a:pt x="1952" y="518"/>
                  </a:cubicBezTo>
                  <a:cubicBezTo>
                    <a:pt x="2048" y="920"/>
                    <a:pt x="2297" y="1570"/>
                    <a:pt x="2967" y="1704"/>
                  </a:cubicBezTo>
                  <a:cubicBezTo>
                    <a:pt x="3026" y="1716"/>
                    <a:pt x="3083" y="1722"/>
                    <a:pt x="3139" y="1722"/>
                  </a:cubicBezTo>
                  <a:cubicBezTo>
                    <a:pt x="3807" y="1722"/>
                    <a:pt x="4246" y="924"/>
                    <a:pt x="4441" y="518"/>
                  </a:cubicBezTo>
                  <a:cubicBezTo>
                    <a:pt x="4682" y="983"/>
                    <a:pt x="5187" y="1853"/>
                    <a:pt x="5691" y="1853"/>
                  </a:cubicBezTo>
                  <a:cubicBezTo>
                    <a:pt x="5747" y="1853"/>
                    <a:pt x="5802" y="1842"/>
                    <a:pt x="5857" y="1819"/>
                  </a:cubicBezTo>
                  <a:cubicBezTo>
                    <a:pt x="6336" y="1628"/>
                    <a:pt x="6795" y="920"/>
                    <a:pt x="7005" y="556"/>
                  </a:cubicBezTo>
                  <a:cubicBezTo>
                    <a:pt x="7219" y="983"/>
                    <a:pt x="7730" y="1873"/>
                    <a:pt x="8293" y="1873"/>
                  </a:cubicBezTo>
                  <a:cubicBezTo>
                    <a:pt x="8336" y="1873"/>
                    <a:pt x="8379" y="1868"/>
                    <a:pt x="8422" y="1857"/>
                  </a:cubicBezTo>
                  <a:cubicBezTo>
                    <a:pt x="8920" y="1704"/>
                    <a:pt x="9207" y="1111"/>
                    <a:pt x="9321" y="747"/>
                  </a:cubicBezTo>
                  <a:cubicBezTo>
                    <a:pt x="9637" y="1151"/>
                    <a:pt x="10243" y="1876"/>
                    <a:pt x="10695" y="1876"/>
                  </a:cubicBezTo>
                  <a:cubicBezTo>
                    <a:pt x="10736" y="1876"/>
                    <a:pt x="10776" y="1870"/>
                    <a:pt x="10814" y="1857"/>
                  </a:cubicBezTo>
                  <a:cubicBezTo>
                    <a:pt x="11216" y="1704"/>
                    <a:pt x="11504" y="1034"/>
                    <a:pt x="11637" y="652"/>
                  </a:cubicBezTo>
                  <a:cubicBezTo>
                    <a:pt x="11886" y="1034"/>
                    <a:pt x="12461" y="1838"/>
                    <a:pt x="13073" y="1877"/>
                  </a:cubicBezTo>
                  <a:cubicBezTo>
                    <a:pt x="13101" y="1880"/>
                    <a:pt x="13129" y="1881"/>
                    <a:pt x="13156" y="1881"/>
                  </a:cubicBezTo>
                  <a:cubicBezTo>
                    <a:pt x="13771" y="1881"/>
                    <a:pt x="14289" y="1093"/>
                    <a:pt x="14509" y="690"/>
                  </a:cubicBezTo>
                  <a:cubicBezTo>
                    <a:pt x="14700" y="1111"/>
                    <a:pt x="15179" y="1972"/>
                    <a:pt x="15791" y="1972"/>
                  </a:cubicBezTo>
                  <a:cubicBezTo>
                    <a:pt x="15829" y="1972"/>
                    <a:pt x="15887" y="1972"/>
                    <a:pt x="15906" y="1857"/>
                  </a:cubicBezTo>
                  <a:cubicBezTo>
                    <a:pt x="16518" y="1723"/>
                    <a:pt x="16920" y="1111"/>
                    <a:pt x="17093" y="805"/>
                  </a:cubicBezTo>
                  <a:cubicBezTo>
                    <a:pt x="17341" y="1130"/>
                    <a:pt x="17839" y="1819"/>
                    <a:pt x="18260" y="1819"/>
                  </a:cubicBezTo>
                  <a:cubicBezTo>
                    <a:pt x="18681" y="1819"/>
                    <a:pt x="19198" y="1092"/>
                    <a:pt x="19447" y="671"/>
                  </a:cubicBezTo>
                  <a:cubicBezTo>
                    <a:pt x="19600" y="1015"/>
                    <a:pt x="19983" y="1666"/>
                    <a:pt x="20748" y="1666"/>
                  </a:cubicBezTo>
                  <a:cubicBezTo>
                    <a:pt x="21514" y="1666"/>
                    <a:pt x="22031" y="1015"/>
                    <a:pt x="22241" y="671"/>
                  </a:cubicBezTo>
                  <a:cubicBezTo>
                    <a:pt x="22433" y="1054"/>
                    <a:pt x="22911" y="1762"/>
                    <a:pt x="23677" y="1762"/>
                  </a:cubicBezTo>
                  <a:cubicBezTo>
                    <a:pt x="24443" y="1762"/>
                    <a:pt x="24959" y="1054"/>
                    <a:pt x="25208" y="671"/>
                  </a:cubicBezTo>
                  <a:cubicBezTo>
                    <a:pt x="25361" y="1034"/>
                    <a:pt x="25706" y="1685"/>
                    <a:pt x="26337" y="1781"/>
                  </a:cubicBezTo>
                  <a:cubicBezTo>
                    <a:pt x="26373" y="1786"/>
                    <a:pt x="26407" y="1789"/>
                    <a:pt x="26441" y="1789"/>
                  </a:cubicBezTo>
                  <a:cubicBezTo>
                    <a:pt x="27239" y="1789"/>
                    <a:pt x="27697" y="342"/>
                    <a:pt x="27716" y="269"/>
                  </a:cubicBezTo>
                  <a:cubicBezTo>
                    <a:pt x="27754" y="231"/>
                    <a:pt x="27716" y="154"/>
                    <a:pt x="27658" y="135"/>
                  </a:cubicBezTo>
                  <a:cubicBezTo>
                    <a:pt x="27642" y="124"/>
                    <a:pt x="27625" y="119"/>
                    <a:pt x="27607" y="119"/>
                  </a:cubicBezTo>
                  <a:cubicBezTo>
                    <a:pt x="27562" y="119"/>
                    <a:pt x="27519" y="151"/>
                    <a:pt x="27505" y="192"/>
                  </a:cubicBezTo>
                  <a:cubicBezTo>
                    <a:pt x="27395" y="595"/>
                    <a:pt x="26971" y="1538"/>
                    <a:pt x="26449" y="1538"/>
                  </a:cubicBezTo>
                  <a:cubicBezTo>
                    <a:pt x="26425" y="1538"/>
                    <a:pt x="26401" y="1536"/>
                    <a:pt x="26376" y="1532"/>
                  </a:cubicBezTo>
                  <a:cubicBezTo>
                    <a:pt x="25687" y="1436"/>
                    <a:pt x="25361" y="364"/>
                    <a:pt x="25361" y="364"/>
                  </a:cubicBezTo>
                  <a:cubicBezTo>
                    <a:pt x="25361" y="326"/>
                    <a:pt x="25304" y="269"/>
                    <a:pt x="25266" y="269"/>
                  </a:cubicBezTo>
                  <a:cubicBezTo>
                    <a:pt x="25208" y="269"/>
                    <a:pt x="25151" y="288"/>
                    <a:pt x="25132" y="345"/>
                  </a:cubicBezTo>
                  <a:cubicBezTo>
                    <a:pt x="25112" y="345"/>
                    <a:pt x="24538" y="1513"/>
                    <a:pt x="23677" y="1513"/>
                  </a:cubicBezTo>
                  <a:cubicBezTo>
                    <a:pt x="22816" y="1513"/>
                    <a:pt x="22356" y="384"/>
                    <a:pt x="22356" y="384"/>
                  </a:cubicBezTo>
                  <a:cubicBezTo>
                    <a:pt x="22356" y="345"/>
                    <a:pt x="22318" y="326"/>
                    <a:pt x="22261" y="326"/>
                  </a:cubicBezTo>
                  <a:cubicBezTo>
                    <a:pt x="22222" y="326"/>
                    <a:pt x="22165" y="345"/>
                    <a:pt x="22146" y="384"/>
                  </a:cubicBezTo>
                  <a:cubicBezTo>
                    <a:pt x="22146" y="384"/>
                    <a:pt x="21610" y="1436"/>
                    <a:pt x="20768" y="1436"/>
                  </a:cubicBezTo>
                  <a:cubicBezTo>
                    <a:pt x="19906" y="1436"/>
                    <a:pt x="19562" y="384"/>
                    <a:pt x="19562" y="384"/>
                  </a:cubicBezTo>
                  <a:cubicBezTo>
                    <a:pt x="19562" y="364"/>
                    <a:pt x="19523" y="326"/>
                    <a:pt x="19466" y="326"/>
                  </a:cubicBezTo>
                  <a:cubicBezTo>
                    <a:pt x="19409" y="326"/>
                    <a:pt x="19370" y="345"/>
                    <a:pt x="19351" y="384"/>
                  </a:cubicBezTo>
                  <a:cubicBezTo>
                    <a:pt x="19064" y="920"/>
                    <a:pt x="18528" y="1628"/>
                    <a:pt x="18241" y="1628"/>
                  </a:cubicBezTo>
                  <a:cubicBezTo>
                    <a:pt x="17954" y="1628"/>
                    <a:pt x="17437" y="996"/>
                    <a:pt x="17169" y="556"/>
                  </a:cubicBezTo>
                  <a:cubicBezTo>
                    <a:pt x="17150" y="537"/>
                    <a:pt x="17093" y="518"/>
                    <a:pt x="17054" y="518"/>
                  </a:cubicBezTo>
                  <a:cubicBezTo>
                    <a:pt x="16997" y="518"/>
                    <a:pt x="16978" y="537"/>
                    <a:pt x="16959" y="575"/>
                  </a:cubicBezTo>
                  <a:cubicBezTo>
                    <a:pt x="16959" y="613"/>
                    <a:pt x="16557" y="1532"/>
                    <a:pt x="15829" y="1704"/>
                  </a:cubicBezTo>
                  <a:cubicBezTo>
                    <a:pt x="15801" y="1710"/>
                    <a:pt x="15773" y="1713"/>
                    <a:pt x="15744" y="1713"/>
                  </a:cubicBezTo>
                  <a:cubicBezTo>
                    <a:pt x="15222" y="1713"/>
                    <a:pt x="14750" y="745"/>
                    <a:pt x="14604" y="345"/>
                  </a:cubicBezTo>
                  <a:cubicBezTo>
                    <a:pt x="14604" y="288"/>
                    <a:pt x="14566" y="269"/>
                    <a:pt x="14509" y="269"/>
                  </a:cubicBezTo>
                  <a:cubicBezTo>
                    <a:pt x="14470" y="269"/>
                    <a:pt x="14413" y="288"/>
                    <a:pt x="14394" y="345"/>
                  </a:cubicBezTo>
                  <a:cubicBezTo>
                    <a:pt x="14226" y="717"/>
                    <a:pt x="13680" y="1630"/>
                    <a:pt x="13123" y="1630"/>
                  </a:cubicBezTo>
                  <a:cubicBezTo>
                    <a:pt x="13106" y="1630"/>
                    <a:pt x="13090" y="1629"/>
                    <a:pt x="13073" y="1628"/>
                  </a:cubicBezTo>
                  <a:cubicBezTo>
                    <a:pt x="12384" y="1589"/>
                    <a:pt x="11695" y="345"/>
                    <a:pt x="11695" y="326"/>
                  </a:cubicBezTo>
                  <a:cubicBezTo>
                    <a:pt x="11676" y="269"/>
                    <a:pt x="11618" y="250"/>
                    <a:pt x="11580" y="250"/>
                  </a:cubicBezTo>
                  <a:cubicBezTo>
                    <a:pt x="11523" y="269"/>
                    <a:pt x="11504" y="288"/>
                    <a:pt x="11484" y="345"/>
                  </a:cubicBezTo>
                  <a:cubicBezTo>
                    <a:pt x="11389" y="652"/>
                    <a:pt x="11063" y="1513"/>
                    <a:pt x="10719" y="1628"/>
                  </a:cubicBezTo>
                  <a:cubicBezTo>
                    <a:pt x="10703" y="1633"/>
                    <a:pt x="10686" y="1636"/>
                    <a:pt x="10668" y="1636"/>
                  </a:cubicBezTo>
                  <a:cubicBezTo>
                    <a:pt x="10372" y="1636"/>
                    <a:pt x="9740" y="927"/>
                    <a:pt x="9379" y="422"/>
                  </a:cubicBezTo>
                  <a:cubicBezTo>
                    <a:pt x="9341" y="364"/>
                    <a:pt x="9302" y="364"/>
                    <a:pt x="9245" y="364"/>
                  </a:cubicBezTo>
                  <a:cubicBezTo>
                    <a:pt x="9207" y="384"/>
                    <a:pt x="9149" y="422"/>
                    <a:pt x="9149" y="460"/>
                  </a:cubicBezTo>
                  <a:cubicBezTo>
                    <a:pt x="9149" y="479"/>
                    <a:pt x="8920" y="1494"/>
                    <a:pt x="8345" y="1628"/>
                  </a:cubicBezTo>
                  <a:cubicBezTo>
                    <a:pt x="8319" y="1635"/>
                    <a:pt x="8293" y="1639"/>
                    <a:pt x="8266" y="1639"/>
                  </a:cubicBezTo>
                  <a:cubicBezTo>
                    <a:pt x="7820" y="1639"/>
                    <a:pt x="7283" y="629"/>
                    <a:pt x="7120" y="250"/>
                  </a:cubicBezTo>
                  <a:cubicBezTo>
                    <a:pt x="7120" y="192"/>
                    <a:pt x="7082" y="173"/>
                    <a:pt x="7025" y="173"/>
                  </a:cubicBezTo>
                  <a:cubicBezTo>
                    <a:pt x="6986" y="173"/>
                    <a:pt x="6929" y="192"/>
                    <a:pt x="6910" y="250"/>
                  </a:cubicBezTo>
                  <a:cubicBezTo>
                    <a:pt x="6738" y="556"/>
                    <a:pt x="6221" y="1417"/>
                    <a:pt x="5761" y="1609"/>
                  </a:cubicBezTo>
                  <a:cubicBezTo>
                    <a:pt x="5734" y="1620"/>
                    <a:pt x="5706" y="1626"/>
                    <a:pt x="5676" y="1626"/>
                  </a:cubicBezTo>
                  <a:cubicBezTo>
                    <a:pt x="5313" y="1626"/>
                    <a:pt x="4802" y="793"/>
                    <a:pt x="4536" y="173"/>
                  </a:cubicBezTo>
                  <a:cubicBezTo>
                    <a:pt x="4517" y="135"/>
                    <a:pt x="4460" y="97"/>
                    <a:pt x="4421" y="97"/>
                  </a:cubicBezTo>
                  <a:cubicBezTo>
                    <a:pt x="4345" y="97"/>
                    <a:pt x="4326" y="135"/>
                    <a:pt x="4307" y="173"/>
                  </a:cubicBezTo>
                  <a:cubicBezTo>
                    <a:pt x="4270" y="191"/>
                    <a:pt x="3820" y="1486"/>
                    <a:pt x="3103" y="1486"/>
                  </a:cubicBezTo>
                  <a:cubicBezTo>
                    <a:pt x="3065" y="1486"/>
                    <a:pt x="3026" y="1482"/>
                    <a:pt x="2986" y="1475"/>
                  </a:cubicBezTo>
                  <a:cubicBezTo>
                    <a:pt x="2163" y="1302"/>
                    <a:pt x="2125" y="135"/>
                    <a:pt x="2125" y="135"/>
                  </a:cubicBezTo>
                  <a:cubicBezTo>
                    <a:pt x="2125" y="58"/>
                    <a:pt x="2067" y="1"/>
                    <a:pt x="20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44"/>
            <p:cNvSpPr/>
            <p:nvPr/>
          </p:nvSpPr>
          <p:spPr>
            <a:xfrm>
              <a:off x="1540892" y="3225989"/>
              <a:ext cx="1088274" cy="16243"/>
            </a:xfrm>
            <a:custGeom>
              <a:rect b="b" l="l" r="r" t="t"/>
              <a:pathLst>
                <a:path extrusionOk="0" h="384" w="25726">
                  <a:moveTo>
                    <a:pt x="25610" y="0"/>
                  </a:moveTo>
                  <a:lnTo>
                    <a:pt x="134" y="134"/>
                  </a:lnTo>
                  <a:cubicBezTo>
                    <a:pt x="58" y="134"/>
                    <a:pt x="0" y="192"/>
                    <a:pt x="0" y="249"/>
                  </a:cubicBezTo>
                  <a:cubicBezTo>
                    <a:pt x="0" y="326"/>
                    <a:pt x="58" y="383"/>
                    <a:pt x="134" y="383"/>
                  </a:cubicBezTo>
                  <a:lnTo>
                    <a:pt x="25610" y="230"/>
                  </a:lnTo>
                  <a:cubicBezTo>
                    <a:pt x="25687" y="230"/>
                    <a:pt x="25725" y="192"/>
                    <a:pt x="25725" y="115"/>
                  </a:cubicBezTo>
                  <a:cubicBezTo>
                    <a:pt x="25725" y="39"/>
                    <a:pt x="25687" y="0"/>
                    <a:pt x="25610"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44"/>
            <p:cNvSpPr/>
            <p:nvPr/>
          </p:nvSpPr>
          <p:spPr>
            <a:xfrm>
              <a:off x="1531162" y="2287580"/>
              <a:ext cx="1115813" cy="93145"/>
            </a:xfrm>
            <a:custGeom>
              <a:rect b="b" l="l" r="r" t="t"/>
              <a:pathLst>
                <a:path extrusionOk="0" h="2202" w="26377">
                  <a:moveTo>
                    <a:pt x="24692" y="0"/>
                  </a:moveTo>
                  <a:cubicBezTo>
                    <a:pt x="24634" y="0"/>
                    <a:pt x="24558" y="39"/>
                    <a:pt x="24558" y="96"/>
                  </a:cubicBezTo>
                  <a:cubicBezTo>
                    <a:pt x="24500" y="498"/>
                    <a:pt x="24156" y="1570"/>
                    <a:pt x="23658" y="1627"/>
                  </a:cubicBezTo>
                  <a:cubicBezTo>
                    <a:pt x="23650" y="1628"/>
                    <a:pt x="23641" y="1628"/>
                    <a:pt x="23633" y="1628"/>
                  </a:cubicBezTo>
                  <a:cubicBezTo>
                    <a:pt x="23143" y="1628"/>
                    <a:pt x="22642" y="548"/>
                    <a:pt x="22510" y="134"/>
                  </a:cubicBezTo>
                  <a:cubicBezTo>
                    <a:pt x="22491" y="96"/>
                    <a:pt x="22433" y="77"/>
                    <a:pt x="22395" y="77"/>
                  </a:cubicBezTo>
                  <a:cubicBezTo>
                    <a:pt x="22318" y="77"/>
                    <a:pt x="22299" y="115"/>
                    <a:pt x="22280" y="173"/>
                  </a:cubicBezTo>
                  <a:cubicBezTo>
                    <a:pt x="22184" y="517"/>
                    <a:pt x="21840" y="1551"/>
                    <a:pt x="21419" y="1551"/>
                  </a:cubicBezTo>
                  <a:cubicBezTo>
                    <a:pt x="20979" y="1551"/>
                    <a:pt x="20672" y="670"/>
                    <a:pt x="20596" y="326"/>
                  </a:cubicBezTo>
                  <a:cubicBezTo>
                    <a:pt x="20577" y="287"/>
                    <a:pt x="20519" y="230"/>
                    <a:pt x="20481" y="230"/>
                  </a:cubicBezTo>
                  <a:cubicBezTo>
                    <a:pt x="20423" y="230"/>
                    <a:pt x="20385" y="268"/>
                    <a:pt x="20366" y="307"/>
                  </a:cubicBezTo>
                  <a:cubicBezTo>
                    <a:pt x="20204" y="722"/>
                    <a:pt x="19684" y="1715"/>
                    <a:pt x="19080" y="1715"/>
                  </a:cubicBezTo>
                  <a:cubicBezTo>
                    <a:pt x="19043" y="1715"/>
                    <a:pt x="19006" y="1711"/>
                    <a:pt x="18969" y="1704"/>
                  </a:cubicBezTo>
                  <a:cubicBezTo>
                    <a:pt x="18184" y="1512"/>
                    <a:pt x="18031" y="555"/>
                    <a:pt x="18031" y="555"/>
                  </a:cubicBezTo>
                  <a:cubicBezTo>
                    <a:pt x="18012" y="498"/>
                    <a:pt x="17974" y="460"/>
                    <a:pt x="17916" y="460"/>
                  </a:cubicBezTo>
                  <a:cubicBezTo>
                    <a:pt x="17840" y="460"/>
                    <a:pt x="17801" y="498"/>
                    <a:pt x="17801" y="555"/>
                  </a:cubicBezTo>
                  <a:cubicBezTo>
                    <a:pt x="17801" y="555"/>
                    <a:pt x="17540" y="1809"/>
                    <a:pt x="16802" y="1809"/>
                  </a:cubicBezTo>
                  <a:cubicBezTo>
                    <a:pt x="16766" y="1809"/>
                    <a:pt x="16729" y="1806"/>
                    <a:pt x="16691" y="1800"/>
                  </a:cubicBezTo>
                  <a:cubicBezTo>
                    <a:pt x="15868" y="1627"/>
                    <a:pt x="15715" y="421"/>
                    <a:pt x="15715" y="402"/>
                  </a:cubicBezTo>
                  <a:cubicBezTo>
                    <a:pt x="15696" y="364"/>
                    <a:pt x="15638" y="307"/>
                    <a:pt x="15600" y="307"/>
                  </a:cubicBezTo>
                  <a:cubicBezTo>
                    <a:pt x="15543" y="307"/>
                    <a:pt x="15504" y="364"/>
                    <a:pt x="15466" y="402"/>
                  </a:cubicBezTo>
                  <a:cubicBezTo>
                    <a:pt x="15466" y="421"/>
                    <a:pt x="15160" y="1819"/>
                    <a:pt x="14394" y="1991"/>
                  </a:cubicBezTo>
                  <a:cubicBezTo>
                    <a:pt x="14361" y="1998"/>
                    <a:pt x="14329" y="2002"/>
                    <a:pt x="14297" y="2002"/>
                  </a:cubicBezTo>
                  <a:cubicBezTo>
                    <a:pt x="13731" y="2002"/>
                    <a:pt x="13295" y="933"/>
                    <a:pt x="13150" y="498"/>
                  </a:cubicBezTo>
                  <a:cubicBezTo>
                    <a:pt x="13131" y="421"/>
                    <a:pt x="13074" y="402"/>
                    <a:pt x="13035" y="402"/>
                  </a:cubicBezTo>
                  <a:cubicBezTo>
                    <a:pt x="12978" y="402"/>
                    <a:pt x="12940" y="460"/>
                    <a:pt x="12920" y="498"/>
                  </a:cubicBezTo>
                  <a:cubicBezTo>
                    <a:pt x="12789" y="854"/>
                    <a:pt x="12456" y="1724"/>
                    <a:pt x="12011" y="1724"/>
                  </a:cubicBezTo>
                  <a:cubicBezTo>
                    <a:pt x="12002" y="1724"/>
                    <a:pt x="11992" y="1724"/>
                    <a:pt x="11982" y="1723"/>
                  </a:cubicBezTo>
                  <a:cubicBezTo>
                    <a:pt x="11504" y="1646"/>
                    <a:pt x="11121" y="709"/>
                    <a:pt x="11006" y="364"/>
                  </a:cubicBezTo>
                  <a:cubicBezTo>
                    <a:pt x="10968" y="287"/>
                    <a:pt x="10930" y="268"/>
                    <a:pt x="10872" y="268"/>
                  </a:cubicBezTo>
                  <a:cubicBezTo>
                    <a:pt x="10834" y="268"/>
                    <a:pt x="10777" y="307"/>
                    <a:pt x="10757" y="364"/>
                  </a:cubicBezTo>
                  <a:cubicBezTo>
                    <a:pt x="10740" y="364"/>
                    <a:pt x="10353" y="1588"/>
                    <a:pt x="9644" y="1588"/>
                  </a:cubicBezTo>
                  <a:cubicBezTo>
                    <a:pt x="9596" y="1588"/>
                    <a:pt x="9546" y="1582"/>
                    <a:pt x="9494" y="1570"/>
                  </a:cubicBezTo>
                  <a:cubicBezTo>
                    <a:pt x="8690" y="1378"/>
                    <a:pt x="8633" y="460"/>
                    <a:pt x="8633" y="402"/>
                  </a:cubicBezTo>
                  <a:cubicBezTo>
                    <a:pt x="8633" y="326"/>
                    <a:pt x="8595" y="287"/>
                    <a:pt x="8537" y="287"/>
                  </a:cubicBezTo>
                  <a:cubicBezTo>
                    <a:pt x="8461" y="287"/>
                    <a:pt x="8422" y="307"/>
                    <a:pt x="8384" y="364"/>
                  </a:cubicBezTo>
                  <a:cubicBezTo>
                    <a:pt x="8206" y="720"/>
                    <a:pt x="7696" y="1624"/>
                    <a:pt x="7271" y="1624"/>
                  </a:cubicBezTo>
                  <a:cubicBezTo>
                    <a:pt x="7240" y="1624"/>
                    <a:pt x="7209" y="1619"/>
                    <a:pt x="7178" y="1608"/>
                  </a:cubicBezTo>
                  <a:cubicBezTo>
                    <a:pt x="6604" y="1378"/>
                    <a:pt x="6527" y="498"/>
                    <a:pt x="6527" y="498"/>
                  </a:cubicBezTo>
                  <a:cubicBezTo>
                    <a:pt x="6527" y="421"/>
                    <a:pt x="6470" y="383"/>
                    <a:pt x="6432" y="383"/>
                  </a:cubicBezTo>
                  <a:cubicBezTo>
                    <a:pt x="6374" y="383"/>
                    <a:pt x="6336" y="402"/>
                    <a:pt x="6317" y="460"/>
                  </a:cubicBezTo>
                  <a:cubicBezTo>
                    <a:pt x="6157" y="815"/>
                    <a:pt x="5651" y="1780"/>
                    <a:pt x="5197" y="1780"/>
                  </a:cubicBezTo>
                  <a:cubicBezTo>
                    <a:pt x="5162" y="1780"/>
                    <a:pt x="5126" y="1774"/>
                    <a:pt x="5092" y="1761"/>
                  </a:cubicBezTo>
                  <a:cubicBezTo>
                    <a:pt x="4556" y="1570"/>
                    <a:pt x="4173" y="555"/>
                    <a:pt x="4077" y="173"/>
                  </a:cubicBezTo>
                  <a:cubicBezTo>
                    <a:pt x="4077" y="115"/>
                    <a:pt x="4039" y="77"/>
                    <a:pt x="3982" y="77"/>
                  </a:cubicBezTo>
                  <a:cubicBezTo>
                    <a:pt x="3943" y="77"/>
                    <a:pt x="3886" y="96"/>
                    <a:pt x="3867" y="134"/>
                  </a:cubicBezTo>
                  <a:cubicBezTo>
                    <a:pt x="3592" y="666"/>
                    <a:pt x="3037" y="1460"/>
                    <a:pt x="2654" y="1460"/>
                  </a:cubicBezTo>
                  <a:cubicBezTo>
                    <a:pt x="2637" y="1460"/>
                    <a:pt x="2620" y="1458"/>
                    <a:pt x="2604" y="1455"/>
                  </a:cubicBezTo>
                  <a:cubicBezTo>
                    <a:pt x="2144" y="1359"/>
                    <a:pt x="1934" y="498"/>
                    <a:pt x="1876" y="192"/>
                  </a:cubicBezTo>
                  <a:cubicBezTo>
                    <a:pt x="1876" y="134"/>
                    <a:pt x="1838" y="96"/>
                    <a:pt x="1781" y="96"/>
                  </a:cubicBezTo>
                  <a:cubicBezTo>
                    <a:pt x="1742" y="96"/>
                    <a:pt x="1685" y="115"/>
                    <a:pt x="1666" y="173"/>
                  </a:cubicBezTo>
                  <a:cubicBezTo>
                    <a:pt x="1477" y="683"/>
                    <a:pt x="1026" y="1417"/>
                    <a:pt x="794" y="1417"/>
                  </a:cubicBezTo>
                  <a:cubicBezTo>
                    <a:pt x="791" y="1417"/>
                    <a:pt x="788" y="1417"/>
                    <a:pt x="785" y="1417"/>
                  </a:cubicBezTo>
                  <a:cubicBezTo>
                    <a:pt x="498" y="1378"/>
                    <a:pt x="288" y="670"/>
                    <a:pt x="230" y="307"/>
                  </a:cubicBezTo>
                  <a:cubicBezTo>
                    <a:pt x="211" y="230"/>
                    <a:pt x="154" y="211"/>
                    <a:pt x="96" y="211"/>
                  </a:cubicBezTo>
                  <a:cubicBezTo>
                    <a:pt x="20" y="230"/>
                    <a:pt x="0" y="287"/>
                    <a:pt x="0" y="364"/>
                  </a:cubicBezTo>
                  <a:cubicBezTo>
                    <a:pt x="20" y="479"/>
                    <a:pt x="211" y="1608"/>
                    <a:pt x="766" y="1646"/>
                  </a:cubicBezTo>
                  <a:cubicBezTo>
                    <a:pt x="772" y="1647"/>
                    <a:pt x="777" y="1647"/>
                    <a:pt x="783" y="1647"/>
                  </a:cubicBezTo>
                  <a:cubicBezTo>
                    <a:pt x="1160" y="1647"/>
                    <a:pt x="1535" y="1027"/>
                    <a:pt x="1742" y="594"/>
                  </a:cubicBezTo>
                  <a:cubicBezTo>
                    <a:pt x="1838" y="996"/>
                    <a:pt x="2106" y="1608"/>
                    <a:pt x="2546" y="1704"/>
                  </a:cubicBezTo>
                  <a:cubicBezTo>
                    <a:pt x="2580" y="1711"/>
                    <a:pt x="2615" y="1714"/>
                    <a:pt x="2649" y="1714"/>
                  </a:cubicBezTo>
                  <a:cubicBezTo>
                    <a:pt x="3171" y="1714"/>
                    <a:pt x="3692" y="929"/>
                    <a:pt x="3943" y="498"/>
                  </a:cubicBezTo>
                  <a:cubicBezTo>
                    <a:pt x="4077" y="938"/>
                    <a:pt x="4441" y="1800"/>
                    <a:pt x="4996" y="1991"/>
                  </a:cubicBezTo>
                  <a:cubicBezTo>
                    <a:pt x="5061" y="2014"/>
                    <a:pt x="5125" y="2025"/>
                    <a:pt x="5188" y="2025"/>
                  </a:cubicBezTo>
                  <a:cubicBezTo>
                    <a:pt x="5696" y="2025"/>
                    <a:pt x="6117" y="1324"/>
                    <a:pt x="6355" y="881"/>
                  </a:cubicBezTo>
                  <a:cubicBezTo>
                    <a:pt x="6451" y="1225"/>
                    <a:pt x="6681" y="1646"/>
                    <a:pt x="7102" y="1819"/>
                  </a:cubicBezTo>
                  <a:cubicBezTo>
                    <a:pt x="7161" y="1839"/>
                    <a:pt x="7221" y="1849"/>
                    <a:pt x="7279" y="1849"/>
                  </a:cubicBezTo>
                  <a:cubicBezTo>
                    <a:pt x="7765" y="1849"/>
                    <a:pt x="8202" y="1193"/>
                    <a:pt x="8441" y="766"/>
                  </a:cubicBezTo>
                  <a:cubicBezTo>
                    <a:pt x="8537" y="1130"/>
                    <a:pt x="8767" y="1646"/>
                    <a:pt x="9418" y="1800"/>
                  </a:cubicBezTo>
                  <a:cubicBezTo>
                    <a:pt x="9482" y="1813"/>
                    <a:pt x="9545" y="1819"/>
                    <a:pt x="9605" y="1819"/>
                  </a:cubicBezTo>
                  <a:cubicBezTo>
                    <a:pt x="10242" y="1819"/>
                    <a:pt x="10642" y="1128"/>
                    <a:pt x="10834" y="709"/>
                  </a:cubicBezTo>
                  <a:cubicBezTo>
                    <a:pt x="11006" y="1149"/>
                    <a:pt x="11351" y="1857"/>
                    <a:pt x="11887" y="1934"/>
                  </a:cubicBezTo>
                  <a:cubicBezTo>
                    <a:pt x="11908" y="1936"/>
                    <a:pt x="11929" y="1937"/>
                    <a:pt x="11950" y="1937"/>
                  </a:cubicBezTo>
                  <a:cubicBezTo>
                    <a:pt x="12468" y="1937"/>
                    <a:pt x="12793" y="1267"/>
                    <a:pt x="12959" y="862"/>
                  </a:cubicBezTo>
                  <a:cubicBezTo>
                    <a:pt x="13150" y="1340"/>
                    <a:pt x="13590" y="2201"/>
                    <a:pt x="14203" y="2201"/>
                  </a:cubicBezTo>
                  <a:cubicBezTo>
                    <a:pt x="14260" y="2201"/>
                    <a:pt x="14299" y="2182"/>
                    <a:pt x="14509" y="2163"/>
                  </a:cubicBezTo>
                  <a:cubicBezTo>
                    <a:pt x="15122" y="2029"/>
                    <a:pt x="15466" y="1340"/>
                    <a:pt x="15638" y="862"/>
                  </a:cubicBezTo>
                  <a:cubicBezTo>
                    <a:pt x="15791" y="1283"/>
                    <a:pt x="16079" y="1857"/>
                    <a:pt x="16729" y="1972"/>
                  </a:cubicBezTo>
                  <a:cubicBezTo>
                    <a:pt x="16798" y="1987"/>
                    <a:pt x="16863" y="1994"/>
                    <a:pt x="16926" y="1994"/>
                  </a:cubicBezTo>
                  <a:cubicBezTo>
                    <a:pt x="17510" y="1994"/>
                    <a:pt x="17837" y="1390"/>
                    <a:pt x="17993" y="957"/>
                  </a:cubicBezTo>
                  <a:cubicBezTo>
                    <a:pt x="18107" y="1283"/>
                    <a:pt x="18414" y="1742"/>
                    <a:pt x="18988" y="1876"/>
                  </a:cubicBezTo>
                  <a:cubicBezTo>
                    <a:pt x="19051" y="1891"/>
                    <a:pt x="19113" y="1898"/>
                    <a:pt x="19173" y="1898"/>
                  </a:cubicBezTo>
                  <a:cubicBezTo>
                    <a:pt x="19806" y="1898"/>
                    <a:pt x="20273" y="1125"/>
                    <a:pt x="20500" y="670"/>
                  </a:cubicBezTo>
                  <a:cubicBezTo>
                    <a:pt x="20615" y="1091"/>
                    <a:pt x="20940" y="1761"/>
                    <a:pt x="21438" y="1761"/>
                  </a:cubicBezTo>
                  <a:cubicBezTo>
                    <a:pt x="21936" y="1761"/>
                    <a:pt x="22280" y="996"/>
                    <a:pt x="22414" y="536"/>
                  </a:cubicBezTo>
                  <a:cubicBezTo>
                    <a:pt x="22616" y="1032"/>
                    <a:pt x="23064" y="1862"/>
                    <a:pt x="23607" y="1862"/>
                  </a:cubicBezTo>
                  <a:cubicBezTo>
                    <a:pt x="23630" y="1862"/>
                    <a:pt x="23654" y="1860"/>
                    <a:pt x="23677" y="1857"/>
                  </a:cubicBezTo>
                  <a:cubicBezTo>
                    <a:pt x="24175" y="1819"/>
                    <a:pt x="24500" y="1149"/>
                    <a:pt x="24654" y="670"/>
                  </a:cubicBezTo>
                  <a:cubicBezTo>
                    <a:pt x="24788" y="1149"/>
                    <a:pt x="25017" y="1761"/>
                    <a:pt x="25515" y="1780"/>
                  </a:cubicBezTo>
                  <a:cubicBezTo>
                    <a:pt x="25547" y="1788"/>
                    <a:pt x="25578" y="1792"/>
                    <a:pt x="25608" y="1792"/>
                  </a:cubicBezTo>
                  <a:cubicBezTo>
                    <a:pt x="25724" y="1792"/>
                    <a:pt x="25830" y="1737"/>
                    <a:pt x="25936" y="1646"/>
                  </a:cubicBezTo>
                  <a:cubicBezTo>
                    <a:pt x="26338" y="1264"/>
                    <a:pt x="26376" y="249"/>
                    <a:pt x="26376" y="211"/>
                  </a:cubicBezTo>
                  <a:cubicBezTo>
                    <a:pt x="26376" y="134"/>
                    <a:pt x="26338" y="96"/>
                    <a:pt x="26261" y="96"/>
                  </a:cubicBezTo>
                  <a:cubicBezTo>
                    <a:pt x="26185" y="96"/>
                    <a:pt x="26147" y="134"/>
                    <a:pt x="26147" y="211"/>
                  </a:cubicBezTo>
                  <a:cubicBezTo>
                    <a:pt x="26127" y="479"/>
                    <a:pt x="26051" y="1206"/>
                    <a:pt x="25764" y="1474"/>
                  </a:cubicBezTo>
                  <a:cubicBezTo>
                    <a:pt x="25687" y="1551"/>
                    <a:pt x="25630" y="1570"/>
                    <a:pt x="25515" y="1570"/>
                  </a:cubicBezTo>
                  <a:cubicBezTo>
                    <a:pt x="25036" y="1532"/>
                    <a:pt x="24864" y="498"/>
                    <a:pt x="24807" y="115"/>
                  </a:cubicBezTo>
                  <a:cubicBezTo>
                    <a:pt x="24788" y="39"/>
                    <a:pt x="24730" y="0"/>
                    <a:pt x="246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44"/>
            <p:cNvSpPr/>
            <p:nvPr/>
          </p:nvSpPr>
          <p:spPr>
            <a:xfrm>
              <a:off x="1559504" y="2112665"/>
              <a:ext cx="1025920" cy="18697"/>
            </a:xfrm>
            <a:custGeom>
              <a:rect b="b" l="l" r="r" t="t"/>
              <a:pathLst>
                <a:path extrusionOk="0" h="442" w="24252">
                  <a:moveTo>
                    <a:pt x="115" y="1"/>
                  </a:moveTo>
                  <a:cubicBezTo>
                    <a:pt x="39" y="1"/>
                    <a:pt x="0" y="39"/>
                    <a:pt x="0" y="116"/>
                  </a:cubicBezTo>
                  <a:cubicBezTo>
                    <a:pt x="0" y="192"/>
                    <a:pt x="39" y="231"/>
                    <a:pt x="115" y="231"/>
                  </a:cubicBezTo>
                  <a:lnTo>
                    <a:pt x="24137" y="441"/>
                  </a:lnTo>
                  <a:cubicBezTo>
                    <a:pt x="24213" y="441"/>
                    <a:pt x="24252" y="403"/>
                    <a:pt x="24252" y="326"/>
                  </a:cubicBezTo>
                  <a:cubicBezTo>
                    <a:pt x="24252" y="250"/>
                    <a:pt x="24213" y="211"/>
                    <a:pt x="24137" y="211"/>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44"/>
            <p:cNvSpPr/>
            <p:nvPr/>
          </p:nvSpPr>
          <p:spPr>
            <a:xfrm>
              <a:off x="1608870" y="1970999"/>
              <a:ext cx="925536" cy="9771"/>
            </a:xfrm>
            <a:custGeom>
              <a:rect b="b" l="l" r="r" t="t"/>
              <a:pathLst>
                <a:path extrusionOk="0" h="231" w="21879">
                  <a:moveTo>
                    <a:pt x="116" y="0"/>
                  </a:moveTo>
                  <a:cubicBezTo>
                    <a:pt x="58" y="0"/>
                    <a:pt x="1" y="39"/>
                    <a:pt x="1" y="115"/>
                  </a:cubicBezTo>
                  <a:cubicBezTo>
                    <a:pt x="1" y="192"/>
                    <a:pt x="58" y="230"/>
                    <a:pt x="116" y="230"/>
                  </a:cubicBezTo>
                  <a:lnTo>
                    <a:pt x="21745" y="230"/>
                  </a:lnTo>
                  <a:cubicBezTo>
                    <a:pt x="21821" y="230"/>
                    <a:pt x="21879" y="192"/>
                    <a:pt x="21879" y="115"/>
                  </a:cubicBezTo>
                  <a:cubicBezTo>
                    <a:pt x="21879" y="39"/>
                    <a:pt x="21821" y="0"/>
                    <a:pt x="217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44"/>
            <p:cNvSpPr/>
            <p:nvPr/>
          </p:nvSpPr>
          <p:spPr>
            <a:xfrm>
              <a:off x="1565172" y="2152344"/>
              <a:ext cx="1017840" cy="88322"/>
            </a:xfrm>
            <a:custGeom>
              <a:rect b="b" l="l" r="r" t="t"/>
              <a:pathLst>
                <a:path extrusionOk="0" h="2088" w="24061">
                  <a:moveTo>
                    <a:pt x="13571" y="1"/>
                  </a:moveTo>
                  <a:cubicBezTo>
                    <a:pt x="13533" y="1"/>
                    <a:pt x="13475" y="58"/>
                    <a:pt x="13456" y="97"/>
                  </a:cubicBezTo>
                  <a:cubicBezTo>
                    <a:pt x="13286" y="665"/>
                    <a:pt x="12890" y="1571"/>
                    <a:pt x="12530" y="1571"/>
                  </a:cubicBezTo>
                  <a:cubicBezTo>
                    <a:pt x="12526" y="1571"/>
                    <a:pt x="12522" y="1571"/>
                    <a:pt x="12518" y="1570"/>
                  </a:cubicBezTo>
                  <a:cubicBezTo>
                    <a:pt x="12097" y="1532"/>
                    <a:pt x="11657" y="613"/>
                    <a:pt x="11523" y="250"/>
                  </a:cubicBezTo>
                  <a:cubicBezTo>
                    <a:pt x="11485" y="192"/>
                    <a:pt x="11466" y="173"/>
                    <a:pt x="11389" y="173"/>
                  </a:cubicBezTo>
                  <a:cubicBezTo>
                    <a:pt x="11332" y="173"/>
                    <a:pt x="11293" y="231"/>
                    <a:pt x="11274" y="269"/>
                  </a:cubicBezTo>
                  <a:cubicBezTo>
                    <a:pt x="11198" y="537"/>
                    <a:pt x="10911" y="1283"/>
                    <a:pt x="10566" y="1475"/>
                  </a:cubicBezTo>
                  <a:cubicBezTo>
                    <a:pt x="10499" y="1497"/>
                    <a:pt x="10438" y="1506"/>
                    <a:pt x="10384" y="1506"/>
                  </a:cubicBezTo>
                  <a:cubicBezTo>
                    <a:pt x="10346" y="1506"/>
                    <a:pt x="10311" y="1502"/>
                    <a:pt x="10279" y="1494"/>
                  </a:cubicBezTo>
                  <a:cubicBezTo>
                    <a:pt x="9628" y="1283"/>
                    <a:pt x="9437" y="269"/>
                    <a:pt x="9437" y="269"/>
                  </a:cubicBezTo>
                  <a:cubicBezTo>
                    <a:pt x="9398" y="231"/>
                    <a:pt x="9360" y="173"/>
                    <a:pt x="9322" y="173"/>
                  </a:cubicBezTo>
                  <a:cubicBezTo>
                    <a:pt x="9264" y="173"/>
                    <a:pt x="9226" y="231"/>
                    <a:pt x="9188" y="269"/>
                  </a:cubicBezTo>
                  <a:cubicBezTo>
                    <a:pt x="9132" y="626"/>
                    <a:pt x="8799" y="1571"/>
                    <a:pt x="8389" y="1571"/>
                  </a:cubicBezTo>
                  <a:cubicBezTo>
                    <a:pt x="8381" y="1571"/>
                    <a:pt x="8373" y="1571"/>
                    <a:pt x="8365" y="1570"/>
                  </a:cubicBezTo>
                  <a:cubicBezTo>
                    <a:pt x="7905" y="1494"/>
                    <a:pt x="7618" y="575"/>
                    <a:pt x="7542" y="250"/>
                  </a:cubicBezTo>
                  <a:cubicBezTo>
                    <a:pt x="7523" y="192"/>
                    <a:pt x="7465" y="154"/>
                    <a:pt x="7427" y="154"/>
                  </a:cubicBezTo>
                  <a:cubicBezTo>
                    <a:pt x="7370" y="154"/>
                    <a:pt x="7312" y="192"/>
                    <a:pt x="7312" y="250"/>
                  </a:cubicBezTo>
                  <a:cubicBezTo>
                    <a:pt x="7220" y="638"/>
                    <a:pt x="6913" y="1632"/>
                    <a:pt x="6514" y="1632"/>
                  </a:cubicBezTo>
                  <a:cubicBezTo>
                    <a:pt x="6499" y="1632"/>
                    <a:pt x="6485" y="1630"/>
                    <a:pt x="6470" y="1628"/>
                  </a:cubicBezTo>
                  <a:cubicBezTo>
                    <a:pt x="6011" y="1570"/>
                    <a:pt x="5723" y="728"/>
                    <a:pt x="5647" y="422"/>
                  </a:cubicBezTo>
                  <a:cubicBezTo>
                    <a:pt x="5628" y="365"/>
                    <a:pt x="5589" y="326"/>
                    <a:pt x="5532" y="326"/>
                  </a:cubicBezTo>
                  <a:cubicBezTo>
                    <a:pt x="5455" y="345"/>
                    <a:pt x="5436" y="365"/>
                    <a:pt x="5417" y="422"/>
                  </a:cubicBezTo>
                  <a:cubicBezTo>
                    <a:pt x="5307" y="883"/>
                    <a:pt x="4948" y="1804"/>
                    <a:pt x="4597" y="1804"/>
                  </a:cubicBezTo>
                  <a:cubicBezTo>
                    <a:pt x="4583" y="1804"/>
                    <a:pt x="4569" y="1803"/>
                    <a:pt x="4556" y="1800"/>
                  </a:cubicBezTo>
                  <a:cubicBezTo>
                    <a:pt x="4116" y="1723"/>
                    <a:pt x="3886" y="805"/>
                    <a:pt x="3809" y="460"/>
                  </a:cubicBezTo>
                  <a:cubicBezTo>
                    <a:pt x="3809" y="422"/>
                    <a:pt x="3771" y="365"/>
                    <a:pt x="3714" y="365"/>
                  </a:cubicBezTo>
                  <a:cubicBezTo>
                    <a:pt x="3656" y="365"/>
                    <a:pt x="3618" y="384"/>
                    <a:pt x="3599" y="441"/>
                  </a:cubicBezTo>
                  <a:cubicBezTo>
                    <a:pt x="3455" y="746"/>
                    <a:pt x="3026" y="1640"/>
                    <a:pt x="2641" y="1640"/>
                  </a:cubicBezTo>
                  <a:cubicBezTo>
                    <a:pt x="2616" y="1640"/>
                    <a:pt x="2590" y="1636"/>
                    <a:pt x="2565" y="1628"/>
                  </a:cubicBezTo>
                  <a:cubicBezTo>
                    <a:pt x="2144" y="1513"/>
                    <a:pt x="1972" y="671"/>
                    <a:pt x="1953" y="365"/>
                  </a:cubicBezTo>
                  <a:cubicBezTo>
                    <a:pt x="1953" y="288"/>
                    <a:pt x="1895" y="250"/>
                    <a:pt x="1857" y="250"/>
                  </a:cubicBezTo>
                  <a:cubicBezTo>
                    <a:pt x="1800" y="250"/>
                    <a:pt x="1761" y="288"/>
                    <a:pt x="1723" y="345"/>
                  </a:cubicBezTo>
                  <a:cubicBezTo>
                    <a:pt x="1628" y="648"/>
                    <a:pt x="1291" y="1418"/>
                    <a:pt x="821" y="1418"/>
                  </a:cubicBezTo>
                  <a:cubicBezTo>
                    <a:pt x="816" y="1418"/>
                    <a:pt x="810" y="1417"/>
                    <a:pt x="804" y="1417"/>
                  </a:cubicBezTo>
                  <a:cubicBezTo>
                    <a:pt x="709" y="1417"/>
                    <a:pt x="613" y="1379"/>
                    <a:pt x="536" y="1302"/>
                  </a:cubicBezTo>
                  <a:cubicBezTo>
                    <a:pt x="268" y="996"/>
                    <a:pt x="326" y="326"/>
                    <a:pt x="326" y="326"/>
                  </a:cubicBezTo>
                  <a:cubicBezTo>
                    <a:pt x="326" y="269"/>
                    <a:pt x="268" y="192"/>
                    <a:pt x="192" y="192"/>
                  </a:cubicBezTo>
                  <a:cubicBezTo>
                    <a:pt x="154" y="192"/>
                    <a:pt x="77" y="250"/>
                    <a:pt x="77" y="326"/>
                  </a:cubicBezTo>
                  <a:cubicBezTo>
                    <a:pt x="58" y="345"/>
                    <a:pt x="0" y="1092"/>
                    <a:pt x="345" y="1475"/>
                  </a:cubicBezTo>
                  <a:cubicBezTo>
                    <a:pt x="460" y="1609"/>
                    <a:pt x="613" y="1685"/>
                    <a:pt x="766" y="1685"/>
                  </a:cubicBezTo>
                  <a:cubicBezTo>
                    <a:pt x="775" y="1686"/>
                    <a:pt x="785" y="1686"/>
                    <a:pt x="794" y="1686"/>
                  </a:cubicBezTo>
                  <a:cubicBezTo>
                    <a:pt x="1258" y="1686"/>
                    <a:pt x="1593" y="1218"/>
                    <a:pt x="1780" y="843"/>
                  </a:cubicBezTo>
                  <a:cubicBezTo>
                    <a:pt x="1876" y="1264"/>
                    <a:pt x="2068" y="1781"/>
                    <a:pt x="2489" y="1896"/>
                  </a:cubicBezTo>
                  <a:cubicBezTo>
                    <a:pt x="2539" y="1911"/>
                    <a:pt x="2588" y="1918"/>
                    <a:pt x="2636" y="1918"/>
                  </a:cubicBezTo>
                  <a:cubicBezTo>
                    <a:pt x="3085" y="1918"/>
                    <a:pt x="3447" y="1315"/>
                    <a:pt x="3637" y="900"/>
                  </a:cubicBezTo>
                  <a:cubicBezTo>
                    <a:pt x="3771" y="1322"/>
                    <a:pt x="4001" y="1991"/>
                    <a:pt x="4479" y="2087"/>
                  </a:cubicBezTo>
                  <a:lnTo>
                    <a:pt x="4575" y="2087"/>
                  </a:lnTo>
                  <a:cubicBezTo>
                    <a:pt x="5034" y="2087"/>
                    <a:pt x="5360" y="1379"/>
                    <a:pt x="5704" y="824"/>
                  </a:cubicBezTo>
                  <a:cubicBezTo>
                    <a:pt x="5838" y="1207"/>
                    <a:pt x="6125" y="1762"/>
                    <a:pt x="6585" y="1857"/>
                  </a:cubicBezTo>
                  <a:cubicBezTo>
                    <a:pt x="6621" y="1865"/>
                    <a:pt x="6656" y="1869"/>
                    <a:pt x="6690" y="1869"/>
                  </a:cubicBezTo>
                  <a:cubicBezTo>
                    <a:pt x="7146" y="1869"/>
                    <a:pt x="7438" y="1191"/>
                    <a:pt x="7580" y="728"/>
                  </a:cubicBezTo>
                  <a:cubicBezTo>
                    <a:pt x="7733" y="1149"/>
                    <a:pt x="8020" y="1723"/>
                    <a:pt x="8480" y="1800"/>
                  </a:cubicBezTo>
                  <a:cubicBezTo>
                    <a:pt x="8505" y="1804"/>
                    <a:pt x="8531" y="1806"/>
                    <a:pt x="8555" y="1806"/>
                  </a:cubicBezTo>
                  <a:cubicBezTo>
                    <a:pt x="9009" y="1806"/>
                    <a:pt x="9292" y="1164"/>
                    <a:pt x="9456" y="728"/>
                  </a:cubicBezTo>
                  <a:cubicBezTo>
                    <a:pt x="9571" y="1092"/>
                    <a:pt x="9839" y="1570"/>
                    <a:pt x="10317" y="1723"/>
                  </a:cubicBezTo>
                  <a:cubicBezTo>
                    <a:pt x="10385" y="1746"/>
                    <a:pt x="10450" y="1757"/>
                    <a:pt x="10513" y="1757"/>
                  </a:cubicBezTo>
                  <a:cubicBezTo>
                    <a:pt x="10610" y="1757"/>
                    <a:pt x="10703" y="1732"/>
                    <a:pt x="10796" y="1685"/>
                  </a:cubicBezTo>
                  <a:cubicBezTo>
                    <a:pt x="11159" y="1494"/>
                    <a:pt x="11389" y="958"/>
                    <a:pt x="11542" y="632"/>
                  </a:cubicBezTo>
                  <a:cubicBezTo>
                    <a:pt x="11734" y="1054"/>
                    <a:pt x="12136" y="1800"/>
                    <a:pt x="12614" y="1819"/>
                  </a:cubicBezTo>
                  <a:cubicBezTo>
                    <a:pt x="12626" y="1820"/>
                    <a:pt x="12637" y="1821"/>
                    <a:pt x="12649" y="1821"/>
                  </a:cubicBezTo>
                  <a:cubicBezTo>
                    <a:pt x="13110" y="1821"/>
                    <a:pt x="13461" y="1079"/>
                    <a:pt x="13648" y="575"/>
                  </a:cubicBezTo>
                  <a:cubicBezTo>
                    <a:pt x="13782" y="1054"/>
                    <a:pt x="14126" y="1819"/>
                    <a:pt x="14758" y="1819"/>
                  </a:cubicBezTo>
                  <a:lnTo>
                    <a:pt x="14796" y="1819"/>
                  </a:lnTo>
                  <a:cubicBezTo>
                    <a:pt x="15409" y="1800"/>
                    <a:pt x="15715" y="1149"/>
                    <a:pt x="15868" y="709"/>
                  </a:cubicBezTo>
                  <a:cubicBezTo>
                    <a:pt x="15983" y="1092"/>
                    <a:pt x="16232" y="1609"/>
                    <a:pt x="16672" y="1781"/>
                  </a:cubicBezTo>
                  <a:cubicBezTo>
                    <a:pt x="16730" y="1799"/>
                    <a:pt x="16787" y="1808"/>
                    <a:pt x="16843" y="1808"/>
                  </a:cubicBezTo>
                  <a:cubicBezTo>
                    <a:pt x="17373" y="1808"/>
                    <a:pt x="17785" y="1043"/>
                    <a:pt x="17993" y="575"/>
                  </a:cubicBezTo>
                  <a:cubicBezTo>
                    <a:pt x="18146" y="996"/>
                    <a:pt x="18452" y="1685"/>
                    <a:pt x="18950" y="1819"/>
                  </a:cubicBezTo>
                  <a:cubicBezTo>
                    <a:pt x="18999" y="1834"/>
                    <a:pt x="19047" y="1842"/>
                    <a:pt x="19095" y="1842"/>
                  </a:cubicBezTo>
                  <a:cubicBezTo>
                    <a:pt x="19587" y="1842"/>
                    <a:pt x="20003" y="1081"/>
                    <a:pt x="20213" y="575"/>
                  </a:cubicBezTo>
                  <a:cubicBezTo>
                    <a:pt x="20309" y="1034"/>
                    <a:pt x="20577" y="1723"/>
                    <a:pt x="21055" y="1819"/>
                  </a:cubicBezTo>
                  <a:cubicBezTo>
                    <a:pt x="21094" y="1829"/>
                    <a:pt x="21132" y="1833"/>
                    <a:pt x="21169" y="1833"/>
                  </a:cubicBezTo>
                  <a:cubicBezTo>
                    <a:pt x="21651" y="1833"/>
                    <a:pt x="22027" y="1075"/>
                    <a:pt x="22223" y="613"/>
                  </a:cubicBezTo>
                  <a:cubicBezTo>
                    <a:pt x="22369" y="1108"/>
                    <a:pt x="22674" y="1901"/>
                    <a:pt x="23203" y="1901"/>
                  </a:cubicBezTo>
                  <a:cubicBezTo>
                    <a:pt x="23227" y="1901"/>
                    <a:pt x="23251" y="1899"/>
                    <a:pt x="23275" y="1896"/>
                  </a:cubicBezTo>
                  <a:cubicBezTo>
                    <a:pt x="24060" y="1800"/>
                    <a:pt x="23945" y="345"/>
                    <a:pt x="23945" y="173"/>
                  </a:cubicBezTo>
                  <a:cubicBezTo>
                    <a:pt x="23945" y="97"/>
                    <a:pt x="23907" y="58"/>
                    <a:pt x="23830" y="58"/>
                  </a:cubicBezTo>
                  <a:cubicBezTo>
                    <a:pt x="23754" y="58"/>
                    <a:pt x="23716" y="97"/>
                    <a:pt x="23716" y="173"/>
                  </a:cubicBezTo>
                  <a:cubicBezTo>
                    <a:pt x="23735" y="556"/>
                    <a:pt x="23716" y="1590"/>
                    <a:pt x="23256" y="1628"/>
                  </a:cubicBezTo>
                  <a:lnTo>
                    <a:pt x="23237" y="1628"/>
                  </a:lnTo>
                  <a:cubicBezTo>
                    <a:pt x="22778" y="1628"/>
                    <a:pt x="22452" y="556"/>
                    <a:pt x="22376" y="173"/>
                  </a:cubicBezTo>
                  <a:cubicBezTo>
                    <a:pt x="22357" y="135"/>
                    <a:pt x="22299" y="77"/>
                    <a:pt x="22261" y="77"/>
                  </a:cubicBezTo>
                  <a:cubicBezTo>
                    <a:pt x="22203" y="77"/>
                    <a:pt x="22165" y="97"/>
                    <a:pt x="22146" y="154"/>
                  </a:cubicBezTo>
                  <a:cubicBezTo>
                    <a:pt x="22017" y="540"/>
                    <a:pt x="21572" y="1595"/>
                    <a:pt x="21164" y="1595"/>
                  </a:cubicBezTo>
                  <a:cubicBezTo>
                    <a:pt x="21147" y="1595"/>
                    <a:pt x="21129" y="1593"/>
                    <a:pt x="21112" y="1590"/>
                  </a:cubicBezTo>
                  <a:cubicBezTo>
                    <a:pt x="20653" y="1494"/>
                    <a:pt x="20423" y="518"/>
                    <a:pt x="20366" y="135"/>
                  </a:cubicBezTo>
                  <a:cubicBezTo>
                    <a:pt x="20366" y="77"/>
                    <a:pt x="20328" y="39"/>
                    <a:pt x="20270" y="39"/>
                  </a:cubicBezTo>
                  <a:cubicBezTo>
                    <a:pt x="20261" y="30"/>
                    <a:pt x="20251" y="26"/>
                    <a:pt x="20241" y="26"/>
                  </a:cubicBezTo>
                  <a:cubicBezTo>
                    <a:pt x="20207" y="26"/>
                    <a:pt x="20170" y="67"/>
                    <a:pt x="20155" y="97"/>
                  </a:cubicBezTo>
                  <a:cubicBezTo>
                    <a:pt x="19992" y="513"/>
                    <a:pt x="19520" y="1600"/>
                    <a:pt x="19080" y="1600"/>
                  </a:cubicBezTo>
                  <a:cubicBezTo>
                    <a:pt x="19056" y="1600"/>
                    <a:pt x="19031" y="1597"/>
                    <a:pt x="19007" y="1590"/>
                  </a:cubicBezTo>
                  <a:cubicBezTo>
                    <a:pt x="18414" y="1417"/>
                    <a:pt x="18088" y="231"/>
                    <a:pt x="18088" y="192"/>
                  </a:cubicBezTo>
                  <a:cubicBezTo>
                    <a:pt x="18069" y="154"/>
                    <a:pt x="18031" y="97"/>
                    <a:pt x="17973" y="97"/>
                  </a:cubicBezTo>
                  <a:cubicBezTo>
                    <a:pt x="17935" y="97"/>
                    <a:pt x="17878" y="135"/>
                    <a:pt x="17859" y="173"/>
                  </a:cubicBezTo>
                  <a:cubicBezTo>
                    <a:pt x="17716" y="547"/>
                    <a:pt x="17259" y="1550"/>
                    <a:pt x="16826" y="1550"/>
                  </a:cubicBezTo>
                  <a:cubicBezTo>
                    <a:pt x="16794" y="1550"/>
                    <a:pt x="16761" y="1544"/>
                    <a:pt x="16729" y="1532"/>
                  </a:cubicBezTo>
                  <a:cubicBezTo>
                    <a:pt x="16136" y="1322"/>
                    <a:pt x="15945" y="154"/>
                    <a:pt x="15945" y="154"/>
                  </a:cubicBezTo>
                  <a:cubicBezTo>
                    <a:pt x="15945" y="97"/>
                    <a:pt x="15868" y="58"/>
                    <a:pt x="15830" y="58"/>
                  </a:cubicBezTo>
                  <a:cubicBezTo>
                    <a:pt x="15753" y="58"/>
                    <a:pt x="15696" y="97"/>
                    <a:pt x="15696" y="154"/>
                  </a:cubicBezTo>
                  <a:cubicBezTo>
                    <a:pt x="15696" y="173"/>
                    <a:pt x="15485" y="1532"/>
                    <a:pt x="14720" y="1570"/>
                  </a:cubicBezTo>
                  <a:lnTo>
                    <a:pt x="14700" y="1570"/>
                  </a:lnTo>
                  <a:cubicBezTo>
                    <a:pt x="13954" y="1570"/>
                    <a:pt x="13686" y="135"/>
                    <a:pt x="13686" y="97"/>
                  </a:cubicBezTo>
                  <a:cubicBezTo>
                    <a:pt x="13667" y="58"/>
                    <a:pt x="13628" y="1"/>
                    <a:pt x="135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44"/>
            <p:cNvSpPr/>
            <p:nvPr/>
          </p:nvSpPr>
          <p:spPr>
            <a:xfrm>
              <a:off x="1612127" y="2007420"/>
              <a:ext cx="894740" cy="90903"/>
            </a:xfrm>
            <a:custGeom>
              <a:rect b="b" l="l" r="r" t="t"/>
              <a:pathLst>
                <a:path extrusionOk="0" h="2149" w="21151">
                  <a:moveTo>
                    <a:pt x="4231" y="1"/>
                  </a:moveTo>
                  <a:cubicBezTo>
                    <a:pt x="4173" y="20"/>
                    <a:pt x="4135" y="58"/>
                    <a:pt x="4135" y="116"/>
                  </a:cubicBezTo>
                  <a:cubicBezTo>
                    <a:pt x="4135" y="116"/>
                    <a:pt x="4077" y="1570"/>
                    <a:pt x="3197" y="1742"/>
                  </a:cubicBezTo>
                  <a:cubicBezTo>
                    <a:pt x="3167" y="1747"/>
                    <a:pt x="3136" y="1749"/>
                    <a:pt x="3104" y="1749"/>
                  </a:cubicBezTo>
                  <a:cubicBezTo>
                    <a:pt x="2995" y="1749"/>
                    <a:pt x="2880" y="1721"/>
                    <a:pt x="2776" y="1647"/>
                  </a:cubicBezTo>
                  <a:cubicBezTo>
                    <a:pt x="2221" y="1283"/>
                    <a:pt x="2010" y="135"/>
                    <a:pt x="2010" y="135"/>
                  </a:cubicBezTo>
                  <a:cubicBezTo>
                    <a:pt x="1972" y="96"/>
                    <a:pt x="1934" y="39"/>
                    <a:pt x="1876" y="39"/>
                  </a:cubicBezTo>
                  <a:cubicBezTo>
                    <a:pt x="1870" y="36"/>
                    <a:pt x="1862" y="34"/>
                    <a:pt x="1854" y="34"/>
                  </a:cubicBezTo>
                  <a:cubicBezTo>
                    <a:pt x="1819" y="34"/>
                    <a:pt x="1777" y="68"/>
                    <a:pt x="1761" y="116"/>
                  </a:cubicBezTo>
                  <a:cubicBezTo>
                    <a:pt x="1627" y="479"/>
                    <a:pt x="1168" y="1455"/>
                    <a:pt x="709" y="1455"/>
                  </a:cubicBezTo>
                  <a:cubicBezTo>
                    <a:pt x="613" y="1455"/>
                    <a:pt x="556" y="1436"/>
                    <a:pt x="498" y="1360"/>
                  </a:cubicBezTo>
                  <a:cubicBezTo>
                    <a:pt x="288" y="1092"/>
                    <a:pt x="249" y="479"/>
                    <a:pt x="288" y="249"/>
                  </a:cubicBezTo>
                  <a:cubicBezTo>
                    <a:pt x="288" y="211"/>
                    <a:pt x="230" y="135"/>
                    <a:pt x="154" y="135"/>
                  </a:cubicBezTo>
                  <a:cubicBezTo>
                    <a:pt x="115" y="135"/>
                    <a:pt x="39" y="192"/>
                    <a:pt x="39" y="249"/>
                  </a:cubicBezTo>
                  <a:cubicBezTo>
                    <a:pt x="39" y="288"/>
                    <a:pt x="1" y="1149"/>
                    <a:pt x="326" y="1532"/>
                  </a:cubicBezTo>
                  <a:cubicBezTo>
                    <a:pt x="422" y="1647"/>
                    <a:pt x="575" y="1685"/>
                    <a:pt x="709" y="1685"/>
                  </a:cubicBezTo>
                  <a:cubicBezTo>
                    <a:pt x="1245" y="1685"/>
                    <a:pt x="1647" y="977"/>
                    <a:pt x="1857" y="517"/>
                  </a:cubicBezTo>
                  <a:cubicBezTo>
                    <a:pt x="1991" y="919"/>
                    <a:pt x="2221" y="1532"/>
                    <a:pt x="2623" y="1819"/>
                  </a:cubicBezTo>
                  <a:cubicBezTo>
                    <a:pt x="2766" y="1905"/>
                    <a:pt x="2931" y="1948"/>
                    <a:pt x="3094" y="1948"/>
                  </a:cubicBezTo>
                  <a:cubicBezTo>
                    <a:pt x="3148" y="1948"/>
                    <a:pt x="3202" y="1943"/>
                    <a:pt x="3254" y="1934"/>
                  </a:cubicBezTo>
                  <a:cubicBezTo>
                    <a:pt x="3963" y="1781"/>
                    <a:pt x="4231" y="1053"/>
                    <a:pt x="4326" y="537"/>
                  </a:cubicBezTo>
                  <a:cubicBezTo>
                    <a:pt x="4558" y="1072"/>
                    <a:pt x="5023" y="1890"/>
                    <a:pt x="5597" y="1890"/>
                  </a:cubicBezTo>
                  <a:cubicBezTo>
                    <a:pt x="5638" y="1890"/>
                    <a:pt x="5681" y="1886"/>
                    <a:pt x="5724" y="1876"/>
                  </a:cubicBezTo>
                  <a:cubicBezTo>
                    <a:pt x="6317" y="1762"/>
                    <a:pt x="6604" y="1053"/>
                    <a:pt x="6719" y="594"/>
                  </a:cubicBezTo>
                  <a:cubicBezTo>
                    <a:pt x="6968" y="1149"/>
                    <a:pt x="7465" y="2068"/>
                    <a:pt x="8116" y="2068"/>
                  </a:cubicBezTo>
                  <a:cubicBezTo>
                    <a:pt x="8127" y="2068"/>
                    <a:pt x="8140" y="2066"/>
                    <a:pt x="8153" y="2066"/>
                  </a:cubicBezTo>
                  <a:cubicBezTo>
                    <a:pt x="8187" y="2066"/>
                    <a:pt x="8228" y="2076"/>
                    <a:pt x="8269" y="2144"/>
                  </a:cubicBezTo>
                  <a:cubicBezTo>
                    <a:pt x="8997" y="2030"/>
                    <a:pt x="9475" y="1092"/>
                    <a:pt x="9667" y="613"/>
                  </a:cubicBezTo>
                  <a:cubicBezTo>
                    <a:pt x="9882" y="1116"/>
                    <a:pt x="10367" y="2023"/>
                    <a:pt x="10995" y="2023"/>
                  </a:cubicBezTo>
                  <a:cubicBezTo>
                    <a:pt x="11036" y="2023"/>
                    <a:pt x="11078" y="2019"/>
                    <a:pt x="11121" y="2010"/>
                  </a:cubicBezTo>
                  <a:cubicBezTo>
                    <a:pt x="11695" y="1915"/>
                    <a:pt x="11963" y="1264"/>
                    <a:pt x="12097" y="805"/>
                  </a:cubicBezTo>
                  <a:cubicBezTo>
                    <a:pt x="12270" y="1302"/>
                    <a:pt x="12672" y="2049"/>
                    <a:pt x="13342" y="2144"/>
                  </a:cubicBezTo>
                  <a:cubicBezTo>
                    <a:pt x="13374" y="2147"/>
                    <a:pt x="13406" y="2149"/>
                    <a:pt x="13438" y="2149"/>
                  </a:cubicBezTo>
                  <a:cubicBezTo>
                    <a:pt x="13611" y="2149"/>
                    <a:pt x="13770" y="2102"/>
                    <a:pt x="13916" y="1972"/>
                  </a:cubicBezTo>
                  <a:cubicBezTo>
                    <a:pt x="14260" y="1723"/>
                    <a:pt x="14413" y="1187"/>
                    <a:pt x="14509" y="805"/>
                  </a:cubicBezTo>
                  <a:cubicBezTo>
                    <a:pt x="14701" y="1302"/>
                    <a:pt x="15122" y="2068"/>
                    <a:pt x="15715" y="2106"/>
                  </a:cubicBezTo>
                  <a:cubicBezTo>
                    <a:pt x="15729" y="2107"/>
                    <a:pt x="15742" y="2107"/>
                    <a:pt x="15756" y="2107"/>
                  </a:cubicBezTo>
                  <a:cubicBezTo>
                    <a:pt x="16383" y="2107"/>
                    <a:pt x="16791" y="1253"/>
                    <a:pt x="16978" y="766"/>
                  </a:cubicBezTo>
                  <a:cubicBezTo>
                    <a:pt x="17170" y="1245"/>
                    <a:pt x="17552" y="2068"/>
                    <a:pt x="18050" y="2068"/>
                  </a:cubicBezTo>
                  <a:lnTo>
                    <a:pt x="18088" y="2068"/>
                  </a:lnTo>
                  <a:cubicBezTo>
                    <a:pt x="18567" y="2049"/>
                    <a:pt x="18950" y="1283"/>
                    <a:pt x="19141" y="824"/>
                  </a:cubicBezTo>
                  <a:cubicBezTo>
                    <a:pt x="19288" y="1319"/>
                    <a:pt x="19645" y="2130"/>
                    <a:pt x="20230" y="2130"/>
                  </a:cubicBezTo>
                  <a:cubicBezTo>
                    <a:pt x="20256" y="2130"/>
                    <a:pt x="20282" y="2128"/>
                    <a:pt x="20309" y="2125"/>
                  </a:cubicBezTo>
                  <a:cubicBezTo>
                    <a:pt x="21151" y="2030"/>
                    <a:pt x="21113" y="345"/>
                    <a:pt x="21113" y="288"/>
                  </a:cubicBezTo>
                  <a:cubicBezTo>
                    <a:pt x="21113" y="211"/>
                    <a:pt x="21074" y="154"/>
                    <a:pt x="20998" y="154"/>
                  </a:cubicBezTo>
                  <a:cubicBezTo>
                    <a:pt x="20921" y="154"/>
                    <a:pt x="20883" y="211"/>
                    <a:pt x="20883" y="288"/>
                  </a:cubicBezTo>
                  <a:cubicBezTo>
                    <a:pt x="20883" y="690"/>
                    <a:pt x="20806" y="1819"/>
                    <a:pt x="20290" y="1857"/>
                  </a:cubicBezTo>
                  <a:cubicBezTo>
                    <a:pt x="20276" y="1859"/>
                    <a:pt x="20263" y="1859"/>
                    <a:pt x="20249" y="1859"/>
                  </a:cubicBezTo>
                  <a:cubicBezTo>
                    <a:pt x="19734" y="1859"/>
                    <a:pt x="19349" y="794"/>
                    <a:pt x="19256" y="383"/>
                  </a:cubicBezTo>
                  <a:cubicBezTo>
                    <a:pt x="19237" y="326"/>
                    <a:pt x="19179" y="288"/>
                    <a:pt x="19141" y="288"/>
                  </a:cubicBezTo>
                  <a:cubicBezTo>
                    <a:pt x="19128" y="279"/>
                    <a:pt x="19115" y="275"/>
                    <a:pt x="19104" y="275"/>
                  </a:cubicBezTo>
                  <a:cubicBezTo>
                    <a:pt x="19066" y="275"/>
                    <a:pt x="19037" y="316"/>
                    <a:pt x="19007" y="345"/>
                  </a:cubicBezTo>
                  <a:cubicBezTo>
                    <a:pt x="18816" y="900"/>
                    <a:pt x="18414" y="1762"/>
                    <a:pt x="18031" y="1781"/>
                  </a:cubicBezTo>
                  <a:cubicBezTo>
                    <a:pt x="18024" y="1782"/>
                    <a:pt x="18017" y="1782"/>
                    <a:pt x="18009" y="1782"/>
                  </a:cubicBezTo>
                  <a:cubicBezTo>
                    <a:pt x="17651" y="1782"/>
                    <a:pt x="17242" y="870"/>
                    <a:pt x="17055" y="307"/>
                  </a:cubicBezTo>
                  <a:cubicBezTo>
                    <a:pt x="17036" y="230"/>
                    <a:pt x="16978" y="211"/>
                    <a:pt x="16940" y="211"/>
                  </a:cubicBezTo>
                  <a:cubicBezTo>
                    <a:pt x="16883" y="211"/>
                    <a:pt x="16844" y="249"/>
                    <a:pt x="16806" y="307"/>
                  </a:cubicBezTo>
                  <a:cubicBezTo>
                    <a:pt x="16692" y="724"/>
                    <a:pt x="16258" y="1819"/>
                    <a:pt x="15673" y="1819"/>
                  </a:cubicBezTo>
                  <a:cubicBezTo>
                    <a:pt x="15668" y="1819"/>
                    <a:pt x="15663" y="1819"/>
                    <a:pt x="15658" y="1819"/>
                  </a:cubicBezTo>
                  <a:cubicBezTo>
                    <a:pt x="15083" y="1781"/>
                    <a:pt x="14662" y="690"/>
                    <a:pt x="14547" y="249"/>
                  </a:cubicBezTo>
                  <a:cubicBezTo>
                    <a:pt x="14547" y="192"/>
                    <a:pt x="14471" y="154"/>
                    <a:pt x="14413" y="154"/>
                  </a:cubicBezTo>
                  <a:cubicBezTo>
                    <a:pt x="14356" y="154"/>
                    <a:pt x="14299" y="211"/>
                    <a:pt x="14299" y="249"/>
                  </a:cubicBezTo>
                  <a:cubicBezTo>
                    <a:pt x="14299" y="288"/>
                    <a:pt x="14184" y="1360"/>
                    <a:pt x="13705" y="1723"/>
                  </a:cubicBezTo>
                  <a:cubicBezTo>
                    <a:pt x="13610" y="1803"/>
                    <a:pt x="13487" y="1843"/>
                    <a:pt x="13372" y="1843"/>
                  </a:cubicBezTo>
                  <a:cubicBezTo>
                    <a:pt x="13348" y="1843"/>
                    <a:pt x="13326" y="1841"/>
                    <a:pt x="13303" y="1838"/>
                  </a:cubicBezTo>
                  <a:cubicBezTo>
                    <a:pt x="12461" y="1723"/>
                    <a:pt x="12097" y="249"/>
                    <a:pt x="12097" y="230"/>
                  </a:cubicBezTo>
                  <a:cubicBezTo>
                    <a:pt x="12097" y="192"/>
                    <a:pt x="12059" y="135"/>
                    <a:pt x="11983" y="135"/>
                  </a:cubicBezTo>
                  <a:cubicBezTo>
                    <a:pt x="11906" y="135"/>
                    <a:pt x="11868" y="192"/>
                    <a:pt x="11868" y="230"/>
                  </a:cubicBezTo>
                  <a:cubicBezTo>
                    <a:pt x="11868" y="249"/>
                    <a:pt x="11676" y="1551"/>
                    <a:pt x="10968" y="1685"/>
                  </a:cubicBezTo>
                  <a:cubicBezTo>
                    <a:pt x="10940" y="1692"/>
                    <a:pt x="10912" y="1695"/>
                    <a:pt x="10884" y="1695"/>
                  </a:cubicBezTo>
                  <a:cubicBezTo>
                    <a:pt x="10373" y="1695"/>
                    <a:pt x="9849" y="589"/>
                    <a:pt x="9686" y="154"/>
                  </a:cubicBezTo>
                  <a:cubicBezTo>
                    <a:pt x="9667" y="116"/>
                    <a:pt x="9609" y="96"/>
                    <a:pt x="9571" y="96"/>
                  </a:cubicBezTo>
                  <a:cubicBezTo>
                    <a:pt x="9513" y="96"/>
                    <a:pt x="9475" y="116"/>
                    <a:pt x="9437" y="154"/>
                  </a:cubicBezTo>
                  <a:cubicBezTo>
                    <a:pt x="9437" y="192"/>
                    <a:pt x="8939" y="1685"/>
                    <a:pt x="8135" y="1838"/>
                  </a:cubicBezTo>
                  <a:cubicBezTo>
                    <a:pt x="8108" y="1843"/>
                    <a:pt x="8080" y="1845"/>
                    <a:pt x="8053" y="1845"/>
                  </a:cubicBezTo>
                  <a:cubicBezTo>
                    <a:pt x="7436" y="1845"/>
                    <a:pt x="6903" y="649"/>
                    <a:pt x="6738" y="154"/>
                  </a:cubicBezTo>
                  <a:cubicBezTo>
                    <a:pt x="6719" y="116"/>
                    <a:pt x="6661" y="96"/>
                    <a:pt x="6623" y="96"/>
                  </a:cubicBezTo>
                  <a:cubicBezTo>
                    <a:pt x="6566" y="96"/>
                    <a:pt x="6527" y="135"/>
                    <a:pt x="6527" y="192"/>
                  </a:cubicBezTo>
                  <a:cubicBezTo>
                    <a:pt x="6527" y="192"/>
                    <a:pt x="6336" y="1532"/>
                    <a:pt x="5647" y="1666"/>
                  </a:cubicBezTo>
                  <a:cubicBezTo>
                    <a:pt x="5622" y="1671"/>
                    <a:pt x="5597" y="1673"/>
                    <a:pt x="5572" y="1673"/>
                  </a:cubicBezTo>
                  <a:cubicBezTo>
                    <a:pt x="5025" y="1673"/>
                    <a:pt x="4510" y="516"/>
                    <a:pt x="4345" y="58"/>
                  </a:cubicBezTo>
                  <a:cubicBezTo>
                    <a:pt x="4345" y="20"/>
                    <a:pt x="4269" y="1"/>
                    <a:pt x="42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44"/>
            <p:cNvSpPr/>
            <p:nvPr/>
          </p:nvSpPr>
          <p:spPr>
            <a:xfrm>
              <a:off x="1697152" y="2112665"/>
              <a:ext cx="202460" cy="202490"/>
            </a:xfrm>
            <a:custGeom>
              <a:rect b="b" l="l" r="r" t="t"/>
              <a:pathLst>
                <a:path extrusionOk="0" h="4787" w="4786">
                  <a:moveTo>
                    <a:pt x="2393" y="1"/>
                  </a:moveTo>
                  <a:cubicBezTo>
                    <a:pt x="1072" y="1"/>
                    <a:pt x="0" y="1054"/>
                    <a:pt x="0" y="2394"/>
                  </a:cubicBezTo>
                  <a:cubicBezTo>
                    <a:pt x="0" y="3714"/>
                    <a:pt x="1072" y="4786"/>
                    <a:pt x="2393" y="4786"/>
                  </a:cubicBezTo>
                  <a:cubicBezTo>
                    <a:pt x="3714" y="4786"/>
                    <a:pt x="4785" y="3714"/>
                    <a:pt x="4785" y="2394"/>
                  </a:cubicBezTo>
                  <a:cubicBezTo>
                    <a:pt x="4785" y="1054"/>
                    <a:pt x="3714" y="1"/>
                    <a:pt x="23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44"/>
            <p:cNvSpPr/>
            <p:nvPr/>
          </p:nvSpPr>
          <p:spPr>
            <a:xfrm>
              <a:off x="1723041" y="2143460"/>
              <a:ext cx="145817" cy="145766"/>
            </a:xfrm>
            <a:custGeom>
              <a:rect b="b" l="l" r="r" t="t"/>
              <a:pathLst>
                <a:path extrusionOk="0" h="3446" w="3447">
                  <a:moveTo>
                    <a:pt x="1723" y="0"/>
                  </a:moveTo>
                  <a:cubicBezTo>
                    <a:pt x="786" y="0"/>
                    <a:pt x="1" y="785"/>
                    <a:pt x="1" y="1723"/>
                  </a:cubicBezTo>
                  <a:cubicBezTo>
                    <a:pt x="1" y="2680"/>
                    <a:pt x="786" y="3446"/>
                    <a:pt x="1723" y="3446"/>
                  </a:cubicBezTo>
                  <a:cubicBezTo>
                    <a:pt x="2680" y="3446"/>
                    <a:pt x="3446" y="2680"/>
                    <a:pt x="3446" y="1723"/>
                  </a:cubicBezTo>
                  <a:cubicBezTo>
                    <a:pt x="3446" y="785"/>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44"/>
            <p:cNvSpPr/>
            <p:nvPr/>
          </p:nvSpPr>
          <p:spPr>
            <a:xfrm>
              <a:off x="1659885" y="2072521"/>
              <a:ext cx="277801" cy="157610"/>
            </a:xfrm>
            <a:custGeom>
              <a:rect b="b" l="l" r="r" t="t"/>
              <a:pathLst>
                <a:path extrusionOk="0" h="3726" w="6567">
                  <a:moveTo>
                    <a:pt x="3118" y="0"/>
                  </a:moveTo>
                  <a:cubicBezTo>
                    <a:pt x="414" y="0"/>
                    <a:pt x="1" y="3591"/>
                    <a:pt x="1" y="3591"/>
                  </a:cubicBezTo>
                  <a:lnTo>
                    <a:pt x="920" y="3725"/>
                  </a:lnTo>
                  <a:cubicBezTo>
                    <a:pt x="920" y="3725"/>
                    <a:pt x="1398" y="1294"/>
                    <a:pt x="2987" y="1237"/>
                  </a:cubicBezTo>
                  <a:cubicBezTo>
                    <a:pt x="3054" y="1234"/>
                    <a:pt x="3119" y="1232"/>
                    <a:pt x="3183" y="1232"/>
                  </a:cubicBezTo>
                  <a:cubicBezTo>
                    <a:pt x="5599" y="1232"/>
                    <a:pt x="5418" y="3649"/>
                    <a:pt x="5418" y="3649"/>
                  </a:cubicBezTo>
                  <a:lnTo>
                    <a:pt x="6375" y="3630"/>
                  </a:lnTo>
                  <a:cubicBezTo>
                    <a:pt x="6375" y="3630"/>
                    <a:pt x="6566" y="242"/>
                    <a:pt x="3389" y="12"/>
                  </a:cubicBezTo>
                  <a:cubicBezTo>
                    <a:pt x="3296" y="4"/>
                    <a:pt x="3206"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84" name="Google Shape;3784;p44"/>
            <p:cNvGrpSpPr/>
            <p:nvPr/>
          </p:nvGrpSpPr>
          <p:grpSpPr>
            <a:xfrm>
              <a:off x="1710900" y="2125652"/>
              <a:ext cx="170098" cy="185443"/>
              <a:chOff x="1710900" y="2125652"/>
              <a:chExt cx="170098" cy="185443"/>
            </a:xfrm>
          </p:grpSpPr>
          <p:sp>
            <p:nvSpPr>
              <p:cNvPr id="3785" name="Google Shape;3785;p44"/>
              <p:cNvSpPr/>
              <p:nvPr/>
            </p:nvSpPr>
            <p:spPr>
              <a:xfrm>
                <a:off x="1785393" y="2125652"/>
                <a:ext cx="10576" cy="185443"/>
              </a:xfrm>
              <a:custGeom>
                <a:rect b="b" l="l" r="r" t="t"/>
                <a:pathLst>
                  <a:path extrusionOk="0" h="4384" w="250">
                    <a:moveTo>
                      <a:pt x="115" y="0"/>
                    </a:moveTo>
                    <a:cubicBezTo>
                      <a:pt x="39" y="0"/>
                      <a:pt x="1" y="38"/>
                      <a:pt x="1" y="115"/>
                    </a:cubicBezTo>
                    <a:lnTo>
                      <a:pt x="20" y="4249"/>
                    </a:lnTo>
                    <a:cubicBezTo>
                      <a:pt x="20" y="4326"/>
                      <a:pt x="58" y="4383"/>
                      <a:pt x="135" y="4383"/>
                    </a:cubicBezTo>
                    <a:cubicBezTo>
                      <a:pt x="211" y="4383"/>
                      <a:pt x="249" y="4326"/>
                      <a:pt x="249" y="4249"/>
                    </a:cubicBezTo>
                    <a:lnTo>
                      <a:pt x="230" y="115"/>
                    </a:lnTo>
                    <a:cubicBezTo>
                      <a:pt x="230" y="38"/>
                      <a:pt x="192" y="0"/>
                      <a:pt x="1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44"/>
              <p:cNvSpPr/>
              <p:nvPr/>
            </p:nvSpPr>
            <p:spPr>
              <a:xfrm>
                <a:off x="1710900" y="2234154"/>
                <a:ext cx="166037" cy="17005"/>
              </a:xfrm>
              <a:custGeom>
                <a:rect b="b" l="l" r="r" t="t"/>
                <a:pathLst>
                  <a:path extrusionOk="0" h="402" w="3925">
                    <a:moveTo>
                      <a:pt x="135" y="0"/>
                    </a:moveTo>
                    <a:cubicBezTo>
                      <a:pt x="58" y="0"/>
                      <a:pt x="1" y="38"/>
                      <a:pt x="1" y="115"/>
                    </a:cubicBezTo>
                    <a:cubicBezTo>
                      <a:pt x="1" y="191"/>
                      <a:pt x="58" y="230"/>
                      <a:pt x="135" y="230"/>
                    </a:cubicBezTo>
                    <a:lnTo>
                      <a:pt x="3810" y="402"/>
                    </a:lnTo>
                    <a:cubicBezTo>
                      <a:pt x="3886" y="402"/>
                      <a:pt x="3925" y="345"/>
                      <a:pt x="3925" y="287"/>
                    </a:cubicBezTo>
                    <a:cubicBezTo>
                      <a:pt x="3925" y="211"/>
                      <a:pt x="3886" y="153"/>
                      <a:pt x="3810" y="153"/>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44"/>
              <p:cNvSpPr/>
              <p:nvPr/>
            </p:nvSpPr>
            <p:spPr>
              <a:xfrm>
                <a:off x="1712508" y="2183943"/>
                <a:ext cx="168491" cy="12182"/>
              </a:xfrm>
              <a:custGeom>
                <a:rect b="b" l="l" r="r" t="t"/>
                <a:pathLst>
                  <a:path extrusionOk="0" h="288" w="3983">
                    <a:moveTo>
                      <a:pt x="116" y="0"/>
                    </a:moveTo>
                    <a:cubicBezTo>
                      <a:pt x="39" y="0"/>
                      <a:pt x="1" y="58"/>
                      <a:pt x="1" y="134"/>
                    </a:cubicBezTo>
                    <a:cubicBezTo>
                      <a:pt x="1" y="192"/>
                      <a:pt x="39" y="249"/>
                      <a:pt x="116" y="249"/>
                    </a:cubicBezTo>
                    <a:lnTo>
                      <a:pt x="3867" y="287"/>
                    </a:lnTo>
                    <a:cubicBezTo>
                      <a:pt x="3944" y="287"/>
                      <a:pt x="3982" y="249"/>
                      <a:pt x="3982" y="173"/>
                    </a:cubicBezTo>
                    <a:cubicBezTo>
                      <a:pt x="3982" y="96"/>
                      <a:pt x="3944" y="58"/>
                      <a:pt x="3867" y="58"/>
                    </a:cubicBezTo>
                    <a:lnTo>
                      <a:pt x="1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88" name="Google Shape;3788;p44"/>
            <p:cNvSpPr/>
            <p:nvPr/>
          </p:nvSpPr>
          <p:spPr>
            <a:xfrm>
              <a:off x="2271180" y="2110254"/>
              <a:ext cx="202502" cy="202448"/>
            </a:xfrm>
            <a:custGeom>
              <a:rect b="b" l="l" r="r" t="t"/>
              <a:pathLst>
                <a:path extrusionOk="0" h="4786" w="4787">
                  <a:moveTo>
                    <a:pt x="2394" y="1"/>
                  </a:moveTo>
                  <a:cubicBezTo>
                    <a:pt x="1054" y="1"/>
                    <a:pt x="1" y="1072"/>
                    <a:pt x="1" y="2393"/>
                  </a:cubicBezTo>
                  <a:cubicBezTo>
                    <a:pt x="1" y="3714"/>
                    <a:pt x="1054" y="4786"/>
                    <a:pt x="2394" y="4786"/>
                  </a:cubicBezTo>
                  <a:cubicBezTo>
                    <a:pt x="3714" y="4786"/>
                    <a:pt x="4786" y="3714"/>
                    <a:pt x="4786" y="2393"/>
                  </a:cubicBezTo>
                  <a:cubicBezTo>
                    <a:pt x="4786" y="1072"/>
                    <a:pt x="3714" y="1"/>
                    <a:pt x="2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44"/>
            <p:cNvSpPr/>
            <p:nvPr/>
          </p:nvSpPr>
          <p:spPr>
            <a:xfrm>
              <a:off x="2297915" y="2141853"/>
              <a:ext cx="145774" cy="145766"/>
            </a:xfrm>
            <a:custGeom>
              <a:rect b="b" l="l" r="r" t="t"/>
              <a:pathLst>
                <a:path extrusionOk="0" h="3446" w="3446">
                  <a:moveTo>
                    <a:pt x="1723" y="0"/>
                  </a:moveTo>
                  <a:cubicBezTo>
                    <a:pt x="785" y="0"/>
                    <a:pt x="1" y="766"/>
                    <a:pt x="1" y="1723"/>
                  </a:cubicBezTo>
                  <a:cubicBezTo>
                    <a:pt x="1" y="2661"/>
                    <a:pt x="785" y="3445"/>
                    <a:pt x="1723" y="3445"/>
                  </a:cubicBezTo>
                  <a:cubicBezTo>
                    <a:pt x="2680" y="3445"/>
                    <a:pt x="3446" y="2661"/>
                    <a:pt x="3446" y="1723"/>
                  </a:cubicBezTo>
                  <a:cubicBezTo>
                    <a:pt x="3446" y="766"/>
                    <a:pt x="2680" y="0"/>
                    <a:pt x="17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44"/>
            <p:cNvSpPr/>
            <p:nvPr/>
          </p:nvSpPr>
          <p:spPr>
            <a:xfrm>
              <a:off x="2234759" y="2071718"/>
              <a:ext cx="277758" cy="156806"/>
            </a:xfrm>
            <a:custGeom>
              <a:rect b="b" l="l" r="r" t="t"/>
              <a:pathLst>
                <a:path extrusionOk="0" h="3707" w="6566">
                  <a:moveTo>
                    <a:pt x="3118" y="0"/>
                  </a:moveTo>
                  <a:cubicBezTo>
                    <a:pt x="414" y="0"/>
                    <a:pt x="1" y="3591"/>
                    <a:pt x="1" y="3591"/>
                  </a:cubicBezTo>
                  <a:lnTo>
                    <a:pt x="919" y="3706"/>
                  </a:lnTo>
                  <a:cubicBezTo>
                    <a:pt x="919" y="3706"/>
                    <a:pt x="1398" y="1294"/>
                    <a:pt x="2987" y="1218"/>
                  </a:cubicBezTo>
                  <a:cubicBezTo>
                    <a:pt x="3044" y="1215"/>
                    <a:pt x="3101" y="1214"/>
                    <a:pt x="3156" y="1214"/>
                  </a:cubicBezTo>
                  <a:cubicBezTo>
                    <a:pt x="5601" y="1214"/>
                    <a:pt x="5417" y="3649"/>
                    <a:pt x="5417" y="3649"/>
                  </a:cubicBezTo>
                  <a:lnTo>
                    <a:pt x="6374" y="3610"/>
                  </a:lnTo>
                  <a:cubicBezTo>
                    <a:pt x="6374" y="3610"/>
                    <a:pt x="6566" y="242"/>
                    <a:pt x="3389" y="12"/>
                  </a:cubicBezTo>
                  <a:cubicBezTo>
                    <a:pt x="3296" y="4"/>
                    <a:pt x="3205" y="0"/>
                    <a:pt x="3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91" name="Google Shape;3791;p44"/>
            <p:cNvGrpSpPr/>
            <p:nvPr/>
          </p:nvGrpSpPr>
          <p:grpSpPr>
            <a:xfrm>
              <a:off x="2285774" y="2123198"/>
              <a:ext cx="170098" cy="185443"/>
              <a:chOff x="2285774" y="2123198"/>
              <a:chExt cx="170098" cy="185443"/>
            </a:xfrm>
          </p:grpSpPr>
          <p:sp>
            <p:nvSpPr>
              <p:cNvPr id="3792" name="Google Shape;3792;p44"/>
              <p:cNvSpPr/>
              <p:nvPr/>
            </p:nvSpPr>
            <p:spPr>
              <a:xfrm>
                <a:off x="2360267" y="2123198"/>
                <a:ext cx="10576" cy="185443"/>
              </a:xfrm>
              <a:custGeom>
                <a:rect b="b" l="l" r="r" t="t"/>
                <a:pathLst>
                  <a:path extrusionOk="0" h="4384" w="250">
                    <a:moveTo>
                      <a:pt x="115" y="1"/>
                    </a:moveTo>
                    <a:cubicBezTo>
                      <a:pt x="39" y="1"/>
                      <a:pt x="0" y="58"/>
                      <a:pt x="0" y="135"/>
                    </a:cubicBezTo>
                    <a:lnTo>
                      <a:pt x="20" y="4269"/>
                    </a:lnTo>
                    <a:cubicBezTo>
                      <a:pt x="20" y="4346"/>
                      <a:pt x="58" y="4384"/>
                      <a:pt x="134" y="4384"/>
                    </a:cubicBezTo>
                    <a:cubicBezTo>
                      <a:pt x="211" y="4384"/>
                      <a:pt x="249" y="4346"/>
                      <a:pt x="249" y="4269"/>
                    </a:cubicBezTo>
                    <a:lnTo>
                      <a:pt x="230" y="135"/>
                    </a:lnTo>
                    <a:cubicBezTo>
                      <a:pt x="230"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44"/>
              <p:cNvSpPr/>
              <p:nvPr/>
            </p:nvSpPr>
            <p:spPr>
              <a:xfrm>
                <a:off x="2285774" y="2231701"/>
                <a:ext cx="166037" cy="17047"/>
              </a:xfrm>
              <a:custGeom>
                <a:rect b="b" l="l" r="r" t="t"/>
                <a:pathLst>
                  <a:path extrusionOk="0" h="403" w="3925">
                    <a:moveTo>
                      <a:pt x="135" y="1"/>
                    </a:moveTo>
                    <a:cubicBezTo>
                      <a:pt x="58" y="1"/>
                      <a:pt x="1" y="58"/>
                      <a:pt x="1" y="115"/>
                    </a:cubicBezTo>
                    <a:cubicBezTo>
                      <a:pt x="1" y="192"/>
                      <a:pt x="58" y="249"/>
                      <a:pt x="135" y="249"/>
                    </a:cubicBezTo>
                    <a:lnTo>
                      <a:pt x="3809" y="403"/>
                    </a:lnTo>
                    <a:cubicBezTo>
                      <a:pt x="3848" y="403"/>
                      <a:pt x="3924" y="364"/>
                      <a:pt x="3924" y="288"/>
                    </a:cubicBezTo>
                    <a:cubicBezTo>
                      <a:pt x="3924" y="211"/>
                      <a:pt x="3886" y="173"/>
                      <a:pt x="3809" y="173"/>
                    </a:cubicBezTo>
                    <a:lnTo>
                      <a:pt x="1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44"/>
              <p:cNvSpPr/>
              <p:nvPr/>
            </p:nvSpPr>
            <p:spPr>
              <a:xfrm>
                <a:off x="2286578" y="2182335"/>
                <a:ext cx="169295" cy="12182"/>
              </a:xfrm>
              <a:custGeom>
                <a:rect b="b" l="l" r="r" t="t"/>
                <a:pathLst>
                  <a:path extrusionOk="0" h="288" w="4002">
                    <a:moveTo>
                      <a:pt x="135" y="0"/>
                    </a:moveTo>
                    <a:cubicBezTo>
                      <a:pt x="58" y="0"/>
                      <a:pt x="1" y="38"/>
                      <a:pt x="1" y="115"/>
                    </a:cubicBezTo>
                    <a:cubicBezTo>
                      <a:pt x="1" y="191"/>
                      <a:pt x="58" y="230"/>
                      <a:pt x="135" y="230"/>
                    </a:cubicBezTo>
                    <a:lnTo>
                      <a:pt x="3886" y="287"/>
                    </a:lnTo>
                    <a:cubicBezTo>
                      <a:pt x="3963" y="287"/>
                      <a:pt x="4001" y="230"/>
                      <a:pt x="4001" y="172"/>
                    </a:cubicBezTo>
                    <a:cubicBezTo>
                      <a:pt x="4001" y="96"/>
                      <a:pt x="3963" y="38"/>
                      <a:pt x="3886" y="38"/>
                    </a:cubicBezTo>
                    <a:lnTo>
                      <a:pt x="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5" name="Google Shape;3795;p44"/>
            <p:cNvSpPr/>
            <p:nvPr/>
          </p:nvSpPr>
          <p:spPr>
            <a:xfrm>
              <a:off x="1654217" y="1864104"/>
              <a:ext cx="791945" cy="93991"/>
            </a:xfrm>
            <a:custGeom>
              <a:rect b="b" l="l" r="r" t="t"/>
              <a:pathLst>
                <a:path extrusionOk="0" h="2222" w="18721">
                  <a:moveTo>
                    <a:pt x="18567" y="1"/>
                  </a:moveTo>
                  <a:cubicBezTo>
                    <a:pt x="18510" y="1"/>
                    <a:pt x="18452" y="58"/>
                    <a:pt x="18452" y="116"/>
                  </a:cubicBezTo>
                  <a:cubicBezTo>
                    <a:pt x="18452" y="154"/>
                    <a:pt x="18472" y="1207"/>
                    <a:pt x="18050" y="1628"/>
                  </a:cubicBezTo>
                  <a:cubicBezTo>
                    <a:pt x="17936" y="1781"/>
                    <a:pt x="17782" y="1819"/>
                    <a:pt x="17610" y="1819"/>
                  </a:cubicBezTo>
                  <a:cubicBezTo>
                    <a:pt x="16711" y="1800"/>
                    <a:pt x="16462" y="173"/>
                    <a:pt x="16462" y="154"/>
                  </a:cubicBezTo>
                  <a:cubicBezTo>
                    <a:pt x="16443" y="96"/>
                    <a:pt x="16404" y="58"/>
                    <a:pt x="16347" y="58"/>
                  </a:cubicBezTo>
                  <a:cubicBezTo>
                    <a:pt x="16309" y="58"/>
                    <a:pt x="16251" y="96"/>
                    <a:pt x="16232" y="154"/>
                  </a:cubicBezTo>
                  <a:cubicBezTo>
                    <a:pt x="16120" y="619"/>
                    <a:pt x="15701" y="1918"/>
                    <a:pt x="15220" y="1918"/>
                  </a:cubicBezTo>
                  <a:cubicBezTo>
                    <a:pt x="15206" y="1918"/>
                    <a:pt x="15193" y="1917"/>
                    <a:pt x="15179" y="1915"/>
                  </a:cubicBezTo>
                  <a:cubicBezTo>
                    <a:pt x="14624" y="1857"/>
                    <a:pt x="14299" y="843"/>
                    <a:pt x="14222" y="460"/>
                  </a:cubicBezTo>
                  <a:cubicBezTo>
                    <a:pt x="14222" y="422"/>
                    <a:pt x="14165" y="364"/>
                    <a:pt x="14107" y="364"/>
                  </a:cubicBezTo>
                  <a:cubicBezTo>
                    <a:pt x="14031" y="384"/>
                    <a:pt x="13973" y="441"/>
                    <a:pt x="13973" y="479"/>
                  </a:cubicBezTo>
                  <a:cubicBezTo>
                    <a:pt x="13973" y="518"/>
                    <a:pt x="13916" y="1494"/>
                    <a:pt x="13495" y="1819"/>
                  </a:cubicBezTo>
                  <a:cubicBezTo>
                    <a:pt x="13420" y="1879"/>
                    <a:pt x="13334" y="1927"/>
                    <a:pt x="13245" y="1927"/>
                  </a:cubicBezTo>
                  <a:cubicBezTo>
                    <a:pt x="13220" y="1927"/>
                    <a:pt x="13195" y="1923"/>
                    <a:pt x="13170" y="1915"/>
                  </a:cubicBezTo>
                  <a:cubicBezTo>
                    <a:pt x="12404" y="1819"/>
                    <a:pt x="12213" y="479"/>
                    <a:pt x="12213" y="460"/>
                  </a:cubicBezTo>
                  <a:cubicBezTo>
                    <a:pt x="12213" y="422"/>
                    <a:pt x="12136" y="364"/>
                    <a:pt x="12098" y="364"/>
                  </a:cubicBezTo>
                  <a:cubicBezTo>
                    <a:pt x="12021" y="364"/>
                    <a:pt x="11964" y="422"/>
                    <a:pt x="11964" y="460"/>
                  </a:cubicBezTo>
                  <a:cubicBezTo>
                    <a:pt x="11964" y="460"/>
                    <a:pt x="11849" y="1379"/>
                    <a:pt x="11390" y="1685"/>
                  </a:cubicBezTo>
                  <a:cubicBezTo>
                    <a:pt x="11298" y="1751"/>
                    <a:pt x="11189" y="1780"/>
                    <a:pt x="11067" y="1780"/>
                  </a:cubicBezTo>
                  <a:cubicBezTo>
                    <a:pt x="11011" y="1780"/>
                    <a:pt x="10952" y="1774"/>
                    <a:pt x="10892" y="1762"/>
                  </a:cubicBezTo>
                  <a:cubicBezTo>
                    <a:pt x="9992" y="1513"/>
                    <a:pt x="9897" y="269"/>
                    <a:pt x="9897" y="250"/>
                  </a:cubicBezTo>
                  <a:cubicBezTo>
                    <a:pt x="9897" y="173"/>
                    <a:pt x="9839" y="135"/>
                    <a:pt x="9763" y="135"/>
                  </a:cubicBezTo>
                  <a:cubicBezTo>
                    <a:pt x="9705" y="135"/>
                    <a:pt x="9648" y="154"/>
                    <a:pt x="9648" y="230"/>
                  </a:cubicBezTo>
                  <a:cubicBezTo>
                    <a:pt x="9648" y="230"/>
                    <a:pt x="9437" y="1685"/>
                    <a:pt x="8576" y="1915"/>
                  </a:cubicBezTo>
                  <a:cubicBezTo>
                    <a:pt x="8533" y="1926"/>
                    <a:pt x="8493" y="1930"/>
                    <a:pt x="8455" y="1930"/>
                  </a:cubicBezTo>
                  <a:cubicBezTo>
                    <a:pt x="8357" y="1930"/>
                    <a:pt x="8270" y="1899"/>
                    <a:pt x="8174" y="1857"/>
                  </a:cubicBezTo>
                  <a:cubicBezTo>
                    <a:pt x="7561" y="1494"/>
                    <a:pt x="7236" y="192"/>
                    <a:pt x="7236" y="173"/>
                  </a:cubicBezTo>
                  <a:cubicBezTo>
                    <a:pt x="7236" y="96"/>
                    <a:pt x="7179" y="77"/>
                    <a:pt x="7121" y="77"/>
                  </a:cubicBezTo>
                  <a:cubicBezTo>
                    <a:pt x="7045" y="96"/>
                    <a:pt x="6987" y="154"/>
                    <a:pt x="6987" y="192"/>
                  </a:cubicBezTo>
                  <a:cubicBezTo>
                    <a:pt x="6987" y="192"/>
                    <a:pt x="6872" y="1685"/>
                    <a:pt x="6164" y="1685"/>
                  </a:cubicBezTo>
                  <a:cubicBezTo>
                    <a:pt x="5418" y="1685"/>
                    <a:pt x="4920" y="211"/>
                    <a:pt x="4920" y="192"/>
                  </a:cubicBezTo>
                  <a:cubicBezTo>
                    <a:pt x="4882" y="154"/>
                    <a:pt x="4843" y="116"/>
                    <a:pt x="4786" y="116"/>
                  </a:cubicBezTo>
                  <a:cubicBezTo>
                    <a:pt x="4729" y="116"/>
                    <a:pt x="4690" y="173"/>
                    <a:pt x="4671" y="211"/>
                  </a:cubicBezTo>
                  <a:cubicBezTo>
                    <a:pt x="4575" y="556"/>
                    <a:pt x="4193" y="1494"/>
                    <a:pt x="3676" y="1513"/>
                  </a:cubicBezTo>
                  <a:lnTo>
                    <a:pt x="3638" y="1513"/>
                  </a:lnTo>
                  <a:cubicBezTo>
                    <a:pt x="3121" y="1513"/>
                    <a:pt x="2585" y="709"/>
                    <a:pt x="2432" y="384"/>
                  </a:cubicBezTo>
                  <a:cubicBezTo>
                    <a:pt x="2393" y="345"/>
                    <a:pt x="2355" y="326"/>
                    <a:pt x="2298" y="326"/>
                  </a:cubicBezTo>
                  <a:cubicBezTo>
                    <a:pt x="2259" y="326"/>
                    <a:pt x="2202" y="364"/>
                    <a:pt x="2202" y="422"/>
                  </a:cubicBezTo>
                  <a:cubicBezTo>
                    <a:pt x="2106" y="805"/>
                    <a:pt x="1781" y="1857"/>
                    <a:pt x="1283" y="1972"/>
                  </a:cubicBezTo>
                  <a:cubicBezTo>
                    <a:pt x="1266" y="1976"/>
                    <a:pt x="1248" y="1978"/>
                    <a:pt x="1230" y="1978"/>
                  </a:cubicBezTo>
                  <a:cubicBezTo>
                    <a:pt x="827" y="1978"/>
                    <a:pt x="434" y="966"/>
                    <a:pt x="269" y="288"/>
                  </a:cubicBezTo>
                  <a:cubicBezTo>
                    <a:pt x="253" y="224"/>
                    <a:pt x="211" y="187"/>
                    <a:pt x="164" y="187"/>
                  </a:cubicBezTo>
                  <a:cubicBezTo>
                    <a:pt x="155" y="187"/>
                    <a:pt x="145" y="189"/>
                    <a:pt x="135" y="192"/>
                  </a:cubicBezTo>
                  <a:cubicBezTo>
                    <a:pt x="58" y="211"/>
                    <a:pt x="1" y="269"/>
                    <a:pt x="39" y="345"/>
                  </a:cubicBezTo>
                  <a:cubicBezTo>
                    <a:pt x="77" y="537"/>
                    <a:pt x="518" y="2202"/>
                    <a:pt x="1226" y="2202"/>
                  </a:cubicBezTo>
                  <a:cubicBezTo>
                    <a:pt x="1245" y="2202"/>
                    <a:pt x="1302" y="2202"/>
                    <a:pt x="1322" y="2221"/>
                  </a:cubicBezTo>
                  <a:cubicBezTo>
                    <a:pt x="1877" y="2106"/>
                    <a:pt x="2202" y="1226"/>
                    <a:pt x="2355" y="766"/>
                  </a:cubicBezTo>
                  <a:cubicBezTo>
                    <a:pt x="2578" y="1139"/>
                    <a:pt x="3073" y="1782"/>
                    <a:pt x="3646" y="1782"/>
                  </a:cubicBezTo>
                  <a:cubicBezTo>
                    <a:pt x="3662" y="1782"/>
                    <a:pt x="3679" y="1782"/>
                    <a:pt x="3695" y="1781"/>
                  </a:cubicBezTo>
                  <a:cubicBezTo>
                    <a:pt x="4288" y="1723"/>
                    <a:pt x="4652" y="1034"/>
                    <a:pt x="4824" y="594"/>
                  </a:cubicBezTo>
                  <a:cubicBezTo>
                    <a:pt x="5035" y="1073"/>
                    <a:pt x="5513" y="1934"/>
                    <a:pt x="6183" y="1934"/>
                  </a:cubicBezTo>
                  <a:cubicBezTo>
                    <a:pt x="6796" y="1934"/>
                    <a:pt x="7064" y="1245"/>
                    <a:pt x="7179" y="747"/>
                  </a:cubicBezTo>
                  <a:cubicBezTo>
                    <a:pt x="7351" y="1168"/>
                    <a:pt x="7638" y="1819"/>
                    <a:pt x="8078" y="2068"/>
                  </a:cubicBezTo>
                  <a:cubicBezTo>
                    <a:pt x="8185" y="2148"/>
                    <a:pt x="8329" y="2182"/>
                    <a:pt x="8471" y="2182"/>
                  </a:cubicBezTo>
                  <a:cubicBezTo>
                    <a:pt x="8533" y="2182"/>
                    <a:pt x="8594" y="2175"/>
                    <a:pt x="8652" y="2164"/>
                  </a:cubicBezTo>
                  <a:cubicBezTo>
                    <a:pt x="9322" y="1991"/>
                    <a:pt x="9629" y="1302"/>
                    <a:pt x="9801" y="786"/>
                  </a:cubicBezTo>
                  <a:cubicBezTo>
                    <a:pt x="9935" y="1226"/>
                    <a:pt x="10222" y="1800"/>
                    <a:pt x="10873" y="1972"/>
                  </a:cubicBezTo>
                  <a:cubicBezTo>
                    <a:pt x="10965" y="1992"/>
                    <a:pt x="11051" y="2003"/>
                    <a:pt x="11132" y="2003"/>
                  </a:cubicBezTo>
                  <a:cubicBezTo>
                    <a:pt x="11286" y="2003"/>
                    <a:pt x="11424" y="1964"/>
                    <a:pt x="11562" y="1877"/>
                  </a:cubicBezTo>
                  <a:cubicBezTo>
                    <a:pt x="11849" y="1685"/>
                    <a:pt x="12040" y="1302"/>
                    <a:pt x="12136" y="977"/>
                  </a:cubicBezTo>
                  <a:cubicBezTo>
                    <a:pt x="12289" y="1436"/>
                    <a:pt x="12576" y="2068"/>
                    <a:pt x="13170" y="2125"/>
                  </a:cubicBezTo>
                  <a:cubicBezTo>
                    <a:pt x="13210" y="2133"/>
                    <a:pt x="13249" y="2137"/>
                    <a:pt x="13289" y="2137"/>
                  </a:cubicBezTo>
                  <a:cubicBezTo>
                    <a:pt x="13438" y="2137"/>
                    <a:pt x="13580" y="2082"/>
                    <a:pt x="13686" y="1991"/>
                  </a:cubicBezTo>
                  <a:cubicBezTo>
                    <a:pt x="13954" y="1781"/>
                    <a:pt x="14107" y="1341"/>
                    <a:pt x="14165" y="1015"/>
                  </a:cubicBezTo>
                  <a:cubicBezTo>
                    <a:pt x="14337" y="1494"/>
                    <a:pt x="14682" y="2087"/>
                    <a:pt x="15179" y="2164"/>
                  </a:cubicBezTo>
                  <a:cubicBezTo>
                    <a:pt x="15197" y="2165"/>
                    <a:pt x="15215" y="2166"/>
                    <a:pt x="15232" y="2166"/>
                  </a:cubicBezTo>
                  <a:cubicBezTo>
                    <a:pt x="15795" y="2166"/>
                    <a:pt x="16161" y="1283"/>
                    <a:pt x="16347" y="671"/>
                  </a:cubicBezTo>
                  <a:cubicBezTo>
                    <a:pt x="16519" y="1226"/>
                    <a:pt x="16883" y="2068"/>
                    <a:pt x="17610" y="2068"/>
                  </a:cubicBezTo>
                  <a:cubicBezTo>
                    <a:pt x="17859" y="2068"/>
                    <a:pt x="18050" y="1972"/>
                    <a:pt x="18223" y="1800"/>
                  </a:cubicBezTo>
                  <a:cubicBezTo>
                    <a:pt x="18720" y="1302"/>
                    <a:pt x="18701" y="173"/>
                    <a:pt x="18701" y="116"/>
                  </a:cubicBezTo>
                  <a:cubicBezTo>
                    <a:pt x="18701" y="58"/>
                    <a:pt x="18644" y="1"/>
                    <a:pt x="185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44"/>
            <p:cNvSpPr/>
            <p:nvPr/>
          </p:nvSpPr>
          <p:spPr>
            <a:xfrm>
              <a:off x="2221011" y="1822014"/>
              <a:ext cx="143363" cy="11379"/>
            </a:xfrm>
            <a:custGeom>
              <a:rect b="b" l="l" r="r" t="t"/>
              <a:pathLst>
                <a:path extrusionOk="0" h="269" w="3389">
                  <a:moveTo>
                    <a:pt x="3254" y="0"/>
                  </a:moveTo>
                  <a:lnTo>
                    <a:pt x="134" y="20"/>
                  </a:lnTo>
                  <a:cubicBezTo>
                    <a:pt x="58" y="20"/>
                    <a:pt x="0" y="77"/>
                    <a:pt x="0" y="134"/>
                  </a:cubicBezTo>
                  <a:cubicBezTo>
                    <a:pt x="0" y="211"/>
                    <a:pt x="58" y="268"/>
                    <a:pt x="134" y="268"/>
                  </a:cubicBezTo>
                  <a:lnTo>
                    <a:pt x="3254" y="230"/>
                  </a:lnTo>
                  <a:cubicBezTo>
                    <a:pt x="3331" y="230"/>
                    <a:pt x="3388" y="192"/>
                    <a:pt x="3388" y="115"/>
                  </a:cubicBezTo>
                  <a:cubicBezTo>
                    <a:pt x="3388" y="39"/>
                    <a:pt x="3331" y="0"/>
                    <a:pt x="3254" y="0"/>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97" name="Google Shape;3797;p44"/>
            <p:cNvGrpSpPr/>
            <p:nvPr/>
          </p:nvGrpSpPr>
          <p:grpSpPr>
            <a:xfrm>
              <a:off x="2221011" y="1690034"/>
              <a:ext cx="145774" cy="176564"/>
              <a:chOff x="2221011" y="1690034"/>
              <a:chExt cx="145774" cy="176564"/>
            </a:xfrm>
          </p:grpSpPr>
          <p:sp>
            <p:nvSpPr>
              <p:cNvPr id="3798" name="Google Shape;3798;p44"/>
              <p:cNvSpPr/>
              <p:nvPr/>
            </p:nvSpPr>
            <p:spPr>
              <a:xfrm>
                <a:off x="2229091" y="1728105"/>
                <a:ext cx="133634" cy="12986"/>
              </a:xfrm>
              <a:custGeom>
                <a:rect b="b" l="l" r="r" t="t"/>
                <a:pathLst>
                  <a:path extrusionOk="0" h="307" w="3159">
                    <a:moveTo>
                      <a:pt x="3044" y="0"/>
                    </a:moveTo>
                    <a:lnTo>
                      <a:pt x="135" y="58"/>
                    </a:lnTo>
                    <a:cubicBezTo>
                      <a:pt x="58" y="58"/>
                      <a:pt x="1" y="115"/>
                      <a:pt x="1" y="192"/>
                    </a:cubicBezTo>
                    <a:cubicBezTo>
                      <a:pt x="1" y="249"/>
                      <a:pt x="58" y="306"/>
                      <a:pt x="135" y="306"/>
                    </a:cubicBezTo>
                    <a:lnTo>
                      <a:pt x="3044" y="230"/>
                    </a:lnTo>
                    <a:cubicBezTo>
                      <a:pt x="3121" y="230"/>
                      <a:pt x="3159" y="192"/>
                      <a:pt x="3159" y="115"/>
                    </a:cubicBezTo>
                    <a:cubicBezTo>
                      <a:pt x="3159" y="38"/>
                      <a:pt x="3121" y="0"/>
                      <a:pt x="30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44"/>
              <p:cNvSpPr/>
              <p:nvPr/>
            </p:nvSpPr>
            <p:spPr>
              <a:xfrm>
                <a:off x="2221011" y="1776667"/>
                <a:ext cx="145774" cy="12986"/>
              </a:xfrm>
              <a:custGeom>
                <a:rect b="b" l="l" r="r" t="t"/>
                <a:pathLst>
                  <a:path extrusionOk="0" h="307" w="3446">
                    <a:moveTo>
                      <a:pt x="134" y="1"/>
                    </a:moveTo>
                    <a:cubicBezTo>
                      <a:pt x="58" y="1"/>
                      <a:pt x="0" y="39"/>
                      <a:pt x="0" y="115"/>
                    </a:cubicBezTo>
                    <a:cubicBezTo>
                      <a:pt x="0" y="192"/>
                      <a:pt x="58" y="230"/>
                      <a:pt x="134" y="230"/>
                    </a:cubicBezTo>
                    <a:lnTo>
                      <a:pt x="3331" y="307"/>
                    </a:lnTo>
                    <a:cubicBezTo>
                      <a:pt x="3407" y="307"/>
                      <a:pt x="3446" y="230"/>
                      <a:pt x="3446" y="192"/>
                    </a:cubicBezTo>
                    <a:cubicBezTo>
                      <a:pt x="3446" y="115"/>
                      <a:pt x="3407" y="58"/>
                      <a:pt x="3331" y="58"/>
                    </a:cubicBezTo>
                    <a:lnTo>
                      <a:pt x="1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44"/>
              <p:cNvSpPr/>
              <p:nvPr/>
            </p:nvSpPr>
            <p:spPr>
              <a:xfrm>
                <a:off x="2263905" y="1822818"/>
                <a:ext cx="12183" cy="43781"/>
              </a:xfrm>
              <a:custGeom>
                <a:rect b="b" l="l" r="r" t="t"/>
                <a:pathLst>
                  <a:path extrusionOk="0" h="1035" w="288">
                    <a:moveTo>
                      <a:pt x="116" y="1"/>
                    </a:moveTo>
                    <a:cubicBezTo>
                      <a:pt x="39" y="1"/>
                      <a:pt x="1" y="39"/>
                      <a:pt x="1" y="115"/>
                    </a:cubicBezTo>
                    <a:lnTo>
                      <a:pt x="39" y="919"/>
                    </a:lnTo>
                    <a:cubicBezTo>
                      <a:pt x="39" y="977"/>
                      <a:pt x="96" y="1034"/>
                      <a:pt x="173" y="1034"/>
                    </a:cubicBezTo>
                    <a:cubicBezTo>
                      <a:pt x="230" y="1034"/>
                      <a:pt x="288" y="958"/>
                      <a:pt x="288" y="919"/>
                    </a:cubicBezTo>
                    <a:lnTo>
                      <a:pt x="230" y="115"/>
                    </a:lnTo>
                    <a:cubicBezTo>
                      <a:pt x="230"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44"/>
              <p:cNvSpPr/>
              <p:nvPr/>
            </p:nvSpPr>
            <p:spPr>
              <a:xfrm>
                <a:off x="2317331" y="1780728"/>
                <a:ext cx="13029" cy="53467"/>
              </a:xfrm>
              <a:custGeom>
                <a:rect b="b" l="l" r="r" t="t"/>
                <a:pathLst>
                  <a:path extrusionOk="0" h="1264" w="308">
                    <a:moveTo>
                      <a:pt x="116" y="0"/>
                    </a:moveTo>
                    <a:cubicBezTo>
                      <a:pt x="58" y="0"/>
                      <a:pt x="1" y="39"/>
                      <a:pt x="1" y="115"/>
                    </a:cubicBezTo>
                    <a:lnTo>
                      <a:pt x="78" y="1149"/>
                    </a:lnTo>
                    <a:cubicBezTo>
                      <a:pt x="78" y="1206"/>
                      <a:pt x="116" y="1264"/>
                      <a:pt x="192" y="1264"/>
                    </a:cubicBezTo>
                    <a:cubicBezTo>
                      <a:pt x="269" y="1264"/>
                      <a:pt x="307" y="1206"/>
                      <a:pt x="307" y="1149"/>
                    </a:cubicBezTo>
                    <a:lnTo>
                      <a:pt x="250" y="115"/>
                    </a:lnTo>
                    <a:cubicBezTo>
                      <a:pt x="250" y="39"/>
                      <a:pt x="173"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44"/>
              <p:cNvSpPr/>
              <p:nvPr/>
            </p:nvSpPr>
            <p:spPr>
              <a:xfrm>
                <a:off x="2252568" y="1732970"/>
                <a:ext cx="12183" cy="48603"/>
              </a:xfrm>
              <a:custGeom>
                <a:rect b="b" l="l" r="r" t="t"/>
                <a:pathLst>
                  <a:path extrusionOk="0" h="1149" w="288">
                    <a:moveTo>
                      <a:pt x="116" y="0"/>
                    </a:moveTo>
                    <a:cubicBezTo>
                      <a:pt x="58" y="0"/>
                      <a:pt x="1" y="38"/>
                      <a:pt x="1" y="115"/>
                    </a:cubicBezTo>
                    <a:lnTo>
                      <a:pt x="58" y="1034"/>
                    </a:lnTo>
                    <a:cubicBezTo>
                      <a:pt x="58" y="1091"/>
                      <a:pt x="96" y="1148"/>
                      <a:pt x="173" y="1148"/>
                    </a:cubicBezTo>
                    <a:cubicBezTo>
                      <a:pt x="250" y="1148"/>
                      <a:pt x="288" y="1091"/>
                      <a:pt x="288" y="1034"/>
                    </a:cubicBezTo>
                    <a:lnTo>
                      <a:pt x="250" y="115"/>
                    </a:lnTo>
                    <a:cubicBezTo>
                      <a:pt x="250" y="3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44"/>
              <p:cNvSpPr/>
              <p:nvPr/>
            </p:nvSpPr>
            <p:spPr>
              <a:xfrm>
                <a:off x="2315724" y="1690034"/>
                <a:ext cx="9772" cy="47799"/>
              </a:xfrm>
              <a:custGeom>
                <a:rect b="b" l="l" r="r" t="t"/>
                <a:pathLst>
                  <a:path extrusionOk="0" h="1130" w="231">
                    <a:moveTo>
                      <a:pt x="116" y="1"/>
                    </a:moveTo>
                    <a:cubicBezTo>
                      <a:pt x="39" y="1"/>
                      <a:pt x="1" y="58"/>
                      <a:pt x="1" y="135"/>
                    </a:cubicBezTo>
                    <a:lnTo>
                      <a:pt x="1" y="1015"/>
                    </a:lnTo>
                    <a:cubicBezTo>
                      <a:pt x="1" y="1092"/>
                      <a:pt x="39" y="1130"/>
                      <a:pt x="116" y="1130"/>
                    </a:cubicBezTo>
                    <a:cubicBezTo>
                      <a:pt x="192" y="1130"/>
                      <a:pt x="230" y="1092"/>
                      <a:pt x="230" y="1015"/>
                    </a:cubicBezTo>
                    <a:lnTo>
                      <a:pt x="230" y="135"/>
                    </a:lnTo>
                    <a:cubicBezTo>
                      <a:pt x="230" y="58"/>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04" name="Google Shape;3804;p44"/>
            <p:cNvSpPr/>
            <p:nvPr/>
          </p:nvSpPr>
          <p:spPr>
            <a:xfrm>
              <a:off x="2204006" y="1599341"/>
              <a:ext cx="181393" cy="104481"/>
            </a:xfrm>
            <a:custGeom>
              <a:rect b="b" l="l" r="r" t="t"/>
              <a:pathLst>
                <a:path extrusionOk="0" h="2470" w="4288">
                  <a:moveTo>
                    <a:pt x="2374" y="1"/>
                  </a:moveTo>
                  <a:lnTo>
                    <a:pt x="0" y="2145"/>
                  </a:lnTo>
                  <a:lnTo>
                    <a:pt x="4288" y="2470"/>
                  </a:lnTo>
                  <a:lnTo>
                    <a:pt x="23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44"/>
            <p:cNvSpPr/>
            <p:nvPr/>
          </p:nvSpPr>
          <p:spPr>
            <a:xfrm>
              <a:off x="1731163" y="3608941"/>
              <a:ext cx="12183" cy="101266"/>
            </a:xfrm>
            <a:custGeom>
              <a:rect b="b" l="l" r="r" t="t"/>
              <a:pathLst>
                <a:path extrusionOk="0" h="2394" w="288">
                  <a:moveTo>
                    <a:pt x="172" y="1"/>
                  </a:moveTo>
                  <a:cubicBezTo>
                    <a:pt x="96" y="1"/>
                    <a:pt x="58" y="58"/>
                    <a:pt x="58" y="135"/>
                  </a:cubicBezTo>
                  <a:lnTo>
                    <a:pt x="0" y="2278"/>
                  </a:lnTo>
                  <a:cubicBezTo>
                    <a:pt x="0" y="2355"/>
                    <a:pt x="58" y="2393"/>
                    <a:pt x="134" y="2393"/>
                  </a:cubicBezTo>
                  <a:cubicBezTo>
                    <a:pt x="192" y="2393"/>
                    <a:pt x="249" y="2336"/>
                    <a:pt x="249" y="2278"/>
                  </a:cubicBezTo>
                  <a:lnTo>
                    <a:pt x="287" y="135"/>
                  </a:lnTo>
                  <a:cubicBezTo>
                    <a:pt x="287" y="58"/>
                    <a:pt x="249" y="1"/>
                    <a:pt x="172"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44"/>
            <p:cNvSpPr/>
            <p:nvPr/>
          </p:nvSpPr>
          <p:spPr>
            <a:xfrm>
              <a:off x="1584589" y="3615413"/>
              <a:ext cx="14637" cy="89126"/>
            </a:xfrm>
            <a:custGeom>
              <a:rect b="b" l="l" r="r" t="t"/>
              <a:pathLst>
                <a:path extrusionOk="0" h="2107" w="346">
                  <a:moveTo>
                    <a:pt x="116" y="1"/>
                  </a:moveTo>
                  <a:cubicBezTo>
                    <a:pt x="58" y="1"/>
                    <a:pt x="1" y="39"/>
                    <a:pt x="1" y="116"/>
                  </a:cubicBezTo>
                  <a:lnTo>
                    <a:pt x="96" y="1992"/>
                  </a:lnTo>
                  <a:cubicBezTo>
                    <a:pt x="96" y="2049"/>
                    <a:pt x="154" y="2106"/>
                    <a:pt x="211" y="2106"/>
                  </a:cubicBezTo>
                  <a:cubicBezTo>
                    <a:pt x="288" y="2106"/>
                    <a:pt x="345" y="2030"/>
                    <a:pt x="345" y="1992"/>
                  </a:cubicBezTo>
                  <a:lnTo>
                    <a:pt x="250" y="116"/>
                  </a:lnTo>
                  <a:cubicBezTo>
                    <a:pt x="250" y="39"/>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44"/>
            <p:cNvSpPr/>
            <p:nvPr/>
          </p:nvSpPr>
          <p:spPr>
            <a:xfrm>
              <a:off x="1782982" y="3706107"/>
              <a:ext cx="10576" cy="83458"/>
            </a:xfrm>
            <a:custGeom>
              <a:rect b="b" l="l" r="r" t="t"/>
              <a:pathLst>
                <a:path extrusionOk="0" h="1973" w="250">
                  <a:moveTo>
                    <a:pt x="115" y="1"/>
                  </a:moveTo>
                  <a:cubicBezTo>
                    <a:pt x="58" y="1"/>
                    <a:pt x="0" y="58"/>
                    <a:pt x="0" y="135"/>
                  </a:cubicBezTo>
                  <a:lnTo>
                    <a:pt x="0" y="1857"/>
                  </a:lnTo>
                  <a:cubicBezTo>
                    <a:pt x="0" y="1915"/>
                    <a:pt x="58" y="1972"/>
                    <a:pt x="115" y="1972"/>
                  </a:cubicBezTo>
                  <a:cubicBezTo>
                    <a:pt x="192" y="1972"/>
                    <a:pt x="249" y="1915"/>
                    <a:pt x="249" y="1857"/>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44"/>
            <p:cNvSpPr/>
            <p:nvPr/>
          </p:nvSpPr>
          <p:spPr>
            <a:xfrm>
              <a:off x="1640469" y="3704500"/>
              <a:ext cx="12987" cy="85869"/>
            </a:xfrm>
            <a:custGeom>
              <a:rect b="b" l="l" r="r" t="t"/>
              <a:pathLst>
                <a:path extrusionOk="0" h="2030" w="307">
                  <a:moveTo>
                    <a:pt x="115" y="0"/>
                  </a:moveTo>
                  <a:cubicBezTo>
                    <a:pt x="39" y="0"/>
                    <a:pt x="0" y="39"/>
                    <a:pt x="0" y="115"/>
                  </a:cubicBezTo>
                  <a:lnTo>
                    <a:pt x="77" y="1914"/>
                  </a:lnTo>
                  <a:cubicBezTo>
                    <a:pt x="77" y="1991"/>
                    <a:pt x="115" y="2029"/>
                    <a:pt x="192" y="2029"/>
                  </a:cubicBezTo>
                  <a:cubicBezTo>
                    <a:pt x="268" y="2029"/>
                    <a:pt x="307" y="1953"/>
                    <a:pt x="307" y="1914"/>
                  </a:cubicBezTo>
                  <a:lnTo>
                    <a:pt x="230" y="115"/>
                  </a:lnTo>
                  <a:cubicBezTo>
                    <a:pt x="230"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44"/>
            <p:cNvSpPr/>
            <p:nvPr/>
          </p:nvSpPr>
          <p:spPr>
            <a:xfrm>
              <a:off x="2445292" y="3532038"/>
              <a:ext cx="14594" cy="86673"/>
            </a:xfrm>
            <a:custGeom>
              <a:rect b="b" l="l" r="r" t="t"/>
              <a:pathLst>
                <a:path extrusionOk="0" h="2049" w="345">
                  <a:moveTo>
                    <a:pt x="115" y="0"/>
                  </a:moveTo>
                  <a:cubicBezTo>
                    <a:pt x="38" y="0"/>
                    <a:pt x="0" y="58"/>
                    <a:pt x="0" y="134"/>
                  </a:cubicBezTo>
                  <a:lnTo>
                    <a:pt x="115" y="1914"/>
                  </a:lnTo>
                  <a:cubicBezTo>
                    <a:pt x="115" y="1991"/>
                    <a:pt x="153" y="2048"/>
                    <a:pt x="230" y="2048"/>
                  </a:cubicBezTo>
                  <a:cubicBezTo>
                    <a:pt x="306" y="2048"/>
                    <a:pt x="345" y="1991"/>
                    <a:pt x="345" y="1914"/>
                  </a:cubicBezTo>
                  <a:lnTo>
                    <a:pt x="230" y="134"/>
                  </a:lnTo>
                  <a:cubicBezTo>
                    <a:pt x="230" y="5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44"/>
            <p:cNvSpPr/>
            <p:nvPr/>
          </p:nvSpPr>
          <p:spPr>
            <a:xfrm>
              <a:off x="1937210" y="3289607"/>
              <a:ext cx="286684" cy="453541"/>
            </a:xfrm>
            <a:custGeom>
              <a:rect b="b" l="l" r="r" t="t"/>
              <a:pathLst>
                <a:path extrusionOk="0" h="10722" w="6777">
                  <a:moveTo>
                    <a:pt x="3705" y="1"/>
                  </a:moveTo>
                  <a:cubicBezTo>
                    <a:pt x="1929" y="1"/>
                    <a:pt x="389" y="1310"/>
                    <a:pt x="230" y="1553"/>
                  </a:cubicBezTo>
                  <a:cubicBezTo>
                    <a:pt x="1" y="1936"/>
                    <a:pt x="671" y="10722"/>
                    <a:pt x="671" y="10722"/>
                  </a:cubicBezTo>
                  <a:lnTo>
                    <a:pt x="6145" y="10588"/>
                  </a:lnTo>
                  <a:lnTo>
                    <a:pt x="6777" y="1745"/>
                  </a:lnTo>
                  <a:cubicBezTo>
                    <a:pt x="5820" y="432"/>
                    <a:pt x="4724" y="1"/>
                    <a:pt x="37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44"/>
            <p:cNvSpPr/>
            <p:nvPr/>
          </p:nvSpPr>
          <p:spPr>
            <a:xfrm>
              <a:off x="2508448" y="3440540"/>
              <a:ext cx="11379" cy="95598"/>
            </a:xfrm>
            <a:custGeom>
              <a:rect b="b" l="l" r="r" t="t"/>
              <a:pathLst>
                <a:path extrusionOk="0" h="2260" w="269">
                  <a:moveTo>
                    <a:pt x="153" y="1"/>
                  </a:moveTo>
                  <a:cubicBezTo>
                    <a:pt x="77" y="1"/>
                    <a:pt x="19" y="39"/>
                    <a:pt x="19" y="115"/>
                  </a:cubicBezTo>
                  <a:lnTo>
                    <a:pt x="0" y="2144"/>
                  </a:lnTo>
                  <a:cubicBezTo>
                    <a:pt x="0" y="2221"/>
                    <a:pt x="58" y="2259"/>
                    <a:pt x="134" y="2259"/>
                  </a:cubicBezTo>
                  <a:cubicBezTo>
                    <a:pt x="192" y="2259"/>
                    <a:pt x="249" y="2221"/>
                    <a:pt x="249" y="2144"/>
                  </a:cubicBezTo>
                  <a:lnTo>
                    <a:pt x="268" y="115"/>
                  </a:lnTo>
                  <a:cubicBezTo>
                    <a:pt x="268" y="39"/>
                    <a:pt x="211" y="1"/>
                    <a:pt x="15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44"/>
            <p:cNvSpPr/>
            <p:nvPr/>
          </p:nvSpPr>
          <p:spPr>
            <a:xfrm>
              <a:off x="1535223" y="3377385"/>
              <a:ext cx="1108495" cy="408110"/>
            </a:xfrm>
            <a:custGeom>
              <a:rect b="b" l="l" r="r" t="t"/>
              <a:pathLst>
                <a:path extrusionOk="0" h="9648" w="26204">
                  <a:moveTo>
                    <a:pt x="26031" y="1"/>
                  </a:moveTo>
                  <a:lnTo>
                    <a:pt x="0" y="115"/>
                  </a:lnTo>
                  <a:lnTo>
                    <a:pt x="0" y="9647"/>
                  </a:lnTo>
                  <a:lnTo>
                    <a:pt x="26204" y="9456"/>
                  </a:lnTo>
                  <a:lnTo>
                    <a:pt x="260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44"/>
            <p:cNvSpPr/>
            <p:nvPr/>
          </p:nvSpPr>
          <p:spPr>
            <a:xfrm>
              <a:off x="1532770" y="3433265"/>
              <a:ext cx="1113402" cy="15397"/>
            </a:xfrm>
            <a:custGeom>
              <a:rect b="b" l="l" r="r" t="t"/>
              <a:pathLst>
                <a:path extrusionOk="0" h="364" w="26320">
                  <a:moveTo>
                    <a:pt x="116" y="0"/>
                  </a:moveTo>
                  <a:cubicBezTo>
                    <a:pt x="58" y="0"/>
                    <a:pt x="1" y="39"/>
                    <a:pt x="1" y="115"/>
                  </a:cubicBezTo>
                  <a:cubicBezTo>
                    <a:pt x="1" y="192"/>
                    <a:pt x="58" y="230"/>
                    <a:pt x="116" y="230"/>
                  </a:cubicBezTo>
                  <a:lnTo>
                    <a:pt x="26204" y="364"/>
                  </a:lnTo>
                  <a:cubicBezTo>
                    <a:pt x="26262" y="364"/>
                    <a:pt x="26319" y="307"/>
                    <a:pt x="26319" y="230"/>
                  </a:cubicBezTo>
                  <a:cubicBezTo>
                    <a:pt x="26319" y="173"/>
                    <a:pt x="26281" y="115"/>
                    <a:pt x="26204"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44"/>
            <p:cNvSpPr/>
            <p:nvPr/>
          </p:nvSpPr>
          <p:spPr>
            <a:xfrm>
              <a:off x="1531966" y="3518290"/>
              <a:ext cx="1112556" cy="21065"/>
            </a:xfrm>
            <a:custGeom>
              <a:rect b="b" l="l" r="r" t="t"/>
              <a:pathLst>
                <a:path extrusionOk="0" h="498" w="26300">
                  <a:moveTo>
                    <a:pt x="115" y="0"/>
                  </a:moveTo>
                  <a:cubicBezTo>
                    <a:pt x="58" y="0"/>
                    <a:pt x="1" y="38"/>
                    <a:pt x="1" y="115"/>
                  </a:cubicBezTo>
                  <a:cubicBezTo>
                    <a:pt x="1" y="191"/>
                    <a:pt x="58" y="230"/>
                    <a:pt x="115" y="230"/>
                  </a:cubicBezTo>
                  <a:lnTo>
                    <a:pt x="26185" y="498"/>
                  </a:lnTo>
                  <a:cubicBezTo>
                    <a:pt x="26223" y="498"/>
                    <a:pt x="26300" y="421"/>
                    <a:pt x="26300" y="383"/>
                  </a:cubicBezTo>
                  <a:cubicBezTo>
                    <a:pt x="26300" y="306"/>
                    <a:pt x="26242" y="268"/>
                    <a:pt x="26185" y="268"/>
                  </a:cubicBezTo>
                  <a:lnTo>
                    <a:pt x="11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44"/>
            <p:cNvSpPr/>
            <p:nvPr/>
          </p:nvSpPr>
          <p:spPr>
            <a:xfrm>
              <a:off x="1531162" y="3608138"/>
              <a:ext cx="1110145" cy="11379"/>
            </a:xfrm>
            <a:custGeom>
              <a:rect b="b" l="l" r="r" t="t"/>
              <a:pathLst>
                <a:path extrusionOk="0" h="269" w="26243">
                  <a:moveTo>
                    <a:pt x="115" y="1"/>
                  </a:moveTo>
                  <a:cubicBezTo>
                    <a:pt x="39" y="1"/>
                    <a:pt x="0" y="39"/>
                    <a:pt x="0" y="115"/>
                  </a:cubicBezTo>
                  <a:cubicBezTo>
                    <a:pt x="0" y="192"/>
                    <a:pt x="39" y="230"/>
                    <a:pt x="115" y="230"/>
                  </a:cubicBezTo>
                  <a:lnTo>
                    <a:pt x="26127" y="269"/>
                  </a:lnTo>
                  <a:cubicBezTo>
                    <a:pt x="26204" y="269"/>
                    <a:pt x="26242" y="211"/>
                    <a:pt x="26242" y="154"/>
                  </a:cubicBezTo>
                  <a:cubicBezTo>
                    <a:pt x="26242" y="77"/>
                    <a:pt x="26185" y="20"/>
                    <a:pt x="26127" y="20"/>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44"/>
            <p:cNvSpPr/>
            <p:nvPr/>
          </p:nvSpPr>
          <p:spPr>
            <a:xfrm>
              <a:off x="1633997" y="3381446"/>
              <a:ext cx="12183" cy="64000"/>
            </a:xfrm>
            <a:custGeom>
              <a:rect b="b" l="l" r="r" t="t"/>
              <a:pathLst>
                <a:path extrusionOk="0" h="1513" w="288">
                  <a:moveTo>
                    <a:pt x="115" y="0"/>
                  </a:moveTo>
                  <a:cubicBezTo>
                    <a:pt x="58" y="0"/>
                    <a:pt x="0" y="58"/>
                    <a:pt x="0" y="115"/>
                  </a:cubicBezTo>
                  <a:lnTo>
                    <a:pt x="58" y="1398"/>
                  </a:lnTo>
                  <a:cubicBezTo>
                    <a:pt x="58" y="1455"/>
                    <a:pt x="96" y="1512"/>
                    <a:pt x="173" y="1512"/>
                  </a:cubicBezTo>
                  <a:cubicBezTo>
                    <a:pt x="249" y="1493"/>
                    <a:pt x="287" y="1436"/>
                    <a:pt x="287" y="1398"/>
                  </a:cubicBezTo>
                  <a:lnTo>
                    <a:pt x="249" y="115"/>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44"/>
            <p:cNvSpPr/>
            <p:nvPr/>
          </p:nvSpPr>
          <p:spPr>
            <a:xfrm>
              <a:off x="1731163" y="3438129"/>
              <a:ext cx="11379" cy="89888"/>
            </a:xfrm>
            <a:custGeom>
              <a:rect b="b" l="l" r="r" t="t"/>
              <a:pathLst>
                <a:path extrusionOk="0" h="2125" w="269">
                  <a:moveTo>
                    <a:pt x="153" y="0"/>
                  </a:moveTo>
                  <a:cubicBezTo>
                    <a:pt x="77" y="0"/>
                    <a:pt x="38" y="58"/>
                    <a:pt x="38" y="115"/>
                  </a:cubicBezTo>
                  <a:lnTo>
                    <a:pt x="0" y="2010"/>
                  </a:lnTo>
                  <a:cubicBezTo>
                    <a:pt x="0" y="2086"/>
                    <a:pt x="58" y="2125"/>
                    <a:pt x="134" y="2125"/>
                  </a:cubicBezTo>
                  <a:cubicBezTo>
                    <a:pt x="192" y="2125"/>
                    <a:pt x="249" y="2086"/>
                    <a:pt x="249" y="2010"/>
                  </a:cubicBezTo>
                  <a:lnTo>
                    <a:pt x="268" y="115"/>
                  </a:lnTo>
                  <a:cubicBezTo>
                    <a:pt x="268"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44"/>
            <p:cNvSpPr/>
            <p:nvPr/>
          </p:nvSpPr>
          <p:spPr>
            <a:xfrm>
              <a:off x="1821010" y="3379796"/>
              <a:ext cx="13029" cy="63196"/>
            </a:xfrm>
            <a:custGeom>
              <a:rect b="b" l="l" r="r" t="t"/>
              <a:pathLst>
                <a:path extrusionOk="0" h="1494" w="308">
                  <a:moveTo>
                    <a:pt x="135" y="1"/>
                  </a:moveTo>
                  <a:cubicBezTo>
                    <a:pt x="58" y="1"/>
                    <a:pt x="1" y="39"/>
                    <a:pt x="1" y="116"/>
                  </a:cubicBezTo>
                  <a:lnTo>
                    <a:pt x="58" y="1379"/>
                  </a:lnTo>
                  <a:cubicBezTo>
                    <a:pt x="58" y="1456"/>
                    <a:pt x="116" y="1494"/>
                    <a:pt x="173" y="1494"/>
                  </a:cubicBezTo>
                  <a:cubicBezTo>
                    <a:pt x="250" y="1494"/>
                    <a:pt x="307" y="1456"/>
                    <a:pt x="307" y="1379"/>
                  </a:cubicBezTo>
                  <a:lnTo>
                    <a:pt x="250" y="116"/>
                  </a:lnTo>
                  <a:cubicBezTo>
                    <a:pt x="250"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44"/>
            <p:cNvSpPr/>
            <p:nvPr/>
          </p:nvSpPr>
          <p:spPr>
            <a:xfrm>
              <a:off x="1892288" y="3438129"/>
              <a:ext cx="12183" cy="89084"/>
            </a:xfrm>
            <a:custGeom>
              <a:rect b="b" l="l" r="r" t="t"/>
              <a:pathLst>
                <a:path extrusionOk="0" h="2106" w="288">
                  <a:moveTo>
                    <a:pt x="115" y="0"/>
                  </a:moveTo>
                  <a:cubicBezTo>
                    <a:pt x="58" y="0"/>
                    <a:pt x="0" y="58"/>
                    <a:pt x="0" y="115"/>
                  </a:cubicBezTo>
                  <a:lnTo>
                    <a:pt x="58" y="1991"/>
                  </a:lnTo>
                  <a:cubicBezTo>
                    <a:pt x="58" y="2067"/>
                    <a:pt x="96" y="2106"/>
                    <a:pt x="172" y="2106"/>
                  </a:cubicBezTo>
                  <a:cubicBezTo>
                    <a:pt x="211" y="2106"/>
                    <a:pt x="287" y="2067"/>
                    <a:pt x="287" y="1991"/>
                  </a:cubicBezTo>
                  <a:lnTo>
                    <a:pt x="230" y="115"/>
                  </a:lnTo>
                  <a:cubicBezTo>
                    <a:pt x="230"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44"/>
            <p:cNvSpPr/>
            <p:nvPr/>
          </p:nvSpPr>
          <p:spPr>
            <a:xfrm>
              <a:off x="1580570" y="3444601"/>
              <a:ext cx="12183" cy="81004"/>
            </a:xfrm>
            <a:custGeom>
              <a:rect b="b" l="l" r="r" t="t"/>
              <a:pathLst>
                <a:path extrusionOk="0" h="1915" w="288">
                  <a:moveTo>
                    <a:pt x="115" y="0"/>
                  </a:moveTo>
                  <a:cubicBezTo>
                    <a:pt x="57" y="0"/>
                    <a:pt x="0" y="39"/>
                    <a:pt x="0" y="115"/>
                  </a:cubicBezTo>
                  <a:lnTo>
                    <a:pt x="57" y="1780"/>
                  </a:lnTo>
                  <a:cubicBezTo>
                    <a:pt x="57" y="1857"/>
                    <a:pt x="96" y="1914"/>
                    <a:pt x="172" y="1914"/>
                  </a:cubicBezTo>
                  <a:cubicBezTo>
                    <a:pt x="249" y="1914"/>
                    <a:pt x="287" y="1857"/>
                    <a:pt x="287" y="1780"/>
                  </a:cubicBezTo>
                  <a:lnTo>
                    <a:pt x="249" y="115"/>
                  </a:lnTo>
                  <a:cubicBezTo>
                    <a:pt x="249" y="39"/>
                    <a:pt x="191"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44"/>
            <p:cNvSpPr/>
            <p:nvPr/>
          </p:nvSpPr>
          <p:spPr>
            <a:xfrm>
              <a:off x="2272026" y="3373324"/>
              <a:ext cx="12987" cy="68061"/>
            </a:xfrm>
            <a:custGeom>
              <a:rect b="b" l="l" r="r" t="t"/>
              <a:pathLst>
                <a:path extrusionOk="0" h="1609" w="307">
                  <a:moveTo>
                    <a:pt x="192" y="1"/>
                  </a:moveTo>
                  <a:cubicBezTo>
                    <a:pt x="115" y="1"/>
                    <a:pt x="77" y="58"/>
                    <a:pt x="77" y="116"/>
                  </a:cubicBezTo>
                  <a:lnTo>
                    <a:pt x="0" y="1494"/>
                  </a:lnTo>
                  <a:cubicBezTo>
                    <a:pt x="0" y="1551"/>
                    <a:pt x="38" y="1609"/>
                    <a:pt x="115" y="1609"/>
                  </a:cubicBezTo>
                  <a:cubicBezTo>
                    <a:pt x="172" y="1609"/>
                    <a:pt x="211" y="1551"/>
                    <a:pt x="230" y="1494"/>
                  </a:cubicBezTo>
                  <a:lnTo>
                    <a:pt x="306" y="116"/>
                  </a:lnTo>
                  <a:cubicBezTo>
                    <a:pt x="306" y="58"/>
                    <a:pt x="249"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44"/>
            <p:cNvSpPr/>
            <p:nvPr/>
          </p:nvSpPr>
          <p:spPr>
            <a:xfrm>
              <a:off x="2348107" y="3437308"/>
              <a:ext cx="12183" cy="91537"/>
            </a:xfrm>
            <a:custGeom>
              <a:rect b="b" l="l" r="r" t="t"/>
              <a:pathLst>
                <a:path extrusionOk="0" h="2164" w="288">
                  <a:moveTo>
                    <a:pt x="116" y="0"/>
                  </a:moveTo>
                  <a:cubicBezTo>
                    <a:pt x="39" y="0"/>
                    <a:pt x="1" y="58"/>
                    <a:pt x="1" y="134"/>
                  </a:cubicBezTo>
                  <a:lnTo>
                    <a:pt x="39" y="2048"/>
                  </a:lnTo>
                  <a:cubicBezTo>
                    <a:pt x="39" y="2106"/>
                    <a:pt x="96" y="2163"/>
                    <a:pt x="173" y="2163"/>
                  </a:cubicBezTo>
                  <a:cubicBezTo>
                    <a:pt x="230" y="2163"/>
                    <a:pt x="288" y="2106"/>
                    <a:pt x="288" y="2048"/>
                  </a:cubicBezTo>
                  <a:lnTo>
                    <a:pt x="230" y="134"/>
                  </a:lnTo>
                  <a:cubicBezTo>
                    <a:pt x="23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44"/>
            <p:cNvSpPr/>
            <p:nvPr/>
          </p:nvSpPr>
          <p:spPr>
            <a:xfrm>
              <a:off x="2431502" y="3373324"/>
              <a:ext cx="12183" cy="73729"/>
            </a:xfrm>
            <a:custGeom>
              <a:rect b="b" l="l" r="r" t="t"/>
              <a:pathLst>
                <a:path extrusionOk="0" h="1743" w="288">
                  <a:moveTo>
                    <a:pt x="116" y="1"/>
                  </a:moveTo>
                  <a:cubicBezTo>
                    <a:pt x="58" y="1"/>
                    <a:pt x="1" y="39"/>
                    <a:pt x="1" y="116"/>
                  </a:cubicBezTo>
                  <a:lnTo>
                    <a:pt x="58" y="1628"/>
                  </a:lnTo>
                  <a:cubicBezTo>
                    <a:pt x="58" y="1704"/>
                    <a:pt x="97" y="1743"/>
                    <a:pt x="173" y="1743"/>
                  </a:cubicBezTo>
                  <a:cubicBezTo>
                    <a:pt x="250" y="1743"/>
                    <a:pt x="288" y="1704"/>
                    <a:pt x="288" y="1628"/>
                  </a:cubicBezTo>
                  <a:lnTo>
                    <a:pt x="250" y="116"/>
                  </a:lnTo>
                  <a:cubicBezTo>
                    <a:pt x="25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44"/>
            <p:cNvSpPr/>
            <p:nvPr/>
          </p:nvSpPr>
          <p:spPr>
            <a:xfrm>
              <a:off x="2577272" y="3382250"/>
              <a:ext cx="10533" cy="60743"/>
            </a:xfrm>
            <a:custGeom>
              <a:rect b="b" l="l" r="r" t="t"/>
              <a:pathLst>
                <a:path extrusionOk="0" h="1436" w="249">
                  <a:moveTo>
                    <a:pt x="134" y="0"/>
                  </a:moveTo>
                  <a:cubicBezTo>
                    <a:pt x="58" y="0"/>
                    <a:pt x="0" y="58"/>
                    <a:pt x="0" y="134"/>
                  </a:cubicBezTo>
                  <a:lnTo>
                    <a:pt x="0" y="1321"/>
                  </a:lnTo>
                  <a:cubicBezTo>
                    <a:pt x="0" y="1398"/>
                    <a:pt x="58" y="1436"/>
                    <a:pt x="134" y="1436"/>
                  </a:cubicBezTo>
                  <a:cubicBezTo>
                    <a:pt x="192" y="1436"/>
                    <a:pt x="249" y="1398"/>
                    <a:pt x="249" y="1321"/>
                  </a:cubicBezTo>
                  <a:lnTo>
                    <a:pt x="249" y="134"/>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44"/>
            <p:cNvSpPr/>
            <p:nvPr/>
          </p:nvSpPr>
          <p:spPr>
            <a:xfrm>
              <a:off x="1808066" y="3519094"/>
              <a:ext cx="13791" cy="93948"/>
            </a:xfrm>
            <a:custGeom>
              <a:rect b="b" l="l" r="r" t="t"/>
              <a:pathLst>
                <a:path extrusionOk="0" h="2221" w="326">
                  <a:moveTo>
                    <a:pt x="135" y="0"/>
                  </a:moveTo>
                  <a:cubicBezTo>
                    <a:pt x="58" y="0"/>
                    <a:pt x="1" y="58"/>
                    <a:pt x="1" y="115"/>
                  </a:cubicBezTo>
                  <a:lnTo>
                    <a:pt x="77" y="2106"/>
                  </a:lnTo>
                  <a:cubicBezTo>
                    <a:pt x="77" y="2182"/>
                    <a:pt x="135" y="2220"/>
                    <a:pt x="192" y="2220"/>
                  </a:cubicBezTo>
                  <a:cubicBezTo>
                    <a:pt x="269" y="2201"/>
                    <a:pt x="326" y="2163"/>
                    <a:pt x="326" y="2106"/>
                  </a:cubicBezTo>
                  <a:lnTo>
                    <a:pt x="249" y="115"/>
                  </a:lnTo>
                  <a:cubicBezTo>
                    <a:pt x="249"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44"/>
            <p:cNvSpPr/>
            <p:nvPr/>
          </p:nvSpPr>
          <p:spPr>
            <a:xfrm>
              <a:off x="1650198" y="3519094"/>
              <a:ext cx="11379" cy="96359"/>
            </a:xfrm>
            <a:custGeom>
              <a:rect b="b" l="l" r="r" t="t"/>
              <a:pathLst>
                <a:path extrusionOk="0" h="2278" w="269">
                  <a:moveTo>
                    <a:pt x="134" y="0"/>
                  </a:moveTo>
                  <a:cubicBezTo>
                    <a:pt x="58" y="0"/>
                    <a:pt x="0" y="58"/>
                    <a:pt x="0" y="115"/>
                  </a:cubicBezTo>
                  <a:lnTo>
                    <a:pt x="38" y="2163"/>
                  </a:lnTo>
                  <a:cubicBezTo>
                    <a:pt x="38" y="2220"/>
                    <a:pt x="77" y="2278"/>
                    <a:pt x="153" y="2278"/>
                  </a:cubicBezTo>
                  <a:cubicBezTo>
                    <a:pt x="230" y="2278"/>
                    <a:pt x="268" y="2220"/>
                    <a:pt x="268" y="2163"/>
                  </a:cubicBezTo>
                  <a:lnTo>
                    <a:pt x="249" y="115"/>
                  </a:lnTo>
                  <a:cubicBezTo>
                    <a:pt x="249" y="58"/>
                    <a:pt x="192" y="0"/>
                    <a:pt x="1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44"/>
            <p:cNvSpPr/>
            <p:nvPr/>
          </p:nvSpPr>
          <p:spPr>
            <a:xfrm>
              <a:off x="1883363" y="3610591"/>
              <a:ext cx="12183" cy="101224"/>
            </a:xfrm>
            <a:custGeom>
              <a:rect b="b" l="l" r="r" t="t"/>
              <a:pathLst>
                <a:path extrusionOk="0" h="2393" w="288">
                  <a:moveTo>
                    <a:pt x="173" y="0"/>
                  </a:moveTo>
                  <a:cubicBezTo>
                    <a:pt x="96" y="0"/>
                    <a:pt x="39" y="38"/>
                    <a:pt x="39" y="115"/>
                  </a:cubicBezTo>
                  <a:lnTo>
                    <a:pt x="1" y="2259"/>
                  </a:lnTo>
                  <a:cubicBezTo>
                    <a:pt x="1" y="2335"/>
                    <a:pt x="39" y="2393"/>
                    <a:pt x="115" y="2393"/>
                  </a:cubicBezTo>
                  <a:cubicBezTo>
                    <a:pt x="192" y="2393"/>
                    <a:pt x="230" y="2316"/>
                    <a:pt x="230" y="2259"/>
                  </a:cubicBezTo>
                  <a:lnTo>
                    <a:pt x="288" y="115"/>
                  </a:lnTo>
                  <a:cubicBezTo>
                    <a:pt x="288" y="38"/>
                    <a:pt x="230"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44"/>
            <p:cNvSpPr/>
            <p:nvPr/>
          </p:nvSpPr>
          <p:spPr>
            <a:xfrm>
              <a:off x="2265554" y="3525566"/>
              <a:ext cx="11337" cy="89084"/>
            </a:xfrm>
            <a:custGeom>
              <a:rect b="b" l="l" r="r" t="t"/>
              <a:pathLst>
                <a:path extrusionOk="0" h="2106" w="268">
                  <a:moveTo>
                    <a:pt x="153" y="0"/>
                  </a:moveTo>
                  <a:cubicBezTo>
                    <a:pt x="77" y="0"/>
                    <a:pt x="38" y="39"/>
                    <a:pt x="38" y="115"/>
                  </a:cubicBezTo>
                  <a:lnTo>
                    <a:pt x="0" y="1972"/>
                  </a:lnTo>
                  <a:cubicBezTo>
                    <a:pt x="0" y="2048"/>
                    <a:pt x="57" y="2106"/>
                    <a:pt x="134" y="2106"/>
                  </a:cubicBezTo>
                  <a:cubicBezTo>
                    <a:pt x="191" y="2106"/>
                    <a:pt x="249" y="2048"/>
                    <a:pt x="249" y="1972"/>
                  </a:cubicBezTo>
                  <a:lnTo>
                    <a:pt x="268" y="115"/>
                  </a:lnTo>
                  <a:cubicBezTo>
                    <a:pt x="268" y="39"/>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44"/>
            <p:cNvSpPr/>
            <p:nvPr/>
          </p:nvSpPr>
          <p:spPr>
            <a:xfrm>
              <a:off x="2601553" y="3532038"/>
              <a:ext cx="14594" cy="84262"/>
            </a:xfrm>
            <a:custGeom>
              <a:rect b="b" l="l" r="r" t="t"/>
              <a:pathLst>
                <a:path extrusionOk="0" h="1992" w="345">
                  <a:moveTo>
                    <a:pt x="230" y="0"/>
                  </a:moveTo>
                  <a:cubicBezTo>
                    <a:pt x="153" y="0"/>
                    <a:pt x="96" y="58"/>
                    <a:pt x="96" y="134"/>
                  </a:cubicBezTo>
                  <a:lnTo>
                    <a:pt x="0" y="1876"/>
                  </a:lnTo>
                  <a:cubicBezTo>
                    <a:pt x="0" y="1953"/>
                    <a:pt x="58" y="1991"/>
                    <a:pt x="134" y="1991"/>
                  </a:cubicBezTo>
                  <a:cubicBezTo>
                    <a:pt x="173" y="1991"/>
                    <a:pt x="211" y="1953"/>
                    <a:pt x="249" y="1876"/>
                  </a:cubicBezTo>
                  <a:lnTo>
                    <a:pt x="345" y="134"/>
                  </a:lnTo>
                  <a:cubicBezTo>
                    <a:pt x="345" y="58"/>
                    <a:pt x="287"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44"/>
            <p:cNvSpPr/>
            <p:nvPr/>
          </p:nvSpPr>
          <p:spPr>
            <a:xfrm>
              <a:off x="2535944" y="3612199"/>
              <a:ext cx="11379" cy="108542"/>
            </a:xfrm>
            <a:custGeom>
              <a:rect b="b" l="l" r="r" t="t"/>
              <a:pathLst>
                <a:path extrusionOk="0" h="2566" w="269">
                  <a:moveTo>
                    <a:pt x="116" y="0"/>
                  </a:moveTo>
                  <a:cubicBezTo>
                    <a:pt x="58" y="0"/>
                    <a:pt x="1" y="58"/>
                    <a:pt x="1" y="115"/>
                  </a:cubicBezTo>
                  <a:lnTo>
                    <a:pt x="20" y="2450"/>
                  </a:lnTo>
                  <a:cubicBezTo>
                    <a:pt x="20" y="2508"/>
                    <a:pt x="78" y="2565"/>
                    <a:pt x="154" y="2565"/>
                  </a:cubicBezTo>
                  <a:cubicBezTo>
                    <a:pt x="192" y="2565"/>
                    <a:pt x="269" y="2489"/>
                    <a:pt x="269" y="2450"/>
                  </a:cubicBezTo>
                  <a:lnTo>
                    <a:pt x="250" y="115"/>
                  </a:lnTo>
                  <a:cubicBezTo>
                    <a:pt x="250" y="58"/>
                    <a:pt x="192" y="0"/>
                    <a:pt x="116"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44"/>
            <p:cNvSpPr/>
            <p:nvPr/>
          </p:nvSpPr>
          <p:spPr>
            <a:xfrm>
              <a:off x="2365132" y="3611395"/>
              <a:ext cx="12987" cy="108542"/>
            </a:xfrm>
            <a:custGeom>
              <a:rect b="b" l="l" r="r" t="t"/>
              <a:pathLst>
                <a:path extrusionOk="0" h="2566" w="307">
                  <a:moveTo>
                    <a:pt x="115" y="0"/>
                  </a:moveTo>
                  <a:cubicBezTo>
                    <a:pt x="39" y="0"/>
                    <a:pt x="0" y="38"/>
                    <a:pt x="0" y="115"/>
                  </a:cubicBezTo>
                  <a:lnTo>
                    <a:pt x="58" y="2431"/>
                  </a:lnTo>
                  <a:cubicBezTo>
                    <a:pt x="58" y="2508"/>
                    <a:pt x="115" y="2565"/>
                    <a:pt x="192" y="2565"/>
                  </a:cubicBezTo>
                  <a:cubicBezTo>
                    <a:pt x="268" y="2565"/>
                    <a:pt x="307" y="2488"/>
                    <a:pt x="307" y="2431"/>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44"/>
            <p:cNvSpPr/>
            <p:nvPr/>
          </p:nvSpPr>
          <p:spPr>
            <a:xfrm>
              <a:off x="2459040" y="3716640"/>
              <a:ext cx="11379" cy="60743"/>
            </a:xfrm>
            <a:custGeom>
              <a:rect b="b" l="l" r="r" t="t"/>
              <a:pathLst>
                <a:path extrusionOk="0" h="1436" w="269">
                  <a:moveTo>
                    <a:pt x="115" y="0"/>
                  </a:moveTo>
                  <a:cubicBezTo>
                    <a:pt x="58" y="0"/>
                    <a:pt x="1" y="39"/>
                    <a:pt x="1" y="115"/>
                  </a:cubicBezTo>
                  <a:lnTo>
                    <a:pt x="20" y="1321"/>
                  </a:lnTo>
                  <a:cubicBezTo>
                    <a:pt x="20" y="1379"/>
                    <a:pt x="77" y="1436"/>
                    <a:pt x="154" y="1436"/>
                  </a:cubicBezTo>
                  <a:cubicBezTo>
                    <a:pt x="211" y="1436"/>
                    <a:pt x="269" y="1359"/>
                    <a:pt x="269" y="1321"/>
                  </a:cubicBezTo>
                  <a:lnTo>
                    <a:pt x="249" y="115"/>
                  </a:lnTo>
                  <a:cubicBezTo>
                    <a:pt x="249" y="39"/>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44"/>
            <p:cNvSpPr/>
            <p:nvPr/>
          </p:nvSpPr>
          <p:spPr>
            <a:xfrm>
              <a:off x="2336847" y="3559574"/>
              <a:ext cx="362786" cy="235103"/>
            </a:xfrm>
            <a:custGeom>
              <a:rect b="b" l="l" r="r" t="t"/>
              <a:pathLst>
                <a:path extrusionOk="0" h="5558" w="8576">
                  <a:moveTo>
                    <a:pt x="4387" y="1"/>
                  </a:moveTo>
                  <a:cubicBezTo>
                    <a:pt x="3888" y="1"/>
                    <a:pt x="3325" y="74"/>
                    <a:pt x="2757" y="236"/>
                  </a:cubicBezTo>
                  <a:cubicBezTo>
                    <a:pt x="1570" y="581"/>
                    <a:pt x="613" y="370"/>
                    <a:pt x="326" y="734"/>
                  </a:cubicBezTo>
                  <a:cubicBezTo>
                    <a:pt x="39" y="1098"/>
                    <a:pt x="1" y="5347"/>
                    <a:pt x="1" y="5347"/>
                  </a:cubicBezTo>
                  <a:cubicBezTo>
                    <a:pt x="1" y="5347"/>
                    <a:pt x="5018" y="5558"/>
                    <a:pt x="7255" y="5558"/>
                  </a:cubicBezTo>
                  <a:cubicBezTo>
                    <a:pt x="7876" y="5558"/>
                    <a:pt x="8283" y="5541"/>
                    <a:pt x="8308" y="5500"/>
                  </a:cubicBezTo>
                  <a:cubicBezTo>
                    <a:pt x="8423" y="5308"/>
                    <a:pt x="8576" y="1251"/>
                    <a:pt x="7982" y="657"/>
                  </a:cubicBezTo>
                  <a:cubicBezTo>
                    <a:pt x="7713" y="396"/>
                    <a:pt x="7365" y="346"/>
                    <a:pt x="7008" y="346"/>
                  </a:cubicBezTo>
                  <a:cubicBezTo>
                    <a:pt x="6789" y="346"/>
                    <a:pt x="6565" y="365"/>
                    <a:pt x="6355" y="365"/>
                  </a:cubicBezTo>
                  <a:cubicBezTo>
                    <a:pt x="6130" y="365"/>
                    <a:pt x="5920" y="344"/>
                    <a:pt x="5743" y="255"/>
                  </a:cubicBezTo>
                  <a:cubicBezTo>
                    <a:pt x="5429" y="93"/>
                    <a:pt x="4949" y="1"/>
                    <a:pt x="4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44"/>
            <p:cNvSpPr/>
            <p:nvPr/>
          </p:nvSpPr>
          <p:spPr>
            <a:xfrm>
              <a:off x="2310055" y="3588721"/>
              <a:ext cx="414607" cy="208116"/>
            </a:xfrm>
            <a:custGeom>
              <a:rect b="b" l="l" r="r" t="t"/>
              <a:pathLst>
                <a:path extrusionOk="0" h="4920" w="9801">
                  <a:moveTo>
                    <a:pt x="4920" y="249"/>
                  </a:moveTo>
                  <a:cubicBezTo>
                    <a:pt x="7044" y="249"/>
                    <a:pt x="8997" y="287"/>
                    <a:pt x="9284" y="326"/>
                  </a:cubicBezTo>
                  <a:cubicBezTo>
                    <a:pt x="9418" y="613"/>
                    <a:pt x="9341" y="2661"/>
                    <a:pt x="9188" y="4575"/>
                  </a:cubicBezTo>
                  <a:cubicBezTo>
                    <a:pt x="8212" y="4575"/>
                    <a:pt x="1053" y="4671"/>
                    <a:pt x="326" y="4671"/>
                  </a:cubicBezTo>
                  <a:cubicBezTo>
                    <a:pt x="250" y="4364"/>
                    <a:pt x="269" y="2852"/>
                    <a:pt x="269" y="1914"/>
                  </a:cubicBezTo>
                  <a:cubicBezTo>
                    <a:pt x="288" y="1149"/>
                    <a:pt x="288" y="651"/>
                    <a:pt x="269" y="440"/>
                  </a:cubicBezTo>
                  <a:cubicBezTo>
                    <a:pt x="537" y="345"/>
                    <a:pt x="1877" y="249"/>
                    <a:pt x="4920" y="249"/>
                  </a:cubicBezTo>
                  <a:close/>
                  <a:moveTo>
                    <a:pt x="4901" y="0"/>
                  </a:moveTo>
                  <a:cubicBezTo>
                    <a:pt x="288" y="0"/>
                    <a:pt x="116" y="211"/>
                    <a:pt x="58" y="287"/>
                  </a:cubicBezTo>
                  <a:cubicBezTo>
                    <a:pt x="39" y="326"/>
                    <a:pt x="39" y="364"/>
                    <a:pt x="39" y="421"/>
                  </a:cubicBezTo>
                  <a:cubicBezTo>
                    <a:pt x="58" y="555"/>
                    <a:pt x="39" y="1225"/>
                    <a:pt x="39" y="1914"/>
                  </a:cubicBezTo>
                  <a:cubicBezTo>
                    <a:pt x="1" y="3981"/>
                    <a:pt x="39" y="4728"/>
                    <a:pt x="173" y="4862"/>
                  </a:cubicBezTo>
                  <a:cubicBezTo>
                    <a:pt x="192" y="4881"/>
                    <a:pt x="250" y="4919"/>
                    <a:pt x="288" y="4919"/>
                  </a:cubicBezTo>
                  <a:cubicBezTo>
                    <a:pt x="618" y="4919"/>
                    <a:pt x="7751" y="4840"/>
                    <a:pt x="9117" y="4840"/>
                  </a:cubicBezTo>
                  <a:cubicBezTo>
                    <a:pt x="9254" y="4840"/>
                    <a:pt x="9333" y="4841"/>
                    <a:pt x="9341" y="4843"/>
                  </a:cubicBezTo>
                  <a:cubicBezTo>
                    <a:pt x="9399" y="4843"/>
                    <a:pt x="9456" y="4785"/>
                    <a:pt x="9456" y="4728"/>
                  </a:cubicBezTo>
                  <a:cubicBezTo>
                    <a:pt x="9801" y="192"/>
                    <a:pt x="9475" y="134"/>
                    <a:pt x="9380" y="96"/>
                  </a:cubicBezTo>
                  <a:cubicBezTo>
                    <a:pt x="9188" y="58"/>
                    <a:pt x="6949" y="0"/>
                    <a:pt x="4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44"/>
            <p:cNvSpPr/>
            <p:nvPr/>
          </p:nvSpPr>
          <p:spPr>
            <a:xfrm>
              <a:off x="2437974" y="3592740"/>
              <a:ext cx="17048" cy="200840"/>
            </a:xfrm>
            <a:custGeom>
              <a:rect b="b" l="l" r="r" t="t"/>
              <a:pathLst>
                <a:path extrusionOk="0" h="4748" w="403">
                  <a:moveTo>
                    <a:pt x="116" y="1"/>
                  </a:moveTo>
                  <a:cubicBezTo>
                    <a:pt x="39" y="1"/>
                    <a:pt x="1" y="58"/>
                    <a:pt x="1" y="135"/>
                  </a:cubicBezTo>
                  <a:lnTo>
                    <a:pt x="173" y="4633"/>
                  </a:lnTo>
                  <a:cubicBezTo>
                    <a:pt x="173" y="4690"/>
                    <a:pt x="211" y="4748"/>
                    <a:pt x="288" y="4748"/>
                  </a:cubicBezTo>
                  <a:cubicBezTo>
                    <a:pt x="365" y="4729"/>
                    <a:pt x="403" y="4671"/>
                    <a:pt x="403" y="4633"/>
                  </a:cubicBezTo>
                  <a:lnTo>
                    <a:pt x="231" y="135"/>
                  </a:lnTo>
                  <a:cubicBezTo>
                    <a:pt x="231"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44"/>
            <p:cNvSpPr/>
            <p:nvPr/>
          </p:nvSpPr>
          <p:spPr>
            <a:xfrm>
              <a:off x="2317331" y="3594390"/>
              <a:ext cx="126358" cy="198387"/>
            </a:xfrm>
            <a:custGeom>
              <a:rect b="b" l="l" r="r" t="t"/>
              <a:pathLst>
                <a:path extrusionOk="0" h="4690" w="2987">
                  <a:moveTo>
                    <a:pt x="1513" y="383"/>
                  </a:moveTo>
                  <a:lnTo>
                    <a:pt x="2776" y="2355"/>
                  </a:lnTo>
                  <a:lnTo>
                    <a:pt x="1819" y="4364"/>
                  </a:lnTo>
                  <a:lnTo>
                    <a:pt x="288" y="2680"/>
                  </a:lnTo>
                  <a:lnTo>
                    <a:pt x="1513" y="383"/>
                  </a:lnTo>
                  <a:close/>
                  <a:moveTo>
                    <a:pt x="1456" y="0"/>
                  </a:moveTo>
                  <a:cubicBezTo>
                    <a:pt x="1417" y="0"/>
                    <a:pt x="1379" y="19"/>
                    <a:pt x="1360" y="58"/>
                  </a:cubicBezTo>
                  <a:lnTo>
                    <a:pt x="20" y="2603"/>
                  </a:lnTo>
                  <a:cubicBezTo>
                    <a:pt x="1" y="2642"/>
                    <a:pt x="20" y="2699"/>
                    <a:pt x="58" y="2737"/>
                  </a:cubicBezTo>
                  <a:lnTo>
                    <a:pt x="1743" y="4632"/>
                  </a:lnTo>
                  <a:cubicBezTo>
                    <a:pt x="1781" y="4651"/>
                    <a:pt x="1819" y="4690"/>
                    <a:pt x="1838" y="4690"/>
                  </a:cubicBezTo>
                  <a:cubicBezTo>
                    <a:pt x="1915" y="4690"/>
                    <a:pt x="1934" y="4651"/>
                    <a:pt x="1915" y="4594"/>
                  </a:cubicBezTo>
                  <a:lnTo>
                    <a:pt x="2968" y="2355"/>
                  </a:lnTo>
                  <a:cubicBezTo>
                    <a:pt x="2987" y="2316"/>
                    <a:pt x="2987" y="2259"/>
                    <a:pt x="2968" y="2240"/>
                  </a:cubicBezTo>
                  <a:lnTo>
                    <a:pt x="1551" y="39"/>
                  </a:lnTo>
                  <a:cubicBezTo>
                    <a:pt x="1532" y="19"/>
                    <a:pt x="1513"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44"/>
            <p:cNvSpPr/>
            <p:nvPr/>
          </p:nvSpPr>
          <p:spPr>
            <a:xfrm>
              <a:off x="2443643" y="3591133"/>
              <a:ext cx="137695" cy="197583"/>
            </a:xfrm>
            <a:custGeom>
              <a:rect b="b" l="l" r="r" t="t"/>
              <a:pathLst>
                <a:path extrusionOk="0" h="4671" w="3255">
                  <a:moveTo>
                    <a:pt x="1666" y="326"/>
                  </a:moveTo>
                  <a:lnTo>
                    <a:pt x="3025" y="2374"/>
                  </a:lnTo>
                  <a:lnTo>
                    <a:pt x="1972" y="4326"/>
                  </a:lnTo>
                  <a:lnTo>
                    <a:pt x="326" y="2432"/>
                  </a:lnTo>
                  <a:lnTo>
                    <a:pt x="1666" y="326"/>
                  </a:lnTo>
                  <a:close/>
                  <a:moveTo>
                    <a:pt x="1628" y="1"/>
                  </a:moveTo>
                  <a:cubicBezTo>
                    <a:pt x="1590" y="1"/>
                    <a:pt x="1551" y="20"/>
                    <a:pt x="1532" y="39"/>
                  </a:cubicBezTo>
                  <a:lnTo>
                    <a:pt x="58" y="2393"/>
                  </a:lnTo>
                  <a:cubicBezTo>
                    <a:pt x="1" y="2432"/>
                    <a:pt x="39" y="2489"/>
                    <a:pt x="58" y="2527"/>
                  </a:cubicBezTo>
                  <a:lnTo>
                    <a:pt x="1877" y="4614"/>
                  </a:lnTo>
                  <a:cubicBezTo>
                    <a:pt x="1896" y="4633"/>
                    <a:pt x="1953" y="4671"/>
                    <a:pt x="1972" y="4671"/>
                  </a:cubicBezTo>
                  <a:cubicBezTo>
                    <a:pt x="2030" y="4671"/>
                    <a:pt x="2068" y="4633"/>
                    <a:pt x="2068" y="4594"/>
                  </a:cubicBezTo>
                  <a:lnTo>
                    <a:pt x="3236" y="2412"/>
                  </a:lnTo>
                  <a:cubicBezTo>
                    <a:pt x="3255" y="2393"/>
                    <a:pt x="3255" y="2336"/>
                    <a:pt x="3236" y="2298"/>
                  </a:cubicBezTo>
                  <a:lnTo>
                    <a:pt x="1724" y="39"/>
                  </a:lnTo>
                  <a:cubicBezTo>
                    <a:pt x="1704" y="20"/>
                    <a:pt x="1685" y="1"/>
                    <a:pt x="16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44"/>
            <p:cNvSpPr/>
            <p:nvPr/>
          </p:nvSpPr>
          <p:spPr>
            <a:xfrm>
              <a:off x="2571604" y="3595193"/>
              <a:ext cx="142517" cy="191915"/>
            </a:xfrm>
            <a:custGeom>
              <a:rect b="b" l="l" r="r" t="t"/>
              <a:pathLst>
                <a:path extrusionOk="0" h="4537" w="3369">
                  <a:moveTo>
                    <a:pt x="1742" y="326"/>
                  </a:moveTo>
                  <a:lnTo>
                    <a:pt x="3139" y="2125"/>
                  </a:lnTo>
                  <a:lnTo>
                    <a:pt x="1627" y="4230"/>
                  </a:lnTo>
                  <a:lnTo>
                    <a:pt x="268" y="2393"/>
                  </a:lnTo>
                  <a:lnTo>
                    <a:pt x="1742" y="326"/>
                  </a:lnTo>
                  <a:close/>
                  <a:moveTo>
                    <a:pt x="1723" y="0"/>
                  </a:moveTo>
                  <a:cubicBezTo>
                    <a:pt x="1665" y="0"/>
                    <a:pt x="1646" y="20"/>
                    <a:pt x="1627" y="39"/>
                  </a:cubicBezTo>
                  <a:lnTo>
                    <a:pt x="19" y="2316"/>
                  </a:lnTo>
                  <a:cubicBezTo>
                    <a:pt x="0" y="2374"/>
                    <a:pt x="0" y="2412"/>
                    <a:pt x="19" y="2470"/>
                  </a:cubicBezTo>
                  <a:lnTo>
                    <a:pt x="1531" y="4498"/>
                  </a:lnTo>
                  <a:cubicBezTo>
                    <a:pt x="1551" y="4518"/>
                    <a:pt x="1570" y="4537"/>
                    <a:pt x="1627" y="4537"/>
                  </a:cubicBezTo>
                  <a:cubicBezTo>
                    <a:pt x="1665" y="4537"/>
                    <a:pt x="1704" y="4518"/>
                    <a:pt x="1704" y="4498"/>
                  </a:cubicBezTo>
                  <a:lnTo>
                    <a:pt x="3350" y="2202"/>
                  </a:lnTo>
                  <a:cubicBezTo>
                    <a:pt x="3369" y="2144"/>
                    <a:pt x="3369" y="2106"/>
                    <a:pt x="3350" y="2048"/>
                  </a:cubicBezTo>
                  <a:lnTo>
                    <a:pt x="1819" y="39"/>
                  </a:lnTo>
                  <a:cubicBezTo>
                    <a:pt x="1799" y="20"/>
                    <a:pt x="1761"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44"/>
            <p:cNvSpPr/>
            <p:nvPr/>
          </p:nvSpPr>
          <p:spPr>
            <a:xfrm>
              <a:off x="2574819" y="3595997"/>
              <a:ext cx="14637" cy="197583"/>
            </a:xfrm>
            <a:custGeom>
              <a:rect b="b" l="l" r="r" t="t"/>
              <a:pathLst>
                <a:path extrusionOk="0" h="4671" w="346">
                  <a:moveTo>
                    <a:pt x="230" y="1"/>
                  </a:moveTo>
                  <a:cubicBezTo>
                    <a:pt x="154" y="1"/>
                    <a:pt x="116" y="58"/>
                    <a:pt x="116" y="115"/>
                  </a:cubicBezTo>
                  <a:lnTo>
                    <a:pt x="1" y="4556"/>
                  </a:lnTo>
                  <a:cubicBezTo>
                    <a:pt x="1" y="4613"/>
                    <a:pt x="39" y="4671"/>
                    <a:pt x="116" y="4671"/>
                  </a:cubicBezTo>
                  <a:cubicBezTo>
                    <a:pt x="192" y="4671"/>
                    <a:pt x="230" y="4613"/>
                    <a:pt x="230" y="4556"/>
                  </a:cubicBezTo>
                  <a:lnTo>
                    <a:pt x="345" y="115"/>
                  </a:lnTo>
                  <a:cubicBezTo>
                    <a:pt x="345" y="58"/>
                    <a:pt x="307" y="1"/>
                    <a:pt x="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44"/>
            <p:cNvSpPr/>
            <p:nvPr/>
          </p:nvSpPr>
          <p:spPr>
            <a:xfrm>
              <a:off x="1487450" y="3558969"/>
              <a:ext cx="361940" cy="234892"/>
            </a:xfrm>
            <a:custGeom>
              <a:rect b="b" l="l" r="r" t="t"/>
              <a:pathLst>
                <a:path extrusionOk="0" h="5553" w="8556">
                  <a:moveTo>
                    <a:pt x="4391" y="0"/>
                  </a:moveTo>
                  <a:cubicBezTo>
                    <a:pt x="3884" y="0"/>
                    <a:pt x="3313" y="73"/>
                    <a:pt x="2737" y="228"/>
                  </a:cubicBezTo>
                  <a:cubicBezTo>
                    <a:pt x="1550" y="592"/>
                    <a:pt x="593" y="381"/>
                    <a:pt x="306" y="726"/>
                  </a:cubicBezTo>
                  <a:cubicBezTo>
                    <a:pt x="19" y="1090"/>
                    <a:pt x="0" y="5358"/>
                    <a:pt x="0" y="5358"/>
                  </a:cubicBezTo>
                  <a:cubicBezTo>
                    <a:pt x="0" y="5358"/>
                    <a:pt x="4880" y="5552"/>
                    <a:pt x="7151" y="5552"/>
                  </a:cubicBezTo>
                  <a:cubicBezTo>
                    <a:pt x="7819" y="5552"/>
                    <a:pt x="8262" y="5535"/>
                    <a:pt x="8288" y="5492"/>
                  </a:cubicBezTo>
                  <a:cubicBezTo>
                    <a:pt x="8422" y="5300"/>
                    <a:pt x="8556" y="1262"/>
                    <a:pt x="7962" y="668"/>
                  </a:cubicBezTo>
                  <a:cubicBezTo>
                    <a:pt x="7701" y="398"/>
                    <a:pt x="7354" y="348"/>
                    <a:pt x="6997" y="348"/>
                  </a:cubicBezTo>
                  <a:cubicBezTo>
                    <a:pt x="6783" y="348"/>
                    <a:pt x="6565" y="366"/>
                    <a:pt x="6360" y="366"/>
                  </a:cubicBezTo>
                  <a:cubicBezTo>
                    <a:pt x="6131" y="366"/>
                    <a:pt x="5917" y="343"/>
                    <a:pt x="5742" y="247"/>
                  </a:cubicBezTo>
                  <a:cubicBezTo>
                    <a:pt x="5422" y="87"/>
                    <a:pt x="4945" y="0"/>
                    <a:pt x="4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41" name="Google Shape;3841;p44"/>
            <p:cNvGrpSpPr/>
            <p:nvPr/>
          </p:nvGrpSpPr>
          <p:grpSpPr>
            <a:xfrm>
              <a:off x="1465595" y="3598408"/>
              <a:ext cx="413761" cy="207312"/>
              <a:chOff x="1465595" y="3598408"/>
              <a:chExt cx="413761" cy="207312"/>
            </a:xfrm>
          </p:grpSpPr>
          <p:sp>
            <p:nvSpPr>
              <p:cNvPr id="3842" name="Google Shape;3842;p44"/>
              <p:cNvSpPr/>
              <p:nvPr/>
            </p:nvSpPr>
            <p:spPr>
              <a:xfrm>
                <a:off x="1465595" y="3598408"/>
                <a:ext cx="413761" cy="207312"/>
              </a:xfrm>
              <a:custGeom>
                <a:rect b="b" l="l" r="r" t="t"/>
                <a:pathLst>
                  <a:path extrusionOk="0" h="4901" w="9781">
                    <a:moveTo>
                      <a:pt x="4900" y="231"/>
                    </a:moveTo>
                    <a:cubicBezTo>
                      <a:pt x="7025" y="231"/>
                      <a:pt x="8996" y="288"/>
                      <a:pt x="9283" y="307"/>
                    </a:cubicBezTo>
                    <a:cubicBezTo>
                      <a:pt x="9398" y="594"/>
                      <a:pt x="9322" y="2642"/>
                      <a:pt x="9188" y="4556"/>
                    </a:cubicBezTo>
                    <a:cubicBezTo>
                      <a:pt x="8192" y="4556"/>
                      <a:pt x="1053" y="4652"/>
                      <a:pt x="306" y="4652"/>
                    </a:cubicBezTo>
                    <a:cubicBezTo>
                      <a:pt x="230" y="4346"/>
                      <a:pt x="249" y="2834"/>
                      <a:pt x="249" y="1915"/>
                    </a:cubicBezTo>
                    <a:cubicBezTo>
                      <a:pt x="287" y="1149"/>
                      <a:pt x="287" y="633"/>
                      <a:pt x="249" y="422"/>
                    </a:cubicBezTo>
                    <a:cubicBezTo>
                      <a:pt x="517" y="326"/>
                      <a:pt x="1857" y="231"/>
                      <a:pt x="4900" y="231"/>
                    </a:cubicBezTo>
                    <a:close/>
                    <a:moveTo>
                      <a:pt x="4900" y="1"/>
                    </a:moveTo>
                    <a:cubicBezTo>
                      <a:pt x="287" y="1"/>
                      <a:pt x="115" y="211"/>
                      <a:pt x="38" y="288"/>
                    </a:cubicBezTo>
                    <a:cubicBezTo>
                      <a:pt x="19" y="307"/>
                      <a:pt x="19" y="345"/>
                      <a:pt x="19" y="403"/>
                    </a:cubicBezTo>
                    <a:cubicBezTo>
                      <a:pt x="38" y="537"/>
                      <a:pt x="19" y="1207"/>
                      <a:pt x="19" y="1915"/>
                    </a:cubicBezTo>
                    <a:cubicBezTo>
                      <a:pt x="0" y="3963"/>
                      <a:pt x="19" y="4710"/>
                      <a:pt x="153" y="4844"/>
                    </a:cubicBezTo>
                    <a:cubicBezTo>
                      <a:pt x="191" y="4882"/>
                      <a:pt x="230" y="4901"/>
                      <a:pt x="287" y="4901"/>
                    </a:cubicBezTo>
                    <a:cubicBezTo>
                      <a:pt x="600" y="4901"/>
                      <a:pt x="7731" y="4822"/>
                      <a:pt x="9097" y="4822"/>
                    </a:cubicBezTo>
                    <a:cubicBezTo>
                      <a:pt x="9234" y="4822"/>
                      <a:pt x="9313" y="4823"/>
                      <a:pt x="9322" y="4824"/>
                    </a:cubicBezTo>
                    <a:cubicBezTo>
                      <a:pt x="9398" y="4824"/>
                      <a:pt x="9436" y="4786"/>
                      <a:pt x="9436" y="4710"/>
                    </a:cubicBezTo>
                    <a:cubicBezTo>
                      <a:pt x="9781" y="192"/>
                      <a:pt x="9475" y="116"/>
                      <a:pt x="9379" y="97"/>
                    </a:cubicBezTo>
                    <a:cubicBezTo>
                      <a:pt x="9188" y="39"/>
                      <a:pt x="6929" y="1"/>
                      <a:pt x="4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44"/>
              <p:cNvSpPr/>
              <p:nvPr/>
            </p:nvSpPr>
            <p:spPr>
              <a:xfrm>
                <a:off x="1592711" y="3602469"/>
                <a:ext cx="17048" cy="200037"/>
              </a:xfrm>
              <a:custGeom>
                <a:rect b="b" l="l" r="r" t="t"/>
                <a:pathLst>
                  <a:path extrusionOk="0" h="4729" w="403">
                    <a:moveTo>
                      <a:pt x="115" y="1"/>
                    </a:moveTo>
                    <a:cubicBezTo>
                      <a:pt x="58" y="1"/>
                      <a:pt x="0" y="39"/>
                      <a:pt x="0" y="115"/>
                    </a:cubicBezTo>
                    <a:lnTo>
                      <a:pt x="172" y="4614"/>
                    </a:lnTo>
                    <a:cubicBezTo>
                      <a:pt x="172" y="4690"/>
                      <a:pt x="211" y="4728"/>
                      <a:pt x="287" y="4728"/>
                    </a:cubicBezTo>
                    <a:cubicBezTo>
                      <a:pt x="364" y="4728"/>
                      <a:pt x="402" y="4690"/>
                      <a:pt x="402" y="4614"/>
                    </a:cubicBezTo>
                    <a:lnTo>
                      <a:pt x="249" y="115"/>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44"/>
              <p:cNvSpPr/>
              <p:nvPr/>
            </p:nvSpPr>
            <p:spPr>
              <a:xfrm>
                <a:off x="1472067" y="3604077"/>
                <a:ext cx="126358" cy="198429"/>
              </a:xfrm>
              <a:custGeom>
                <a:rect b="b" l="l" r="r" t="t"/>
                <a:pathLst>
                  <a:path extrusionOk="0" h="4691" w="2987">
                    <a:moveTo>
                      <a:pt x="1512" y="365"/>
                    </a:moveTo>
                    <a:lnTo>
                      <a:pt x="2776" y="2355"/>
                    </a:lnTo>
                    <a:lnTo>
                      <a:pt x="1819" y="4365"/>
                    </a:lnTo>
                    <a:lnTo>
                      <a:pt x="287" y="2661"/>
                    </a:lnTo>
                    <a:lnTo>
                      <a:pt x="1512" y="365"/>
                    </a:lnTo>
                    <a:close/>
                    <a:moveTo>
                      <a:pt x="1474" y="1"/>
                    </a:moveTo>
                    <a:cubicBezTo>
                      <a:pt x="1417" y="1"/>
                      <a:pt x="1397" y="20"/>
                      <a:pt x="1378" y="77"/>
                    </a:cubicBezTo>
                    <a:lnTo>
                      <a:pt x="38" y="2604"/>
                    </a:lnTo>
                    <a:cubicBezTo>
                      <a:pt x="0" y="2661"/>
                      <a:pt x="38" y="2700"/>
                      <a:pt x="58" y="2757"/>
                    </a:cubicBezTo>
                    <a:lnTo>
                      <a:pt x="1761" y="4652"/>
                    </a:lnTo>
                    <a:cubicBezTo>
                      <a:pt x="1780" y="4671"/>
                      <a:pt x="1819" y="4690"/>
                      <a:pt x="1857" y="4690"/>
                    </a:cubicBezTo>
                    <a:cubicBezTo>
                      <a:pt x="1914" y="4671"/>
                      <a:pt x="1953" y="4652"/>
                      <a:pt x="1914" y="4595"/>
                    </a:cubicBezTo>
                    <a:lnTo>
                      <a:pt x="2967" y="2374"/>
                    </a:lnTo>
                    <a:cubicBezTo>
                      <a:pt x="2986" y="2317"/>
                      <a:pt x="2986" y="2279"/>
                      <a:pt x="2967" y="2240"/>
                    </a:cubicBezTo>
                    <a:lnTo>
                      <a:pt x="1551" y="58"/>
                    </a:lnTo>
                    <a:cubicBezTo>
                      <a:pt x="1531" y="20"/>
                      <a:pt x="1512" y="1"/>
                      <a:pt x="14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44"/>
              <p:cNvSpPr/>
              <p:nvPr/>
            </p:nvSpPr>
            <p:spPr>
              <a:xfrm>
                <a:off x="1598379" y="3600862"/>
                <a:ext cx="138498" cy="197583"/>
              </a:xfrm>
              <a:custGeom>
                <a:rect b="b" l="l" r="r" t="t"/>
                <a:pathLst>
                  <a:path extrusionOk="0" h="4671" w="3274">
                    <a:moveTo>
                      <a:pt x="1627" y="345"/>
                    </a:moveTo>
                    <a:lnTo>
                      <a:pt x="3005" y="2374"/>
                    </a:lnTo>
                    <a:lnTo>
                      <a:pt x="1952" y="4345"/>
                    </a:lnTo>
                    <a:lnTo>
                      <a:pt x="306" y="2450"/>
                    </a:lnTo>
                    <a:lnTo>
                      <a:pt x="1627" y="345"/>
                    </a:lnTo>
                    <a:close/>
                    <a:moveTo>
                      <a:pt x="1646" y="0"/>
                    </a:moveTo>
                    <a:cubicBezTo>
                      <a:pt x="1589" y="0"/>
                      <a:pt x="1570" y="39"/>
                      <a:pt x="1551" y="58"/>
                    </a:cubicBezTo>
                    <a:lnTo>
                      <a:pt x="58" y="2393"/>
                    </a:lnTo>
                    <a:cubicBezTo>
                      <a:pt x="0" y="2450"/>
                      <a:pt x="38" y="2489"/>
                      <a:pt x="58" y="2546"/>
                    </a:cubicBezTo>
                    <a:lnTo>
                      <a:pt x="1876" y="4632"/>
                    </a:lnTo>
                    <a:cubicBezTo>
                      <a:pt x="1895" y="4652"/>
                      <a:pt x="1952" y="4671"/>
                      <a:pt x="1972" y="4671"/>
                    </a:cubicBezTo>
                    <a:cubicBezTo>
                      <a:pt x="2048" y="4652"/>
                      <a:pt x="2067" y="4632"/>
                      <a:pt x="2067" y="4594"/>
                    </a:cubicBezTo>
                    <a:lnTo>
                      <a:pt x="3235" y="2431"/>
                    </a:lnTo>
                    <a:cubicBezTo>
                      <a:pt x="3273" y="2393"/>
                      <a:pt x="3273" y="2355"/>
                      <a:pt x="3235" y="2297"/>
                    </a:cubicBezTo>
                    <a:lnTo>
                      <a:pt x="1742" y="58"/>
                    </a:lnTo>
                    <a:cubicBezTo>
                      <a:pt x="1704" y="39"/>
                      <a:pt x="1685"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44"/>
              <p:cNvSpPr/>
              <p:nvPr/>
            </p:nvSpPr>
            <p:spPr>
              <a:xfrm>
                <a:off x="1726298" y="3604923"/>
                <a:ext cx="142559" cy="192719"/>
              </a:xfrm>
              <a:custGeom>
                <a:rect b="b" l="l" r="r" t="t"/>
                <a:pathLst>
                  <a:path extrusionOk="0" h="4556" w="3370">
                    <a:moveTo>
                      <a:pt x="1742" y="306"/>
                    </a:moveTo>
                    <a:lnTo>
                      <a:pt x="3139" y="2106"/>
                    </a:lnTo>
                    <a:lnTo>
                      <a:pt x="1627" y="4211"/>
                    </a:lnTo>
                    <a:lnTo>
                      <a:pt x="268" y="2373"/>
                    </a:lnTo>
                    <a:lnTo>
                      <a:pt x="1742" y="306"/>
                    </a:lnTo>
                    <a:close/>
                    <a:moveTo>
                      <a:pt x="1723" y="0"/>
                    </a:moveTo>
                    <a:cubicBezTo>
                      <a:pt x="1685" y="0"/>
                      <a:pt x="1646" y="38"/>
                      <a:pt x="1627" y="57"/>
                    </a:cubicBezTo>
                    <a:lnTo>
                      <a:pt x="20" y="2335"/>
                    </a:lnTo>
                    <a:cubicBezTo>
                      <a:pt x="0" y="2373"/>
                      <a:pt x="0" y="2431"/>
                      <a:pt x="20" y="2469"/>
                    </a:cubicBezTo>
                    <a:lnTo>
                      <a:pt x="1532" y="4498"/>
                    </a:lnTo>
                    <a:cubicBezTo>
                      <a:pt x="1551" y="4536"/>
                      <a:pt x="1589" y="4556"/>
                      <a:pt x="1627" y="4556"/>
                    </a:cubicBezTo>
                    <a:cubicBezTo>
                      <a:pt x="1685" y="4556"/>
                      <a:pt x="1704" y="4536"/>
                      <a:pt x="1704" y="4498"/>
                    </a:cubicBezTo>
                    <a:lnTo>
                      <a:pt x="3350" y="2201"/>
                    </a:lnTo>
                    <a:cubicBezTo>
                      <a:pt x="3369" y="2163"/>
                      <a:pt x="3369" y="2106"/>
                      <a:pt x="3350" y="2067"/>
                    </a:cubicBezTo>
                    <a:lnTo>
                      <a:pt x="1819" y="57"/>
                    </a:lnTo>
                    <a:cubicBezTo>
                      <a:pt x="1800" y="38"/>
                      <a:pt x="1780" y="0"/>
                      <a:pt x="1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44"/>
              <p:cNvSpPr/>
              <p:nvPr/>
            </p:nvSpPr>
            <p:spPr>
              <a:xfrm>
                <a:off x="1729513" y="3606530"/>
                <a:ext cx="15440" cy="196780"/>
              </a:xfrm>
              <a:custGeom>
                <a:rect b="b" l="l" r="r" t="t"/>
                <a:pathLst>
                  <a:path extrusionOk="0" h="4652" w="365">
                    <a:moveTo>
                      <a:pt x="231" y="0"/>
                    </a:moveTo>
                    <a:cubicBezTo>
                      <a:pt x="173" y="0"/>
                      <a:pt x="116" y="39"/>
                      <a:pt x="116" y="115"/>
                    </a:cubicBezTo>
                    <a:lnTo>
                      <a:pt x="1" y="4537"/>
                    </a:lnTo>
                    <a:cubicBezTo>
                      <a:pt x="1" y="4613"/>
                      <a:pt x="39" y="4652"/>
                      <a:pt x="116" y="4652"/>
                    </a:cubicBezTo>
                    <a:cubicBezTo>
                      <a:pt x="192" y="4652"/>
                      <a:pt x="231" y="4613"/>
                      <a:pt x="231" y="4537"/>
                    </a:cubicBezTo>
                    <a:lnTo>
                      <a:pt x="365" y="115"/>
                    </a:lnTo>
                    <a:cubicBezTo>
                      <a:pt x="365" y="39"/>
                      <a:pt x="307" y="0"/>
                      <a:pt x="2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8" name="Google Shape;3848;p44"/>
            <p:cNvSpPr/>
            <p:nvPr/>
          </p:nvSpPr>
          <p:spPr>
            <a:xfrm>
              <a:off x="1969192" y="3315625"/>
              <a:ext cx="227587" cy="401850"/>
            </a:xfrm>
            <a:custGeom>
              <a:rect b="b" l="l" r="r" t="t"/>
              <a:pathLst>
                <a:path extrusionOk="0" h="9500" w="5380">
                  <a:moveTo>
                    <a:pt x="3024" y="0"/>
                  </a:moveTo>
                  <a:cubicBezTo>
                    <a:pt x="1606" y="0"/>
                    <a:pt x="301" y="1063"/>
                    <a:pt x="192" y="1269"/>
                  </a:cubicBezTo>
                  <a:cubicBezTo>
                    <a:pt x="1" y="1575"/>
                    <a:pt x="651" y="9366"/>
                    <a:pt x="651" y="9366"/>
                  </a:cubicBezTo>
                  <a:lnTo>
                    <a:pt x="4805" y="9500"/>
                  </a:lnTo>
                  <a:lnTo>
                    <a:pt x="5379" y="1422"/>
                  </a:lnTo>
                  <a:cubicBezTo>
                    <a:pt x="4694" y="352"/>
                    <a:pt x="3840" y="0"/>
                    <a:pt x="302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44"/>
            <p:cNvSpPr/>
            <p:nvPr/>
          </p:nvSpPr>
          <p:spPr>
            <a:xfrm>
              <a:off x="2082559" y="3311818"/>
              <a:ext cx="14594" cy="404853"/>
            </a:xfrm>
            <a:custGeom>
              <a:rect b="b" l="l" r="r" t="t"/>
              <a:pathLst>
                <a:path extrusionOk="0" h="9571" w="345">
                  <a:moveTo>
                    <a:pt x="211" y="0"/>
                  </a:moveTo>
                  <a:cubicBezTo>
                    <a:pt x="153" y="0"/>
                    <a:pt x="96" y="38"/>
                    <a:pt x="96" y="115"/>
                  </a:cubicBezTo>
                  <a:lnTo>
                    <a:pt x="0" y="9456"/>
                  </a:lnTo>
                  <a:cubicBezTo>
                    <a:pt x="0" y="9513"/>
                    <a:pt x="58" y="9570"/>
                    <a:pt x="115" y="9570"/>
                  </a:cubicBezTo>
                  <a:cubicBezTo>
                    <a:pt x="192" y="9570"/>
                    <a:pt x="249" y="9513"/>
                    <a:pt x="249" y="9456"/>
                  </a:cubicBezTo>
                  <a:lnTo>
                    <a:pt x="345" y="115"/>
                  </a:lnTo>
                  <a:cubicBezTo>
                    <a:pt x="345" y="38"/>
                    <a:pt x="287" y="0"/>
                    <a:pt x="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44"/>
            <p:cNvSpPr/>
            <p:nvPr/>
          </p:nvSpPr>
          <p:spPr>
            <a:xfrm>
              <a:off x="2022618" y="3465117"/>
              <a:ext cx="38115" cy="93694"/>
            </a:xfrm>
            <a:custGeom>
              <a:rect b="b" l="l" r="r" t="t"/>
              <a:pathLst>
                <a:path extrusionOk="0" h="2215" w="901">
                  <a:moveTo>
                    <a:pt x="677" y="1"/>
                  </a:moveTo>
                  <a:cubicBezTo>
                    <a:pt x="664" y="1"/>
                    <a:pt x="649" y="4"/>
                    <a:pt x="632" y="13"/>
                  </a:cubicBezTo>
                  <a:cubicBezTo>
                    <a:pt x="613" y="13"/>
                    <a:pt x="192" y="70"/>
                    <a:pt x="77" y="396"/>
                  </a:cubicBezTo>
                  <a:cubicBezTo>
                    <a:pt x="1" y="587"/>
                    <a:pt x="77" y="798"/>
                    <a:pt x="269" y="1027"/>
                  </a:cubicBezTo>
                  <a:cubicBezTo>
                    <a:pt x="613" y="1429"/>
                    <a:pt x="652" y="1755"/>
                    <a:pt x="556" y="1908"/>
                  </a:cubicBezTo>
                  <a:cubicBezTo>
                    <a:pt x="528" y="1949"/>
                    <a:pt x="491" y="1981"/>
                    <a:pt x="443" y="1981"/>
                  </a:cubicBezTo>
                  <a:cubicBezTo>
                    <a:pt x="425" y="1981"/>
                    <a:pt x="405" y="1976"/>
                    <a:pt x="384" y="1965"/>
                  </a:cubicBezTo>
                  <a:cubicBezTo>
                    <a:pt x="326" y="1965"/>
                    <a:pt x="269" y="1984"/>
                    <a:pt x="250" y="2061"/>
                  </a:cubicBezTo>
                  <a:cubicBezTo>
                    <a:pt x="250" y="2137"/>
                    <a:pt x="269" y="2176"/>
                    <a:pt x="345" y="2214"/>
                  </a:cubicBezTo>
                  <a:lnTo>
                    <a:pt x="441" y="2214"/>
                  </a:lnTo>
                  <a:cubicBezTo>
                    <a:pt x="575" y="2214"/>
                    <a:pt x="671" y="2137"/>
                    <a:pt x="747" y="2042"/>
                  </a:cubicBezTo>
                  <a:cubicBezTo>
                    <a:pt x="900" y="1831"/>
                    <a:pt x="900" y="1410"/>
                    <a:pt x="460" y="893"/>
                  </a:cubicBezTo>
                  <a:cubicBezTo>
                    <a:pt x="364" y="778"/>
                    <a:pt x="269" y="606"/>
                    <a:pt x="326" y="491"/>
                  </a:cubicBezTo>
                  <a:cubicBezTo>
                    <a:pt x="364" y="338"/>
                    <a:pt x="613" y="262"/>
                    <a:pt x="671" y="243"/>
                  </a:cubicBezTo>
                  <a:cubicBezTo>
                    <a:pt x="747" y="223"/>
                    <a:pt x="766" y="166"/>
                    <a:pt x="766" y="109"/>
                  </a:cubicBezTo>
                  <a:cubicBezTo>
                    <a:pt x="752" y="49"/>
                    <a:pt x="725" y="1"/>
                    <a:pt x="6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44"/>
            <p:cNvSpPr/>
            <p:nvPr/>
          </p:nvSpPr>
          <p:spPr>
            <a:xfrm>
              <a:off x="2106840" y="3464821"/>
              <a:ext cx="38918" cy="93991"/>
            </a:xfrm>
            <a:custGeom>
              <a:rect b="b" l="l" r="r" t="t"/>
              <a:pathLst>
                <a:path extrusionOk="0" h="2222" w="920">
                  <a:moveTo>
                    <a:pt x="288" y="1"/>
                  </a:moveTo>
                  <a:cubicBezTo>
                    <a:pt x="211" y="1"/>
                    <a:pt x="173" y="20"/>
                    <a:pt x="154" y="77"/>
                  </a:cubicBezTo>
                  <a:cubicBezTo>
                    <a:pt x="154" y="154"/>
                    <a:pt x="173" y="211"/>
                    <a:pt x="249" y="230"/>
                  </a:cubicBezTo>
                  <a:cubicBezTo>
                    <a:pt x="307" y="250"/>
                    <a:pt x="556" y="326"/>
                    <a:pt x="594" y="479"/>
                  </a:cubicBezTo>
                  <a:cubicBezTo>
                    <a:pt x="632" y="594"/>
                    <a:pt x="536" y="747"/>
                    <a:pt x="441" y="881"/>
                  </a:cubicBezTo>
                  <a:cubicBezTo>
                    <a:pt x="0" y="1398"/>
                    <a:pt x="0" y="1819"/>
                    <a:pt x="115" y="2030"/>
                  </a:cubicBezTo>
                  <a:cubicBezTo>
                    <a:pt x="192" y="2144"/>
                    <a:pt x="307" y="2221"/>
                    <a:pt x="460" y="2221"/>
                  </a:cubicBezTo>
                  <a:cubicBezTo>
                    <a:pt x="479" y="2221"/>
                    <a:pt x="498" y="2221"/>
                    <a:pt x="575" y="2202"/>
                  </a:cubicBezTo>
                  <a:cubicBezTo>
                    <a:pt x="651" y="2164"/>
                    <a:pt x="690" y="2125"/>
                    <a:pt x="670" y="2049"/>
                  </a:cubicBezTo>
                  <a:cubicBezTo>
                    <a:pt x="655" y="1985"/>
                    <a:pt x="612" y="1948"/>
                    <a:pt x="566" y="1948"/>
                  </a:cubicBezTo>
                  <a:cubicBezTo>
                    <a:pt x="556" y="1948"/>
                    <a:pt x="546" y="1950"/>
                    <a:pt x="536" y="1953"/>
                  </a:cubicBezTo>
                  <a:cubicBezTo>
                    <a:pt x="460" y="1953"/>
                    <a:pt x="383" y="1934"/>
                    <a:pt x="364" y="1877"/>
                  </a:cubicBezTo>
                  <a:cubicBezTo>
                    <a:pt x="268" y="1743"/>
                    <a:pt x="345" y="1398"/>
                    <a:pt x="651" y="1015"/>
                  </a:cubicBezTo>
                  <a:cubicBezTo>
                    <a:pt x="843" y="785"/>
                    <a:pt x="919" y="575"/>
                    <a:pt x="843" y="384"/>
                  </a:cubicBezTo>
                  <a:cubicBezTo>
                    <a:pt x="728" y="77"/>
                    <a:pt x="307" y="1"/>
                    <a:pt x="2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44"/>
            <p:cNvSpPr/>
            <p:nvPr/>
          </p:nvSpPr>
          <p:spPr>
            <a:xfrm>
              <a:off x="1879302" y="3708561"/>
              <a:ext cx="421925" cy="88280"/>
            </a:xfrm>
            <a:custGeom>
              <a:rect b="b" l="l" r="r" t="t"/>
              <a:pathLst>
                <a:path extrusionOk="0" h="2087" w="9974">
                  <a:moveTo>
                    <a:pt x="97" y="0"/>
                  </a:moveTo>
                  <a:lnTo>
                    <a:pt x="1" y="2086"/>
                  </a:lnTo>
                  <a:lnTo>
                    <a:pt x="9973" y="2048"/>
                  </a:lnTo>
                  <a:lnTo>
                    <a:pt x="9839" y="230"/>
                  </a:lnTo>
                  <a:lnTo>
                    <a:pt x="9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3" name="Google Shape;3853;p44"/>
          <p:cNvGrpSpPr/>
          <p:nvPr/>
        </p:nvGrpSpPr>
        <p:grpSpPr>
          <a:xfrm rot="6649416">
            <a:off x="544427" y="1769738"/>
            <a:ext cx="1233837" cy="412281"/>
            <a:chOff x="6846642" y="4551936"/>
            <a:chExt cx="1233810" cy="412272"/>
          </a:xfrm>
        </p:grpSpPr>
        <p:sp>
          <p:nvSpPr>
            <p:cNvPr id="3854" name="Google Shape;3854;p44"/>
            <p:cNvSpPr/>
            <p:nvPr/>
          </p:nvSpPr>
          <p:spPr>
            <a:xfrm>
              <a:off x="6883685" y="4741849"/>
              <a:ext cx="217796" cy="143064"/>
            </a:xfrm>
            <a:custGeom>
              <a:rect b="b" l="l" r="r" t="t"/>
              <a:pathLst>
                <a:path extrusionOk="0" h="2437" w="3710">
                  <a:moveTo>
                    <a:pt x="1465" y="1"/>
                  </a:moveTo>
                  <a:cubicBezTo>
                    <a:pt x="789" y="1"/>
                    <a:pt x="1" y="214"/>
                    <a:pt x="288" y="1282"/>
                  </a:cubicBezTo>
                  <a:cubicBezTo>
                    <a:pt x="374" y="1611"/>
                    <a:pt x="645" y="1729"/>
                    <a:pt x="965" y="1729"/>
                  </a:cubicBezTo>
                  <a:cubicBezTo>
                    <a:pt x="1352" y="1729"/>
                    <a:pt x="1813" y="1556"/>
                    <a:pt x="2106" y="1378"/>
                  </a:cubicBezTo>
                  <a:lnTo>
                    <a:pt x="2106" y="1378"/>
                  </a:lnTo>
                  <a:cubicBezTo>
                    <a:pt x="2030" y="1665"/>
                    <a:pt x="2049" y="2105"/>
                    <a:pt x="2508" y="2373"/>
                  </a:cubicBezTo>
                  <a:cubicBezTo>
                    <a:pt x="2586" y="2417"/>
                    <a:pt x="2661" y="2436"/>
                    <a:pt x="2731" y="2436"/>
                  </a:cubicBezTo>
                  <a:cubicBezTo>
                    <a:pt x="3440" y="2436"/>
                    <a:pt x="3710" y="426"/>
                    <a:pt x="2317" y="96"/>
                  </a:cubicBezTo>
                  <a:cubicBezTo>
                    <a:pt x="2317" y="96"/>
                    <a:pt x="1916" y="1"/>
                    <a:pt x="1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44"/>
            <p:cNvSpPr/>
            <p:nvPr/>
          </p:nvSpPr>
          <p:spPr>
            <a:xfrm>
              <a:off x="6846642" y="4551936"/>
              <a:ext cx="366319" cy="375360"/>
            </a:xfrm>
            <a:custGeom>
              <a:rect b="b" l="l" r="r" t="t"/>
              <a:pathLst>
                <a:path extrusionOk="0" h="6394" w="6240">
                  <a:moveTo>
                    <a:pt x="3503" y="0"/>
                  </a:moveTo>
                  <a:cubicBezTo>
                    <a:pt x="3426" y="0"/>
                    <a:pt x="3369" y="0"/>
                    <a:pt x="3311" y="19"/>
                  </a:cubicBezTo>
                  <a:cubicBezTo>
                    <a:pt x="2450" y="134"/>
                    <a:pt x="2067" y="593"/>
                    <a:pt x="1914" y="976"/>
                  </a:cubicBezTo>
                  <a:cubicBezTo>
                    <a:pt x="1704" y="1493"/>
                    <a:pt x="1799" y="2048"/>
                    <a:pt x="1991" y="2527"/>
                  </a:cubicBezTo>
                  <a:cubicBezTo>
                    <a:pt x="1263" y="2565"/>
                    <a:pt x="766" y="2776"/>
                    <a:pt x="440" y="3177"/>
                  </a:cubicBezTo>
                  <a:cubicBezTo>
                    <a:pt x="211" y="3465"/>
                    <a:pt x="0" y="3943"/>
                    <a:pt x="211" y="4709"/>
                  </a:cubicBezTo>
                  <a:cubicBezTo>
                    <a:pt x="364" y="5340"/>
                    <a:pt x="881" y="5704"/>
                    <a:pt x="1608" y="5704"/>
                  </a:cubicBezTo>
                  <a:cubicBezTo>
                    <a:pt x="1799" y="5704"/>
                    <a:pt x="1991" y="5666"/>
                    <a:pt x="2182" y="5627"/>
                  </a:cubicBezTo>
                  <a:cubicBezTo>
                    <a:pt x="2316" y="5857"/>
                    <a:pt x="2546" y="6087"/>
                    <a:pt x="2795" y="6240"/>
                  </a:cubicBezTo>
                  <a:cubicBezTo>
                    <a:pt x="2986" y="6336"/>
                    <a:pt x="3177" y="6393"/>
                    <a:pt x="3369" y="6393"/>
                  </a:cubicBezTo>
                  <a:cubicBezTo>
                    <a:pt x="4039" y="6393"/>
                    <a:pt x="4575" y="5819"/>
                    <a:pt x="4670" y="4958"/>
                  </a:cubicBezTo>
                  <a:cubicBezTo>
                    <a:pt x="4690" y="4709"/>
                    <a:pt x="4690" y="4479"/>
                    <a:pt x="4651" y="4230"/>
                  </a:cubicBezTo>
                  <a:cubicBezTo>
                    <a:pt x="5321" y="4077"/>
                    <a:pt x="5915" y="3618"/>
                    <a:pt x="6106" y="3063"/>
                  </a:cubicBezTo>
                  <a:cubicBezTo>
                    <a:pt x="6240" y="2603"/>
                    <a:pt x="6106" y="2125"/>
                    <a:pt x="5723" y="1818"/>
                  </a:cubicBezTo>
                  <a:cubicBezTo>
                    <a:pt x="5474" y="1627"/>
                    <a:pt x="5187" y="1512"/>
                    <a:pt x="4900" y="1455"/>
                  </a:cubicBezTo>
                  <a:cubicBezTo>
                    <a:pt x="4843" y="1091"/>
                    <a:pt x="4709" y="747"/>
                    <a:pt x="4479" y="460"/>
                  </a:cubicBezTo>
                  <a:cubicBezTo>
                    <a:pt x="4211" y="172"/>
                    <a:pt x="3886" y="0"/>
                    <a:pt x="3503" y="0"/>
                  </a:cubicBezTo>
                  <a:close/>
                </a:path>
              </a:pathLst>
            </a:custGeom>
            <a:solidFill>
              <a:schemeClr val="lt1"/>
            </a:solidFill>
            <a:ln>
              <a:noFill/>
            </a:ln>
            <a:effectLst>
              <a:outerShdw blurRad="85725" rotWithShape="0" algn="bl" dir="4380000" dist="8572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44"/>
            <p:cNvSpPr/>
            <p:nvPr/>
          </p:nvSpPr>
          <p:spPr>
            <a:xfrm>
              <a:off x="6939867" y="4594263"/>
              <a:ext cx="247383" cy="169129"/>
            </a:xfrm>
            <a:custGeom>
              <a:rect b="b" l="l" r="r" t="t"/>
              <a:pathLst>
                <a:path extrusionOk="0" h="2881" w="4214">
                  <a:moveTo>
                    <a:pt x="1902" y="1"/>
                  </a:moveTo>
                  <a:cubicBezTo>
                    <a:pt x="1875" y="1"/>
                    <a:pt x="1847" y="3"/>
                    <a:pt x="1819" y="6"/>
                  </a:cubicBezTo>
                  <a:cubicBezTo>
                    <a:pt x="1" y="255"/>
                    <a:pt x="1494" y="2342"/>
                    <a:pt x="1494" y="2342"/>
                  </a:cubicBezTo>
                  <a:cubicBezTo>
                    <a:pt x="1723" y="2648"/>
                    <a:pt x="2011" y="2801"/>
                    <a:pt x="2298" y="2839"/>
                  </a:cubicBezTo>
                  <a:cubicBezTo>
                    <a:pt x="2317" y="2878"/>
                    <a:pt x="2336" y="2878"/>
                    <a:pt x="2355" y="2878"/>
                  </a:cubicBezTo>
                  <a:lnTo>
                    <a:pt x="2393" y="2878"/>
                  </a:lnTo>
                  <a:cubicBezTo>
                    <a:pt x="2422" y="2879"/>
                    <a:pt x="2451" y="2880"/>
                    <a:pt x="2480" y="2880"/>
                  </a:cubicBezTo>
                  <a:cubicBezTo>
                    <a:pt x="3351" y="2880"/>
                    <a:pt x="4213" y="2060"/>
                    <a:pt x="3676" y="1653"/>
                  </a:cubicBezTo>
                  <a:cubicBezTo>
                    <a:pt x="3502" y="1504"/>
                    <a:pt x="3328" y="1448"/>
                    <a:pt x="3165" y="1448"/>
                  </a:cubicBezTo>
                  <a:cubicBezTo>
                    <a:pt x="2951" y="1448"/>
                    <a:pt x="2756" y="1544"/>
                    <a:pt x="2604" y="1653"/>
                  </a:cubicBezTo>
                  <a:cubicBezTo>
                    <a:pt x="2696" y="1101"/>
                    <a:pt x="2558" y="1"/>
                    <a:pt x="19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44"/>
            <p:cNvSpPr/>
            <p:nvPr/>
          </p:nvSpPr>
          <p:spPr>
            <a:xfrm>
              <a:off x="6951138" y="4621796"/>
              <a:ext cx="59586" cy="107724"/>
            </a:xfrm>
            <a:custGeom>
              <a:rect b="b" l="l" r="r" t="t"/>
              <a:pathLst>
                <a:path extrusionOk="0" h="1835" w="1015">
                  <a:moveTo>
                    <a:pt x="317" y="0"/>
                  </a:moveTo>
                  <a:cubicBezTo>
                    <a:pt x="267" y="0"/>
                    <a:pt x="224" y="27"/>
                    <a:pt x="211" y="54"/>
                  </a:cubicBezTo>
                  <a:cubicBezTo>
                    <a:pt x="38" y="341"/>
                    <a:pt x="0" y="628"/>
                    <a:pt x="58" y="916"/>
                  </a:cubicBezTo>
                  <a:cubicBezTo>
                    <a:pt x="211" y="1471"/>
                    <a:pt x="804" y="1777"/>
                    <a:pt x="823" y="1796"/>
                  </a:cubicBezTo>
                  <a:cubicBezTo>
                    <a:pt x="823" y="1834"/>
                    <a:pt x="862" y="1834"/>
                    <a:pt x="881" y="1834"/>
                  </a:cubicBezTo>
                  <a:cubicBezTo>
                    <a:pt x="919" y="1834"/>
                    <a:pt x="976" y="1796"/>
                    <a:pt x="995" y="1758"/>
                  </a:cubicBezTo>
                  <a:cubicBezTo>
                    <a:pt x="1015" y="1681"/>
                    <a:pt x="995" y="1605"/>
                    <a:pt x="957" y="1586"/>
                  </a:cubicBezTo>
                  <a:cubicBezTo>
                    <a:pt x="957" y="1586"/>
                    <a:pt x="421" y="1298"/>
                    <a:pt x="306" y="839"/>
                  </a:cubicBezTo>
                  <a:cubicBezTo>
                    <a:pt x="249" y="628"/>
                    <a:pt x="268" y="418"/>
                    <a:pt x="421" y="169"/>
                  </a:cubicBezTo>
                  <a:cubicBezTo>
                    <a:pt x="440" y="112"/>
                    <a:pt x="421" y="35"/>
                    <a:pt x="383" y="16"/>
                  </a:cubicBezTo>
                  <a:cubicBezTo>
                    <a:pt x="361" y="5"/>
                    <a:pt x="338" y="0"/>
                    <a:pt x="3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44"/>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44"/>
            <p:cNvSpPr/>
            <p:nvPr/>
          </p:nvSpPr>
          <p:spPr>
            <a:xfrm>
              <a:off x="6883685" y="4741849"/>
              <a:ext cx="217796" cy="143064"/>
            </a:xfrm>
            <a:custGeom>
              <a:rect b="b" l="l" r="r" t="t"/>
              <a:pathLst>
                <a:path extrusionOk="0" h="2437" w="3710">
                  <a:moveTo>
                    <a:pt x="1465" y="1"/>
                  </a:moveTo>
                  <a:cubicBezTo>
                    <a:pt x="789" y="1"/>
                    <a:pt x="1" y="214"/>
                    <a:pt x="288" y="1282"/>
                  </a:cubicBezTo>
                  <a:cubicBezTo>
                    <a:pt x="366" y="1608"/>
                    <a:pt x="640" y="1723"/>
                    <a:pt x="963" y="1723"/>
                  </a:cubicBezTo>
                  <a:cubicBezTo>
                    <a:pt x="1352" y="1723"/>
                    <a:pt x="1812" y="1557"/>
                    <a:pt x="2090" y="1392"/>
                  </a:cubicBezTo>
                  <a:lnTo>
                    <a:pt x="2090" y="1392"/>
                  </a:lnTo>
                  <a:cubicBezTo>
                    <a:pt x="2010" y="1685"/>
                    <a:pt x="2043" y="2120"/>
                    <a:pt x="2508" y="2373"/>
                  </a:cubicBezTo>
                  <a:cubicBezTo>
                    <a:pt x="2586" y="2417"/>
                    <a:pt x="2661" y="2436"/>
                    <a:pt x="2731" y="2436"/>
                  </a:cubicBezTo>
                  <a:cubicBezTo>
                    <a:pt x="3440" y="2436"/>
                    <a:pt x="3710" y="426"/>
                    <a:pt x="2317" y="96"/>
                  </a:cubicBezTo>
                  <a:cubicBezTo>
                    <a:pt x="2317" y="96"/>
                    <a:pt x="1916" y="1"/>
                    <a:pt x="1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44"/>
            <p:cNvSpPr/>
            <p:nvPr/>
          </p:nvSpPr>
          <p:spPr>
            <a:xfrm>
              <a:off x="6939867" y="4594146"/>
              <a:ext cx="246561" cy="168190"/>
            </a:xfrm>
            <a:custGeom>
              <a:rect b="b" l="l" r="r" t="t"/>
              <a:pathLst>
                <a:path extrusionOk="0" h="2865" w="4200">
                  <a:moveTo>
                    <a:pt x="1919" y="0"/>
                  </a:moveTo>
                  <a:cubicBezTo>
                    <a:pt x="1887" y="0"/>
                    <a:pt x="1854" y="3"/>
                    <a:pt x="1819" y="8"/>
                  </a:cubicBezTo>
                  <a:cubicBezTo>
                    <a:pt x="1" y="257"/>
                    <a:pt x="1494" y="2344"/>
                    <a:pt x="1494" y="2344"/>
                  </a:cubicBezTo>
                  <a:cubicBezTo>
                    <a:pt x="1774" y="2721"/>
                    <a:pt x="2147" y="2864"/>
                    <a:pt x="2514" y="2864"/>
                  </a:cubicBezTo>
                  <a:cubicBezTo>
                    <a:pt x="3376" y="2864"/>
                    <a:pt x="4200" y="2071"/>
                    <a:pt x="3676" y="1655"/>
                  </a:cubicBezTo>
                  <a:cubicBezTo>
                    <a:pt x="3493" y="1509"/>
                    <a:pt x="3309" y="1455"/>
                    <a:pt x="3140" y="1455"/>
                  </a:cubicBezTo>
                  <a:cubicBezTo>
                    <a:pt x="2931" y="1455"/>
                    <a:pt x="2744" y="1538"/>
                    <a:pt x="2609" y="1637"/>
                  </a:cubicBezTo>
                  <a:lnTo>
                    <a:pt x="2609" y="1637"/>
                  </a:lnTo>
                  <a:cubicBezTo>
                    <a:pt x="2699" y="1081"/>
                    <a:pt x="2569" y="0"/>
                    <a:pt x="191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44"/>
            <p:cNvSpPr/>
            <p:nvPr/>
          </p:nvSpPr>
          <p:spPr>
            <a:xfrm>
              <a:off x="6951138" y="4621150"/>
              <a:ext cx="59586" cy="107254"/>
            </a:xfrm>
            <a:custGeom>
              <a:rect b="b" l="l" r="r" t="t"/>
              <a:pathLst>
                <a:path extrusionOk="0" h="1827" w="1015">
                  <a:moveTo>
                    <a:pt x="326" y="1"/>
                  </a:moveTo>
                  <a:cubicBezTo>
                    <a:pt x="272" y="1"/>
                    <a:pt x="225" y="22"/>
                    <a:pt x="211" y="65"/>
                  </a:cubicBezTo>
                  <a:cubicBezTo>
                    <a:pt x="38" y="352"/>
                    <a:pt x="0" y="639"/>
                    <a:pt x="58" y="927"/>
                  </a:cubicBezTo>
                  <a:cubicBezTo>
                    <a:pt x="211" y="1482"/>
                    <a:pt x="804" y="1788"/>
                    <a:pt x="823" y="1807"/>
                  </a:cubicBezTo>
                  <a:cubicBezTo>
                    <a:pt x="823" y="1826"/>
                    <a:pt x="862" y="1826"/>
                    <a:pt x="881" y="1826"/>
                  </a:cubicBezTo>
                  <a:cubicBezTo>
                    <a:pt x="919" y="1826"/>
                    <a:pt x="976" y="1807"/>
                    <a:pt x="995" y="1769"/>
                  </a:cubicBezTo>
                  <a:cubicBezTo>
                    <a:pt x="1015" y="1692"/>
                    <a:pt x="995" y="1616"/>
                    <a:pt x="957" y="1597"/>
                  </a:cubicBezTo>
                  <a:cubicBezTo>
                    <a:pt x="957" y="1597"/>
                    <a:pt x="421" y="1309"/>
                    <a:pt x="306" y="850"/>
                  </a:cubicBezTo>
                  <a:cubicBezTo>
                    <a:pt x="249" y="639"/>
                    <a:pt x="287" y="429"/>
                    <a:pt x="421" y="180"/>
                  </a:cubicBezTo>
                  <a:cubicBezTo>
                    <a:pt x="440" y="104"/>
                    <a:pt x="421" y="46"/>
                    <a:pt x="383" y="8"/>
                  </a:cubicBezTo>
                  <a:cubicBezTo>
                    <a:pt x="364" y="3"/>
                    <a:pt x="345"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44"/>
            <p:cNvSpPr/>
            <p:nvPr/>
          </p:nvSpPr>
          <p:spPr>
            <a:xfrm>
              <a:off x="6890437" y="4702399"/>
              <a:ext cx="112420" cy="41739"/>
            </a:xfrm>
            <a:custGeom>
              <a:rect b="b" l="l" r="r" t="t"/>
              <a:pathLst>
                <a:path extrusionOk="0" h="711" w="1915">
                  <a:moveTo>
                    <a:pt x="811" y="0"/>
                  </a:moveTo>
                  <a:cubicBezTo>
                    <a:pt x="721" y="0"/>
                    <a:pt x="636" y="14"/>
                    <a:pt x="556" y="40"/>
                  </a:cubicBezTo>
                  <a:cubicBezTo>
                    <a:pt x="173" y="193"/>
                    <a:pt x="20" y="538"/>
                    <a:pt x="20" y="576"/>
                  </a:cubicBezTo>
                  <a:cubicBezTo>
                    <a:pt x="1" y="614"/>
                    <a:pt x="20" y="691"/>
                    <a:pt x="96" y="710"/>
                  </a:cubicBezTo>
                  <a:lnTo>
                    <a:pt x="135" y="710"/>
                  </a:lnTo>
                  <a:cubicBezTo>
                    <a:pt x="192" y="710"/>
                    <a:pt x="230" y="691"/>
                    <a:pt x="230" y="614"/>
                  </a:cubicBezTo>
                  <a:cubicBezTo>
                    <a:pt x="230" y="614"/>
                    <a:pt x="326" y="366"/>
                    <a:pt x="613" y="270"/>
                  </a:cubicBezTo>
                  <a:cubicBezTo>
                    <a:pt x="671" y="255"/>
                    <a:pt x="731" y="247"/>
                    <a:pt x="795" y="247"/>
                  </a:cubicBezTo>
                  <a:cubicBezTo>
                    <a:pt x="1049" y="247"/>
                    <a:pt x="1352" y="369"/>
                    <a:pt x="1704" y="614"/>
                  </a:cubicBezTo>
                  <a:cubicBezTo>
                    <a:pt x="1720" y="639"/>
                    <a:pt x="1743" y="649"/>
                    <a:pt x="1767" y="649"/>
                  </a:cubicBezTo>
                  <a:cubicBezTo>
                    <a:pt x="1800" y="649"/>
                    <a:pt x="1835" y="629"/>
                    <a:pt x="1857" y="595"/>
                  </a:cubicBezTo>
                  <a:cubicBezTo>
                    <a:pt x="1915" y="538"/>
                    <a:pt x="1896" y="480"/>
                    <a:pt x="1838" y="423"/>
                  </a:cubicBezTo>
                  <a:cubicBezTo>
                    <a:pt x="1456" y="144"/>
                    <a:pt x="1108" y="0"/>
                    <a:pt x="8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44"/>
            <p:cNvSpPr/>
            <p:nvPr/>
          </p:nvSpPr>
          <p:spPr>
            <a:xfrm>
              <a:off x="6969102" y="4754999"/>
              <a:ext cx="96687" cy="95865"/>
            </a:xfrm>
            <a:custGeom>
              <a:rect b="b" l="l" r="r" t="t"/>
              <a:pathLst>
                <a:path extrusionOk="0" h="1633" w="1647">
                  <a:moveTo>
                    <a:pt x="843" y="1"/>
                  </a:moveTo>
                  <a:cubicBezTo>
                    <a:pt x="831" y="1"/>
                    <a:pt x="818" y="2"/>
                    <a:pt x="804" y="6"/>
                  </a:cubicBezTo>
                  <a:cubicBezTo>
                    <a:pt x="594" y="63"/>
                    <a:pt x="39" y="254"/>
                    <a:pt x="0" y="503"/>
                  </a:cubicBezTo>
                  <a:cubicBezTo>
                    <a:pt x="0" y="580"/>
                    <a:pt x="0" y="637"/>
                    <a:pt x="39" y="676"/>
                  </a:cubicBezTo>
                  <a:cubicBezTo>
                    <a:pt x="152" y="789"/>
                    <a:pt x="390" y="818"/>
                    <a:pt x="623" y="818"/>
                  </a:cubicBezTo>
                  <a:cubicBezTo>
                    <a:pt x="705" y="818"/>
                    <a:pt x="787" y="814"/>
                    <a:pt x="862" y="809"/>
                  </a:cubicBezTo>
                  <a:cubicBezTo>
                    <a:pt x="881" y="1116"/>
                    <a:pt x="938" y="1518"/>
                    <a:pt x="1130" y="1613"/>
                  </a:cubicBezTo>
                  <a:cubicBezTo>
                    <a:pt x="1149" y="1633"/>
                    <a:pt x="1168" y="1633"/>
                    <a:pt x="1225" y="1633"/>
                  </a:cubicBezTo>
                  <a:cubicBezTo>
                    <a:pt x="1264" y="1633"/>
                    <a:pt x="1321" y="1613"/>
                    <a:pt x="1340" y="1613"/>
                  </a:cubicBezTo>
                  <a:cubicBezTo>
                    <a:pt x="1647" y="1403"/>
                    <a:pt x="1608" y="829"/>
                    <a:pt x="1608" y="752"/>
                  </a:cubicBezTo>
                  <a:cubicBezTo>
                    <a:pt x="1608" y="676"/>
                    <a:pt x="1551" y="637"/>
                    <a:pt x="1474" y="637"/>
                  </a:cubicBezTo>
                  <a:cubicBezTo>
                    <a:pt x="1417" y="637"/>
                    <a:pt x="1359" y="676"/>
                    <a:pt x="1359" y="752"/>
                  </a:cubicBezTo>
                  <a:cubicBezTo>
                    <a:pt x="1379" y="886"/>
                    <a:pt x="1379" y="1250"/>
                    <a:pt x="1225" y="1403"/>
                  </a:cubicBezTo>
                  <a:cubicBezTo>
                    <a:pt x="1149" y="1307"/>
                    <a:pt x="1091" y="982"/>
                    <a:pt x="1072" y="676"/>
                  </a:cubicBezTo>
                  <a:cubicBezTo>
                    <a:pt x="1072" y="637"/>
                    <a:pt x="1053" y="599"/>
                    <a:pt x="1034" y="580"/>
                  </a:cubicBezTo>
                  <a:cubicBezTo>
                    <a:pt x="996" y="561"/>
                    <a:pt x="957" y="561"/>
                    <a:pt x="938" y="561"/>
                  </a:cubicBezTo>
                  <a:cubicBezTo>
                    <a:pt x="819" y="569"/>
                    <a:pt x="694" y="573"/>
                    <a:pt x="581" y="573"/>
                  </a:cubicBezTo>
                  <a:cubicBezTo>
                    <a:pt x="421" y="573"/>
                    <a:pt x="286" y="564"/>
                    <a:pt x="230" y="542"/>
                  </a:cubicBezTo>
                  <a:cubicBezTo>
                    <a:pt x="307" y="446"/>
                    <a:pt x="594" y="312"/>
                    <a:pt x="881" y="216"/>
                  </a:cubicBezTo>
                  <a:cubicBezTo>
                    <a:pt x="938" y="197"/>
                    <a:pt x="977" y="159"/>
                    <a:pt x="957" y="82"/>
                  </a:cubicBezTo>
                  <a:cubicBezTo>
                    <a:pt x="942" y="35"/>
                    <a:pt x="900" y="1"/>
                    <a:pt x="8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44"/>
            <p:cNvSpPr/>
            <p:nvPr/>
          </p:nvSpPr>
          <p:spPr>
            <a:xfrm>
              <a:off x="7020763" y="4653027"/>
              <a:ext cx="104554" cy="110189"/>
            </a:xfrm>
            <a:custGeom>
              <a:rect b="b" l="l" r="r" t="t"/>
              <a:pathLst>
                <a:path extrusionOk="0" h="1877" w="1781">
                  <a:moveTo>
                    <a:pt x="345" y="1"/>
                  </a:moveTo>
                  <a:cubicBezTo>
                    <a:pt x="288" y="1"/>
                    <a:pt x="250" y="20"/>
                    <a:pt x="192" y="77"/>
                  </a:cubicBezTo>
                  <a:cubicBezTo>
                    <a:pt x="1" y="269"/>
                    <a:pt x="58" y="958"/>
                    <a:pt x="77" y="1149"/>
                  </a:cubicBezTo>
                  <a:cubicBezTo>
                    <a:pt x="77" y="1226"/>
                    <a:pt x="116" y="1264"/>
                    <a:pt x="192" y="1264"/>
                  </a:cubicBezTo>
                  <a:cubicBezTo>
                    <a:pt x="269" y="1264"/>
                    <a:pt x="307" y="1226"/>
                    <a:pt x="307" y="1149"/>
                  </a:cubicBezTo>
                  <a:cubicBezTo>
                    <a:pt x="269" y="766"/>
                    <a:pt x="288" y="384"/>
                    <a:pt x="345" y="288"/>
                  </a:cubicBezTo>
                  <a:cubicBezTo>
                    <a:pt x="460" y="364"/>
                    <a:pt x="633" y="786"/>
                    <a:pt x="747" y="1226"/>
                  </a:cubicBezTo>
                  <a:cubicBezTo>
                    <a:pt x="747" y="1283"/>
                    <a:pt x="824" y="1321"/>
                    <a:pt x="862" y="1321"/>
                  </a:cubicBezTo>
                  <a:cubicBezTo>
                    <a:pt x="1073" y="1283"/>
                    <a:pt x="1322" y="1264"/>
                    <a:pt x="1456" y="1264"/>
                  </a:cubicBezTo>
                  <a:cubicBezTo>
                    <a:pt x="1341" y="1379"/>
                    <a:pt x="1130" y="1532"/>
                    <a:pt x="939" y="1647"/>
                  </a:cubicBezTo>
                  <a:cubicBezTo>
                    <a:pt x="862" y="1704"/>
                    <a:pt x="862" y="1762"/>
                    <a:pt x="881" y="1819"/>
                  </a:cubicBezTo>
                  <a:cubicBezTo>
                    <a:pt x="920" y="1838"/>
                    <a:pt x="939" y="1877"/>
                    <a:pt x="977" y="1877"/>
                  </a:cubicBezTo>
                  <a:cubicBezTo>
                    <a:pt x="1015" y="1877"/>
                    <a:pt x="1015" y="1877"/>
                    <a:pt x="1054" y="1800"/>
                  </a:cubicBezTo>
                  <a:cubicBezTo>
                    <a:pt x="1743" y="1360"/>
                    <a:pt x="1781" y="1226"/>
                    <a:pt x="1781" y="1168"/>
                  </a:cubicBezTo>
                  <a:cubicBezTo>
                    <a:pt x="1781" y="1130"/>
                    <a:pt x="1781" y="1073"/>
                    <a:pt x="1724" y="1054"/>
                  </a:cubicBezTo>
                  <a:cubicBezTo>
                    <a:pt x="1672" y="1012"/>
                    <a:pt x="1572" y="993"/>
                    <a:pt x="1424" y="993"/>
                  </a:cubicBezTo>
                  <a:cubicBezTo>
                    <a:pt x="1297" y="993"/>
                    <a:pt x="1134" y="1008"/>
                    <a:pt x="939" y="1034"/>
                  </a:cubicBezTo>
                  <a:cubicBezTo>
                    <a:pt x="786" y="537"/>
                    <a:pt x="594"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44"/>
            <p:cNvSpPr/>
            <p:nvPr/>
          </p:nvSpPr>
          <p:spPr>
            <a:xfrm>
              <a:off x="7168000" y="4714418"/>
              <a:ext cx="912452" cy="249790"/>
            </a:xfrm>
            <a:custGeom>
              <a:rect b="b" l="l" r="r" t="t"/>
              <a:pathLst>
                <a:path extrusionOk="0" h="4255" w="15543">
                  <a:moveTo>
                    <a:pt x="15152" y="1"/>
                  </a:moveTo>
                  <a:cubicBezTo>
                    <a:pt x="15142" y="1"/>
                    <a:pt x="15131" y="2"/>
                    <a:pt x="15121" y="6"/>
                  </a:cubicBezTo>
                  <a:cubicBezTo>
                    <a:pt x="15064" y="25"/>
                    <a:pt x="15026" y="82"/>
                    <a:pt x="15045" y="140"/>
                  </a:cubicBezTo>
                  <a:cubicBezTo>
                    <a:pt x="15102" y="293"/>
                    <a:pt x="15140" y="465"/>
                    <a:pt x="15160" y="599"/>
                  </a:cubicBezTo>
                  <a:cubicBezTo>
                    <a:pt x="15198" y="656"/>
                    <a:pt x="15236" y="695"/>
                    <a:pt x="15294" y="695"/>
                  </a:cubicBezTo>
                  <a:cubicBezTo>
                    <a:pt x="15351" y="676"/>
                    <a:pt x="15408" y="618"/>
                    <a:pt x="15389" y="561"/>
                  </a:cubicBezTo>
                  <a:cubicBezTo>
                    <a:pt x="15351" y="388"/>
                    <a:pt x="15313" y="235"/>
                    <a:pt x="15255" y="82"/>
                  </a:cubicBezTo>
                  <a:cubicBezTo>
                    <a:pt x="15240" y="35"/>
                    <a:pt x="15198" y="1"/>
                    <a:pt x="15152" y="1"/>
                  </a:cubicBezTo>
                  <a:close/>
                  <a:moveTo>
                    <a:pt x="10280" y="950"/>
                  </a:moveTo>
                  <a:cubicBezTo>
                    <a:pt x="10267" y="950"/>
                    <a:pt x="10254" y="954"/>
                    <a:pt x="10240" y="963"/>
                  </a:cubicBezTo>
                  <a:cubicBezTo>
                    <a:pt x="10221" y="963"/>
                    <a:pt x="10183" y="963"/>
                    <a:pt x="10164" y="982"/>
                  </a:cubicBezTo>
                  <a:cubicBezTo>
                    <a:pt x="10030" y="1020"/>
                    <a:pt x="9896" y="1154"/>
                    <a:pt x="9800" y="1269"/>
                  </a:cubicBezTo>
                  <a:cubicBezTo>
                    <a:pt x="9762" y="1307"/>
                    <a:pt x="9781" y="1384"/>
                    <a:pt x="9839" y="1441"/>
                  </a:cubicBezTo>
                  <a:cubicBezTo>
                    <a:pt x="9858" y="1460"/>
                    <a:pt x="9877" y="1460"/>
                    <a:pt x="9896" y="1460"/>
                  </a:cubicBezTo>
                  <a:cubicBezTo>
                    <a:pt x="9934" y="1460"/>
                    <a:pt x="9973" y="1441"/>
                    <a:pt x="9992" y="1441"/>
                  </a:cubicBezTo>
                  <a:cubicBezTo>
                    <a:pt x="10068" y="1307"/>
                    <a:pt x="10164" y="1250"/>
                    <a:pt x="10260" y="1192"/>
                  </a:cubicBezTo>
                  <a:cubicBezTo>
                    <a:pt x="10279" y="1192"/>
                    <a:pt x="10279" y="1173"/>
                    <a:pt x="10317" y="1173"/>
                  </a:cubicBezTo>
                  <a:cubicBezTo>
                    <a:pt x="10355" y="1154"/>
                    <a:pt x="10413" y="1097"/>
                    <a:pt x="10374" y="1020"/>
                  </a:cubicBezTo>
                  <a:cubicBezTo>
                    <a:pt x="10360" y="991"/>
                    <a:pt x="10323" y="950"/>
                    <a:pt x="10280" y="950"/>
                  </a:cubicBezTo>
                  <a:close/>
                  <a:moveTo>
                    <a:pt x="4671" y="944"/>
                  </a:moveTo>
                  <a:cubicBezTo>
                    <a:pt x="4460" y="963"/>
                    <a:pt x="4326" y="1135"/>
                    <a:pt x="4288" y="1384"/>
                  </a:cubicBezTo>
                  <a:cubicBezTo>
                    <a:pt x="4288" y="1460"/>
                    <a:pt x="4307" y="1518"/>
                    <a:pt x="4403" y="1537"/>
                  </a:cubicBezTo>
                  <a:cubicBezTo>
                    <a:pt x="4479" y="1537"/>
                    <a:pt x="4517" y="1518"/>
                    <a:pt x="4537" y="1441"/>
                  </a:cubicBezTo>
                  <a:cubicBezTo>
                    <a:pt x="4537" y="1345"/>
                    <a:pt x="4594" y="1192"/>
                    <a:pt x="4709" y="1173"/>
                  </a:cubicBezTo>
                  <a:cubicBezTo>
                    <a:pt x="4766" y="1154"/>
                    <a:pt x="4805" y="1097"/>
                    <a:pt x="4805" y="1039"/>
                  </a:cubicBezTo>
                  <a:cubicBezTo>
                    <a:pt x="4785" y="982"/>
                    <a:pt x="4728" y="944"/>
                    <a:pt x="4671" y="944"/>
                  </a:cubicBezTo>
                  <a:close/>
                  <a:moveTo>
                    <a:pt x="15351" y="944"/>
                  </a:moveTo>
                  <a:cubicBezTo>
                    <a:pt x="15313" y="963"/>
                    <a:pt x="15255" y="1001"/>
                    <a:pt x="15255" y="1078"/>
                  </a:cubicBezTo>
                  <a:cubicBezTo>
                    <a:pt x="15255" y="1231"/>
                    <a:pt x="15294" y="1384"/>
                    <a:pt x="15294" y="1537"/>
                  </a:cubicBezTo>
                  <a:cubicBezTo>
                    <a:pt x="15294" y="1613"/>
                    <a:pt x="15332" y="1652"/>
                    <a:pt x="15408" y="1652"/>
                  </a:cubicBezTo>
                  <a:cubicBezTo>
                    <a:pt x="15485" y="1652"/>
                    <a:pt x="15523" y="1575"/>
                    <a:pt x="15523" y="1518"/>
                  </a:cubicBezTo>
                  <a:cubicBezTo>
                    <a:pt x="15523" y="1365"/>
                    <a:pt x="15523" y="1192"/>
                    <a:pt x="15504" y="1039"/>
                  </a:cubicBezTo>
                  <a:cubicBezTo>
                    <a:pt x="15466" y="982"/>
                    <a:pt x="15428" y="944"/>
                    <a:pt x="15351" y="944"/>
                  </a:cubicBezTo>
                  <a:close/>
                  <a:moveTo>
                    <a:pt x="10639" y="1089"/>
                  </a:moveTo>
                  <a:cubicBezTo>
                    <a:pt x="10626" y="1089"/>
                    <a:pt x="10614" y="1092"/>
                    <a:pt x="10604" y="1097"/>
                  </a:cubicBezTo>
                  <a:cubicBezTo>
                    <a:pt x="10547" y="1154"/>
                    <a:pt x="10528" y="1212"/>
                    <a:pt x="10547" y="1269"/>
                  </a:cubicBezTo>
                  <a:cubicBezTo>
                    <a:pt x="10604" y="1365"/>
                    <a:pt x="10623" y="1479"/>
                    <a:pt x="10623" y="1633"/>
                  </a:cubicBezTo>
                  <a:lnTo>
                    <a:pt x="10623" y="1671"/>
                  </a:lnTo>
                  <a:cubicBezTo>
                    <a:pt x="10623" y="1747"/>
                    <a:pt x="10662" y="1786"/>
                    <a:pt x="10738" y="1786"/>
                  </a:cubicBezTo>
                  <a:cubicBezTo>
                    <a:pt x="10815" y="1786"/>
                    <a:pt x="10853" y="1747"/>
                    <a:pt x="10853" y="1671"/>
                  </a:cubicBezTo>
                  <a:lnTo>
                    <a:pt x="10853" y="1633"/>
                  </a:lnTo>
                  <a:cubicBezTo>
                    <a:pt x="10853" y="1441"/>
                    <a:pt x="10834" y="1269"/>
                    <a:pt x="10757" y="1154"/>
                  </a:cubicBezTo>
                  <a:cubicBezTo>
                    <a:pt x="10729" y="1111"/>
                    <a:pt x="10678" y="1089"/>
                    <a:pt x="10639" y="1089"/>
                  </a:cubicBezTo>
                  <a:close/>
                  <a:moveTo>
                    <a:pt x="4927" y="1238"/>
                  </a:moveTo>
                  <a:cubicBezTo>
                    <a:pt x="4870" y="1238"/>
                    <a:pt x="4824" y="1286"/>
                    <a:pt x="4824" y="1345"/>
                  </a:cubicBezTo>
                  <a:cubicBezTo>
                    <a:pt x="4824" y="1460"/>
                    <a:pt x="4747" y="1594"/>
                    <a:pt x="4690" y="1747"/>
                  </a:cubicBezTo>
                  <a:cubicBezTo>
                    <a:pt x="4671" y="1824"/>
                    <a:pt x="4690" y="1881"/>
                    <a:pt x="4728" y="1920"/>
                  </a:cubicBezTo>
                  <a:cubicBezTo>
                    <a:pt x="4728" y="1939"/>
                    <a:pt x="4766" y="1939"/>
                    <a:pt x="4785" y="1939"/>
                  </a:cubicBezTo>
                  <a:cubicBezTo>
                    <a:pt x="4805" y="1939"/>
                    <a:pt x="4862" y="1920"/>
                    <a:pt x="4900" y="1862"/>
                  </a:cubicBezTo>
                  <a:cubicBezTo>
                    <a:pt x="4996" y="1690"/>
                    <a:pt x="5034" y="1537"/>
                    <a:pt x="5073" y="1384"/>
                  </a:cubicBezTo>
                  <a:cubicBezTo>
                    <a:pt x="5092" y="1307"/>
                    <a:pt x="5034" y="1250"/>
                    <a:pt x="4977" y="1250"/>
                  </a:cubicBezTo>
                  <a:cubicBezTo>
                    <a:pt x="4960" y="1241"/>
                    <a:pt x="4943" y="1238"/>
                    <a:pt x="4927" y="1238"/>
                  </a:cubicBezTo>
                  <a:close/>
                  <a:moveTo>
                    <a:pt x="9705" y="1613"/>
                  </a:moveTo>
                  <a:cubicBezTo>
                    <a:pt x="9647" y="1613"/>
                    <a:pt x="9590" y="1633"/>
                    <a:pt x="9571" y="1709"/>
                  </a:cubicBezTo>
                  <a:cubicBezTo>
                    <a:pt x="9551" y="1843"/>
                    <a:pt x="9513" y="1958"/>
                    <a:pt x="9513" y="2111"/>
                  </a:cubicBezTo>
                  <a:lnTo>
                    <a:pt x="9513" y="2226"/>
                  </a:lnTo>
                  <a:cubicBezTo>
                    <a:pt x="9513" y="2303"/>
                    <a:pt x="9571" y="2341"/>
                    <a:pt x="9647" y="2341"/>
                  </a:cubicBezTo>
                  <a:cubicBezTo>
                    <a:pt x="9705" y="2341"/>
                    <a:pt x="9762" y="2303"/>
                    <a:pt x="9762" y="2188"/>
                  </a:cubicBezTo>
                  <a:lnTo>
                    <a:pt x="9762" y="2092"/>
                  </a:lnTo>
                  <a:cubicBezTo>
                    <a:pt x="9762" y="1958"/>
                    <a:pt x="9781" y="1862"/>
                    <a:pt x="9800" y="1747"/>
                  </a:cubicBezTo>
                  <a:cubicBezTo>
                    <a:pt x="9800" y="1671"/>
                    <a:pt x="9781" y="1633"/>
                    <a:pt x="9705" y="1613"/>
                  </a:cubicBezTo>
                  <a:close/>
                  <a:moveTo>
                    <a:pt x="15380" y="1888"/>
                  </a:moveTo>
                  <a:cubicBezTo>
                    <a:pt x="15329" y="1888"/>
                    <a:pt x="15294" y="1936"/>
                    <a:pt x="15294" y="1996"/>
                  </a:cubicBezTo>
                  <a:cubicBezTo>
                    <a:pt x="15255" y="2149"/>
                    <a:pt x="15236" y="2303"/>
                    <a:pt x="15198" y="2437"/>
                  </a:cubicBezTo>
                  <a:cubicBezTo>
                    <a:pt x="15160" y="2494"/>
                    <a:pt x="15198" y="2570"/>
                    <a:pt x="15294" y="2590"/>
                  </a:cubicBezTo>
                  <a:cubicBezTo>
                    <a:pt x="15332" y="2590"/>
                    <a:pt x="15389" y="2570"/>
                    <a:pt x="15428" y="2513"/>
                  </a:cubicBezTo>
                  <a:cubicBezTo>
                    <a:pt x="15466" y="2379"/>
                    <a:pt x="15504" y="2207"/>
                    <a:pt x="15523" y="2035"/>
                  </a:cubicBezTo>
                  <a:cubicBezTo>
                    <a:pt x="15542" y="1958"/>
                    <a:pt x="15504" y="1901"/>
                    <a:pt x="15428" y="1901"/>
                  </a:cubicBezTo>
                  <a:cubicBezTo>
                    <a:pt x="15411" y="1892"/>
                    <a:pt x="15395" y="1888"/>
                    <a:pt x="15380" y="1888"/>
                  </a:cubicBezTo>
                  <a:close/>
                  <a:moveTo>
                    <a:pt x="144" y="1973"/>
                  </a:moveTo>
                  <a:cubicBezTo>
                    <a:pt x="135" y="1973"/>
                    <a:pt x="125" y="1975"/>
                    <a:pt x="115" y="1977"/>
                  </a:cubicBezTo>
                  <a:cubicBezTo>
                    <a:pt x="39" y="2015"/>
                    <a:pt x="0" y="2054"/>
                    <a:pt x="19" y="2130"/>
                  </a:cubicBezTo>
                  <a:cubicBezTo>
                    <a:pt x="39" y="2149"/>
                    <a:pt x="77" y="2341"/>
                    <a:pt x="268" y="2609"/>
                  </a:cubicBezTo>
                  <a:cubicBezTo>
                    <a:pt x="287" y="2628"/>
                    <a:pt x="307" y="2666"/>
                    <a:pt x="364" y="2666"/>
                  </a:cubicBezTo>
                  <a:cubicBezTo>
                    <a:pt x="383" y="2666"/>
                    <a:pt x="402" y="2666"/>
                    <a:pt x="421" y="2628"/>
                  </a:cubicBezTo>
                  <a:cubicBezTo>
                    <a:pt x="479" y="2590"/>
                    <a:pt x="498" y="2513"/>
                    <a:pt x="460" y="2456"/>
                  </a:cubicBezTo>
                  <a:cubicBezTo>
                    <a:pt x="307" y="2245"/>
                    <a:pt x="268" y="2073"/>
                    <a:pt x="268" y="2073"/>
                  </a:cubicBezTo>
                  <a:cubicBezTo>
                    <a:pt x="235" y="2023"/>
                    <a:pt x="202" y="1973"/>
                    <a:pt x="144" y="1973"/>
                  </a:cubicBezTo>
                  <a:close/>
                  <a:moveTo>
                    <a:pt x="4383" y="1767"/>
                  </a:moveTo>
                  <a:cubicBezTo>
                    <a:pt x="4307" y="1786"/>
                    <a:pt x="4288" y="1843"/>
                    <a:pt x="4288" y="1920"/>
                  </a:cubicBezTo>
                  <a:lnTo>
                    <a:pt x="4345" y="2207"/>
                  </a:lnTo>
                  <a:cubicBezTo>
                    <a:pt x="4288" y="2303"/>
                    <a:pt x="4192" y="2398"/>
                    <a:pt x="4096" y="2494"/>
                  </a:cubicBezTo>
                  <a:cubicBezTo>
                    <a:pt x="4039" y="2532"/>
                    <a:pt x="4039" y="2609"/>
                    <a:pt x="4096" y="2666"/>
                  </a:cubicBezTo>
                  <a:cubicBezTo>
                    <a:pt x="4115" y="2685"/>
                    <a:pt x="4154" y="2704"/>
                    <a:pt x="4192" y="2704"/>
                  </a:cubicBezTo>
                  <a:cubicBezTo>
                    <a:pt x="4230" y="2704"/>
                    <a:pt x="4249" y="2704"/>
                    <a:pt x="4230" y="2685"/>
                  </a:cubicBezTo>
                  <a:lnTo>
                    <a:pt x="4441" y="2456"/>
                  </a:lnTo>
                  <a:cubicBezTo>
                    <a:pt x="4469" y="2484"/>
                    <a:pt x="4497" y="2501"/>
                    <a:pt x="4532" y="2501"/>
                  </a:cubicBezTo>
                  <a:cubicBezTo>
                    <a:pt x="4545" y="2501"/>
                    <a:pt x="4559" y="2499"/>
                    <a:pt x="4575" y="2494"/>
                  </a:cubicBezTo>
                  <a:cubicBezTo>
                    <a:pt x="4632" y="2437"/>
                    <a:pt x="4671" y="2398"/>
                    <a:pt x="4632" y="2322"/>
                  </a:cubicBezTo>
                  <a:cubicBezTo>
                    <a:pt x="4613" y="2264"/>
                    <a:pt x="4613" y="2245"/>
                    <a:pt x="4594" y="2207"/>
                  </a:cubicBezTo>
                  <a:lnTo>
                    <a:pt x="4594" y="2169"/>
                  </a:lnTo>
                  <a:cubicBezTo>
                    <a:pt x="4575" y="2073"/>
                    <a:pt x="4537" y="1958"/>
                    <a:pt x="4517" y="1862"/>
                  </a:cubicBezTo>
                  <a:cubicBezTo>
                    <a:pt x="4498" y="1786"/>
                    <a:pt x="4441" y="1767"/>
                    <a:pt x="4383" y="1767"/>
                  </a:cubicBezTo>
                  <a:close/>
                  <a:moveTo>
                    <a:pt x="10679" y="2028"/>
                  </a:moveTo>
                  <a:cubicBezTo>
                    <a:pt x="10636" y="2028"/>
                    <a:pt x="10595" y="2053"/>
                    <a:pt x="10566" y="2111"/>
                  </a:cubicBezTo>
                  <a:cubicBezTo>
                    <a:pt x="10528" y="2245"/>
                    <a:pt x="10451" y="2360"/>
                    <a:pt x="10374" y="2513"/>
                  </a:cubicBezTo>
                  <a:cubicBezTo>
                    <a:pt x="10355" y="2590"/>
                    <a:pt x="10374" y="2666"/>
                    <a:pt x="10432" y="2685"/>
                  </a:cubicBezTo>
                  <a:cubicBezTo>
                    <a:pt x="10432" y="2704"/>
                    <a:pt x="10451" y="2704"/>
                    <a:pt x="10470" y="2704"/>
                  </a:cubicBezTo>
                  <a:cubicBezTo>
                    <a:pt x="10528" y="2704"/>
                    <a:pt x="10547" y="2685"/>
                    <a:pt x="10604" y="2628"/>
                  </a:cubicBezTo>
                  <a:cubicBezTo>
                    <a:pt x="10662" y="2494"/>
                    <a:pt x="10738" y="2341"/>
                    <a:pt x="10776" y="2188"/>
                  </a:cubicBezTo>
                  <a:cubicBezTo>
                    <a:pt x="10815" y="2130"/>
                    <a:pt x="10776" y="2054"/>
                    <a:pt x="10719" y="2035"/>
                  </a:cubicBezTo>
                  <a:cubicBezTo>
                    <a:pt x="10705" y="2030"/>
                    <a:pt x="10692" y="2028"/>
                    <a:pt x="10679" y="2028"/>
                  </a:cubicBezTo>
                  <a:close/>
                  <a:moveTo>
                    <a:pt x="688" y="2746"/>
                  </a:moveTo>
                  <a:cubicBezTo>
                    <a:pt x="651" y="2746"/>
                    <a:pt x="616" y="2767"/>
                    <a:pt x="594" y="2800"/>
                  </a:cubicBezTo>
                  <a:cubicBezTo>
                    <a:pt x="555" y="2838"/>
                    <a:pt x="574" y="2915"/>
                    <a:pt x="613" y="2972"/>
                  </a:cubicBezTo>
                  <a:cubicBezTo>
                    <a:pt x="747" y="3068"/>
                    <a:pt x="881" y="3164"/>
                    <a:pt x="1053" y="3221"/>
                  </a:cubicBezTo>
                  <a:lnTo>
                    <a:pt x="1091" y="3221"/>
                  </a:lnTo>
                  <a:cubicBezTo>
                    <a:pt x="1149" y="3221"/>
                    <a:pt x="1187" y="3202"/>
                    <a:pt x="1187" y="3183"/>
                  </a:cubicBezTo>
                  <a:cubicBezTo>
                    <a:pt x="1244" y="3106"/>
                    <a:pt x="1225" y="3030"/>
                    <a:pt x="1149" y="3011"/>
                  </a:cubicBezTo>
                  <a:cubicBezTo>
                    <a:pt x="996" y="2934"/>
                    <a:pt x="881" y="2877"/>
                    <a:pt x="766" y="2781"/>
                  </a:cubicBezTo>
                  <a:cubicBezTo>
                    <a:pt x="742" y="2757"/>
                    <a:pt x="714" y="2746"/>
                    <a:pt x="688" y="2746"/>
                  </a:cubicBezTo>
                  <a:close/>
                  <a:moveTo>
                    <a:pt x="3824" y="2746"/>
                  </a:moveTo>
                  <a:cubicBezTo>
                    <a:pt x="3800" y="2746"/>
                    <a:pt x="3776" y="2757"/>
                    <a:pt x="3752" y="2781"/>
                  </a:cubicBezTo>
                  <a:cubicBezTo>
                    <a:pt x="3637" y="2877"/>
                    <a:pt x="3522" y="2953"/>
                    <a:pt x="3369" y="3011"/>
                  </a:cubicBezTo>
                  <a:cubicBezTo>
                    <a:pt x="3331" y="3068"/>
                    <a:pt x="3292" y="3145"/>
                    <a:pt x="3331" y="3183"/>
                  </a:cubicBezTo>
                  <a:cubicBezTo>
                    <a:pt x="3331" y="3221"/>
                    <a:pt x="3369" y="3260"/>
                    <a:pt x="3426" y="3260"/>
                  </a:cubicBezTo>
                  <a:cubicBezTo>
                    <a:pt x="3446" y="3260"/>
                    <a:pt x="3446" y="3260"/>
                    <a:pt x="3465" y="3240"/>
                  </a:cubicBezTo>
                  <a:cubicBezTo>
                    <a:pt x="3618" y="3164"/>
                    <a:pt x="3752" y="3068"/>
                    <a:pt x="3905" y="2972"/>
                  </a:cubicBezTo>
                  <a:cubicBezTo>
                    <a:pt x="3943" y="2915"/>
                    <a:pt x="3962" y="2858"/>
                    <a:pt x="3924" y="2800"/>
                  </a:cubicBezTo>
                  <a:cubicBezTo>
                    <a:pt x="3891" y="2767"/>
                    <a:pt x="3857" y="2746"/>
                    <a:pt x="3824" y="2746"/>
                  </a:cubicBezTo>
                  <a:close/>
                  <a:moveTo>
                    <a:pt x="4790" y="2636"/>
                  </a:moveTo>
                  <a:cubicBezTo>
                    <a:pt x="4768" y="2636"/>
                    <a:pt x="4747" y="2641"/>
                    <a:pt x="4728" y="2647"/>
                  </a:cubicBezTo>
                  <a:cubicBezTo>
                    <a:pt x="4671" y="2704"/>
                    <a:pt x="4671" y="2781"/>
                    <a:pt x="4690" y="2819"/>
                  </a:cubicBezTo>
                  <a:cubicBezTo>
                    <a:pt x="4766" y="2972"/>
                    <a:pt x="4862" y="3106"/>
                    <a:pt x="4977" y="3221"/>
                  </a:cubicBezTo>
                  <a:cubicBezTo>
                    <a:pt x="4996" y="3260"/>
                    <a:pt x="5053" y="3279"/>
                    <a:pt x="5073" y="3279"/>
                  </a:cubicBezTo>
                  <a:cubicBezTo>
                    <a:pt x="5092" y="3279"/>
                    <a:pt x="5111" y="3279"/>
                    <a:pt x="5168" y="3221"/>
                  </a:cubicBezTo>
                  <a:cubicBezTo>
                    <a:pt x="5206" y="3183"/>
                    <a:pt x="5206" y="3106"/>
                    <a:pt x="5168" y="3068"/>
                  </a:cubicBezTo>
                  <a:cubicBezTo>
                    <a:pt x="5073" y="2972"/>
                    <a:pt x="4977" y="2819"/>
                    <a:pt x="4900" y="2704"/>
                  </a:cubicBezTo>
                  <a:cubicBezTo>
                    <a:pt x="4875" y="2653"/>
                    <a:pt x="4832" y="2636"/>
                    <a:pt x="4790" y="2636"/>
                  </a:cubicBezTo>
                  <a:close/>
                  <a:moveTo>
                    <a:pt x="9756" y="2544"/>
                  </a:moveTo>
                  <a:cubicBezTo>
                    <a:pt x="9740" y="2544"/>
                    <a:pt x="9723" y="2547"/>
                    <a:pt x="9705" y="2551"/>
                  </a:cubicBezTo>
                  <a:cubicBezTo>
                    <a:pt x="9647" y="2609"/>
                    <a:pt x="9609" y="2666"/>
                    <a:pt x="9647" y="2724"/>
                  </a:cubicBezTo>
                  <a:cubicBezTo>
                    <a:pt x="9685" y="2877"/>
                    <a:pt x="9762" y="3011"/>
                    <a:pt x="9858" y="3145"/>
                  </a:cubicBezTo>
                  <a:lnTo>
                    <a:pt x="9781" y="3202"/>
                  </a:lnTo>
                  <a:cubicBezTo>
                    <a:pt x="9705" y="3260"/>
                    <a:pt x="9705" y="3317"/>
                    <a:pt x="9762" y="3374"/>
                  </a:cubicBezTo>
                  <a:cubicBezTo>
                    <a:pt x="9781" y="3394"/>
                    <a:pt x="9839" y="3432"/>
                    <a:pt x="9858" y="3432"/>
                  </a:cubicBezTo>
                  <a:cubicBezTo>
                    <a:pt x="9896" y="3432"/>
                    <a:pt x="9934" y="3432"/>
                    <a:pt x="9953" y="3374"/>
                  </a:cubicBezTo>
                  <a:cubicBezTo>
                    <a:pt x="10087" y="3260"/>
                    <a:pt x="10221" y="3126"/>
                    <a:pt x="10317" y="3011"/>
                  </a:cubicBezTo>
                  <a:cubicBezTo>
                    <a:pt x="10336" y="2972"/>
                    <a:pt x="10336" y="2896"/>
                    <a:pt x="10279" y="2838"/>
                  </a:cubicBezTo>
                  <a:cubicBezTo>
                    <a:pt x="10265" y="2831"/>
                    <a:pt x="10246" y="2827"/>
                    <a:pt x="10225" y="2827"/>
                  </a:cubicBezTo>
                  <a:cubicBezTo>
                    <a:pt x="10190" y="2827"/>
                    <a:pt x="10150" y="2840"/>
                    <a:pt x="10126" y="2877"/>
                  </a:cubicBezTo>
                  <a:lnTo>
                    <a:pt x="10049" y="2934"/>
                  </a:lnTo>
                  <a:cubicBezTo>
                    <a:pt x="9973" y="2838"/>
                    <a:pt x="9934" y="2743"/>
                    <a:pt x="9877" y="2628"/>
                  </a:cubicBezTo>
                  <a:cubicBezTo>
                    <a:pt x="9848" y="2569"/>
                    <a:pt x="9807" y="2544"/>
                    <a:pt x="9756" y="2544"/>
                  </a:cubicBezTo>
                  <a:close/>
                  <a:moveTo>
                    <a:pt x="15141" y="2812"/>
                  </a:moveTo>
                  <a:cubicBezTo>
                    <a:pt x="15087" y="2812"/>
                    <a:pt x="15040" y="2834"/>
                    <a:pt x="15026" y="2877"/>
                  </a:cubicBezTo>
                  <a:cubicBezTo>
                    <a:pt x="14949" y="2992"/>
                    <a:pt x="14853" y="3145"/>
                    <a:pt x="14758" y="3221"/>
                  </a:cubicBezTo>
                  <a:cubicBezTo>
                    <a:pt x="14719" y="3279"/>
                    <a:pt x="14719" y="3355"/>
                    <a:pt x="14758" y="3394"/>
                  </a:cubicBezTo>
                  <a:cubicBezTo>
                    <a:pt x="14777" y="3432"/>
                    <a:pt x="14815" y="3432"/>
                    <a:pt x="14834" y="3432"/>
                  </a:cubicBezTo>
                  <a:cubicBezTo>
                    <a:pt x="14853" y="3432"/>
                    <a:pt x="14872" y="3394"/>
                    <a:pt x="14949" y="3394"/>
                  </a:cubicBezTo>
                  <a:cubicBezTo>
                    <a:pt x="15045" y="3279"/>
                    <a:pt x="15160" y="3145"/>
                    <a:pt x="15236" y="2992"/>
                  </a:cubicBezTo>
                  <a:cubicBezTo>
                    <a:pt x="15255" y="2915"/>
                    <a:pt x="15236" y="2838"/>
                    <a:pt x="15198" y="2819"/>
                  </a:cubicBezTo>
                  <a:cubicBezTo>
                    <a:pt x="15179" y="2815"/>
                    <a:pt x="15160" y="2812"/>
                    <a:pt x="15141" y="2812"/>
                  </a:cubicBezTo>
                  <a:close/>
                  <a:moveTo>
                    <a:pt x="1570" y="3145"/>
                  </a:moveTo>
                  <a:cubicBezTo>
                    <a:pt x="1512" y="3145"/>
                    <a:pt x="1436" y="3164"/>
                    <a:pt x="1436" y="3221"/>
                  </a:cubicBezTo>
                  <a:cubicBezTo>
                    <a:pt x="1436" y="3298"/>
                    <a:pt x="1455" y="3355"/>
                    <a:pt x="1531" y="3374"/>
                  </a:cubicBezTo>
                  <a:cubicBezTo>
                    <a:pt x="1665" y="3413"/>
                    <a:pt x="1838" y="3451"/>
                    <a:pt x="2029" y="3470"/>
                  </a:cubicBezTo>
                  <a:cubicBezTo>
                    <a:pt x="2087" y="3470"/>
                    <a:pt x="2125" y="3451"/>
                    <a:pt x="2125" y="3355"/>
                  </a:cubicBezTo>
                  <a:cubicBezTo>
                    <a:pt x="2144" y="3279"/>
                    <a:pt x="2106" y="3202"/>
                    <a:pt x="2029" y="3202"/>
                  </a:cubicBezTo>
                  <a:cubicBezTo>
                    <a:pt x="1857" y="3202"/>
                    <a:pt x="1723" y="3164"/>
                    <a:pt x="1570" y="3145"/>
                  </a:cubicBezTo>
                  <a:close/>
                  <a:moveTo>
                    <a:pt x="2977" y="3178"/>
                  </a:moveTo>
                  <a:cubicBezTo>
                    <a:pt x="2968" y="3178"/>
                    <a:pt x="2958" y="3180"/>
                    <a:pt x="2948" y="3183"/>
                  </a:cubicBezTo>
                  <a:cubicBezTo>
                    <a:pt x="2795" y="3221"/>
                    <a:pt x="2623" y="3260"/>
                    <a:pt x="2489" y="3260"/>
                  </a:cubicBezTo>
                  <a:cubicBezTo>
                    <a:pt x="2412" y="3260"/>
                    <a:pt x="2374" y="3298"/>
                    <a:pt x="2374" y="3374"/>
                  </a:cubicBezTo>
                  <a:cubicBezTo>
                    <a:pt x="2374" y="3451"/>
                    <a:pt x="2412" y="3489"/>
                    <a:pt x="2489" y="3489"/>
                  </a:cubicBezTo>
                  <a:cubicBezTo>
                    <a:pt x="2680" y="3489"/>
                    <a:pt x="2852" y="3470"/>
                    <a:pt x="2986" y="3432"/>
                  </a:cubicBezTo>
                  <a:cubicBezTo>
                    <a:pt x="3063" y="3394"/>
                    <a:pt x="3101" y="3355"/>
                    <a:pt x="3082" y="3279"/>
                  </a:cubicBezTo>
                  <a:cubicBezTo>
                    <a:pt x="3066" y="3215"/>
                    <a:pt x="3024" y="3178"/>
                    <a:pt x="2977" y="3178"/>
                  </a:cubicBezTo>
                  <a:close/>
                  <a:moveTo>
                    <a:pt x="10335" y="3321"/>
                  </a:moveTo>
                  <a:cubicBezTo>
                    <a:pt x="10298" y="3321"/>
                    <a:pt x="10263" y="3341"/>
                    <a:pt x="10240" y="3374"/>
                  </a:cubicBezTo>
                  <a:cubicBezTo>
                    <a:pt x="10183" y="3432"/>
                    <a:pt x="10202" y="3489"/>
                    <a:pt x="10260" y="3547"/>
                  </a:cubicBezTo>
                  <a:cubicBezTo>
                    <a:pt x="10374" y="3642"/>
                    <a:pt x="10528" y="3738"/>
                    <a:pt x="10681" y="3815"/>
                  </a:cubicBezTo>
                  <a:lnTo>
                    <a:pt x="10738" y="3815"/>
                  </a:lnTo>
                  <a:cubicBezTo>
                    <a:pt x="10796" y="3815"/>
                    <a:pt x="10834" y="3776"/>
                    <a:pt x="10834" y="3757"/>
                  </a:cubicBezTo>
                  <a:cubicBezTo>
                    <a:pt x="10891" y="3681"/>
                    <a:pt x="10834" y="3623"/>
                    <a:pt x="10796" y="3585"/>
                  </a:cubicBezTo>
                  <a:cubicBezTo>
                    <a:pt x="10642" y="3528"/>
                    <a:pt x="10528" y="3451"/>
                    <a:pt x="10413" y="3355"/>
                  </a:cubicBezTo>
                  <a:cubicBezTo>
                    <a:pt x="10389" y="3331"/>
                    <a:pt x="10361" y="3321"/>
                    <a:pt x="10335" y="3321"/>
                  </a:cubicBezTo>
                  <a:close/>
                  <a:moveTo>
                    <a:pt x="5432" y="3362"/>
                  </a:moveTo>
                  <a:cubicBezTo>
                    <a:pt x="5398" y="3362"/>
                    <a:pt x="5363" y="3371"/>
                    <a:pt x="5340" y="3394"/>
                  </a:cubicBezTo>
                  <a:cubicBezTo>
                    <a:pt x="5283" y="3451"/>
                    <a:pt x="5302" y="3508"/>
                    <a:pt x="5360" y="3566"/>
                  </a:cubicBezTo>
                  <a:cubicBezTo>
                    <a:pt x="5474" y="3681"/>
                    <a:pt x="5628" y="3776"/>
                    <a:pt x="5762" y="3853"/>
                  </a:cubicBezTo>
                  <a:cubicBezTo>
                    <a:pt x="5762" y="3872"/>
                    <a:pt x="5781" y="3872"/>
                    <a:pt x="5819" y="3872"/>
                  </a:cubicBezTo>
                  <a:cubicBezTo>
                    <a:pt x="5857" y="3872"/>
                    <a:pt x="5876" y="3853"/>
                    <a:pt x="5934" y="3795"/>
                  </a:cubicBezTo>
                  <a:cubicBezTo>
                    <a:pt x="5953" y="3738"/>
                    <a:pt x="5934" y="3661"/>
                    <a:pt x="5876" y="3642"/>
                  </a:cubicBezTo>
                  <a:cubicBezTo>
                    <a:pt x="5742" y="3566"/>
                    <a:pt x="5628" y="3470"/>
                    <a:pt x="5494" y="3374"/>
                  </a:cubicBezTo>
                  <a:cubicBezTo>
                    <a:pt x="5478" y="3366"/>
                    <a:pt x="5455" y="3362"/>
                    <a:pt x="5432" y="3362"/>
                  </a:cubicBezTo>
                  <a:close/>
                  <a:moveTo>
                    <a:pt x="9456" y="3459"/>
                  </a:moveTo>
                  <a:cubicBezTo>
                    <a:pt x="9437" y="3459"/>
                    <a:pt x="9417" y="3464"/>
                    <a:pt x="9398" y="3470"/>
                  </a:cubicBezTo>
                  <a:cubicBezTo>
                    <a:pt x="9283" y="3566"/>
                    <a:pt x="9130" y="3623"/>
                    <a:pt x="8996" y="3681"/>
                  </a:cubicBezTo>
                  <a:cubicBezTo>
                    <a:pt x="8920" y="3738"/>
                    <a:pt x="8901" y="3776"/>
                    <a:pt x="8920" y="3853"/>
                  </a:cubicBezTo>
                  <a:cubicBezTo>
                    <a:pt x="8939" y="3910"/>
                    <a:pt x="8996" y="3929"/>
                    <a:pt x="9035" y="3929"/>
                  </a:cubicBezTo>
                  <a:cubicBezTo>
                    <a:pt x="9073" y="3929"/>
                    <a:pt x="9092" y="3929"/>
                    <a:pt x="9092" y="3910"/>
                  </a:cubicBezTo>
                  <a:cubicBezTo>
                    <a:pt x="9226" y="3853"/>
                    <a:pt x="9379" y="3757"/>
                    <a:pt x="9513" y="3681"/>
                  </a:cubicBezTo>
                  <a:cubicBezTo>
                    <a:pt x="9590" y="3642"/>
                    <a:pt x="9609" y="3585"/>
                    <a:pt x="9571" y="3528"/>
                  </a:cubicBezTo>
                  <a:cubicBezTo>
                    <a:pt x="9532" y="3476"/>
                    <a:pt x="9494" y="3459"/>
                    <a:pt x="9456" y="3459"/>
                  </a:cubicBezTo>
                  <a:close/>
                  <a:moveTo>
                    <a:pt x="14446" y="3502"/>
                  </a:moveTo>
                  <a:cubicBezTo>
                    <a:pt x="14422" y="3502"/>
                    <a:pt x="14399" y="3512"/>
                    <a:pt x="14375" y="3528"/>
                  </a:cubicBezTo>
                  <a:cubicBezTo>
                    <a:pt x="14260" y="3585"/>
                    <a:pt x="14107" y="3661"/>
                    <a:pt x="13973" y="3719"/>
                  </a:cubicBezTo>
                  <a:cubicBezTo>
                    <a:pt x="13896" y="3738"/>
                    <a:pt x="13877" y="3776"/>
                    <a:pt x="13896" y="3853"/>
                  </a:cubicBezTo>
                  <a:cubicBezTo>
                    <a:pt x="13915" y="3910"/>
                    <a:pt x="13973" y="3929"/>
                    <a:pt x="14011" y="3929"/>
                  </a:cubicBezTo>
                  <a:cubicBezTo>
                    <a:pt x="14049" y="3929"/>
                    <a:pt x="14069" y="3929"/>
                    <a:pt x="14049" y="3949"/>
                  </a:cubicBezTo>
                  <a:cubicBezTo>
                    <a:pt x="14203" y="3910"/>
                    <a:pt x="14356" y="3834"/>
                    <a:pt x="14490" y="3738"/>
                  </a:cubicBezTo>
                  <a:cubicBezTo>
                    <a:pt x="14566" y="3681"/>
                    <a:pt x="14566" y="3623"/>
                    <a:pt x="14547" y="3566"/>
                  </a:cubicBezTo>
                  <a:cubicBezTo>
                    <a:pt x="14513" y="3521"/>
                    <a:pt x="14480" y="3502"/>
                    <a:pt x="14446" y="3502"/>
                  </a:cubicBezTo>
                  <a:close/>
                  <a:moveTo>
                    <a:pt x="11197" y="3723"/>
                  </a:moveTo>
                  <a:cubicBezTo>
                    <a:pt x="11159" y="3723"/>
                    <a:pt x="11116" y="3754"/>
                    <a:pt x="11102" y="3795"/>
                  </a:cubicBezTo>
                  <a:cubicBezTo>
                    <a:pt x="11083" y="3853"/>
                    <a:pt x="11102" y="3929"/>
                    <a:pt x="11178" y="3949"/>
                  </a:cubicBezTo>
                  <a:cubicBezTo>
                    <a:pt x="11312" y="4006"/>
                    <a:pt x="11485" y="4044"/>
                    <a:pt x="11676" y="4063"/>
                  </a:cubicBezTo>
                  <a:cubicBezTo>
                    <a:pt x="11714" y="4063"/>
                    <a:pt x="11772" y="4044"/>
                    <a:pt x="11791" y="3968"/>
                  </a:cubicBezTo>
                  <a:cubicBezTo>
                    <a:pt x="11810" y="3891"/>
                    <a:pt x="11772" y="3834"/>
                    <a:pt x="11695" y="3834"/>
                  </a:cubicBezTo>
                  <a:cubicBezTo>
                    <a:pt x="11523" y="3795"/>
                    <a:pt x="11389" y="3776"/>
                    <a:pt x="11236" y="3738"/>
                  </a:cubicBezTo>
                  <a:cubicBezTo>
                    <a:pt x="11225" y="3727"/>
                    <a:pt x="11211" y="3723"/>
                    <a:pt x="11197" y="3723"/>
                  </a:cubicBezTo>
                  <a:close/>
                  <a:moveTo>
                    <a:pt x="12135" y="3872"/>
                  </a:moveTo>
                  <a:cubicBezTo>
                    <a:pt x="12078" y="3872"/>
                    <a:pt x="12001" y="3929"/>
                    <a:pt x="12001" y="4006"/>
                  </a:cubicBezTo>
                  <a:cubicBezTo>
                    <a:pt x="12001" y="4044"/>
                    <a:pt x="12059" y="4121"/>
                    <a:pt x="12135" y="4121"/>
                  </a:cubicBezTo>
                  <a:cubicBezTo>
                    <a:pt x="12269" y="4140"/>
                    <a:pt x="12422" y="4140"/>
                    <a:pt x="12614" y="4140"/>
                  </a:cubicBezTo>
                  <a:cubicBezTo>
                    <a:pt x="12671" y="4140"/>
                    <a:pt x="12710" y="4102"/>
                    <a:pt x="12710" y="4025"/>
                  </a:cubicBezTo>
                  <a:cubicBezTo>
                    <a:pt x="12710" y="3949"/>
                    <a:pt x="12652" y="3910"/>
                    <a:pt x="12576" y="3910"/>
                  </a:cubicBezTo>
                  <a:lnTo>
                    <a:pt x="12556" y="3910"/>
                  </a:lnTo>
                  <a:cubicBezTo>
                    <a:pt x="12422" y="3910"/>
                    <a:pt x="12269" y="3872"/>
                    <a:pt x="12135" y="3872"/>
                  </a:cubicBezTo>
                  <a:close/>
                  <a:moveTo>
                    <a:pt x="13570" y="3829"/>
                  </a:moveTo>
                  <a:cubicBezTo>
                    <a:pt x="13558" y="3829"/>
                    <a:pt x="13546" y="3830"/>
                    <a:pt x="13533" y="3834"/>
                  </a:cubicBezTo>
                  <a:cubicBezTo>
                    <a:pt x="13399" y="3872"/>
                    <a:pt x="13246" y="3872"/>
                    <a:pt x="13092" y="3910"/>
                  </a:cubicBezTo>
                  <a:cubicBezTo>
                    <a:pt x="13016" y="3910"/>
                    <a:pt x="12958" y="3949"/>
                    <a:pt x="12958" y="4025"/>
                  </a:cubicBezTo>
                  <a:cubicBezTo>
                    <a:pt x="12958" y="4102"/>
                    <a:pt x="13016" y="4140"/>
                    <a:pt x="13092" y="4140"/>
                  </a:cubicBezTo>
                  <a:cubicBezTo>
                    <a:pt x="13284" y="4121"/>
                    <a:pt x="13437" y="4102"/>
                    <a:pt x="13590" y="4063"/>
                  </a:cubicBezTo>
                  <a:cubicBezTo>
                    <a:pt x="13667" y="4044"/>
                    <a:pt x="13705" y="4006"/>
                    <a:pt x="13686" y="3929"/>
                  </a:cubicBezTo>
                  <a:cubicBezTo>
                    <a:pt x="13670" y="3866"/>
                    <a:pt x="13628" y="3829"/>
                    <a:pt x="13570" y="3829"/>
                  </a:cubicBezTo>
                  <a:close/>
                  <a:moveTo>
                    <a:pt x="6227" y="3846"/>
                  </a:moveTo>
                  <a:cubicBezTo>
                    <a:pt x="6188" y="3846"/>
                    <a:pt x="6140" y="3871"/>
                    <a:pt x="6125" y="3929"/>
                  </a:cubicBezTo>
                  <a:cubicBezTo>
                    <a:pt x="6106" y="3968"/>
                    <a:pt x="6125" y="4044"/>
                    <a:pt x="6202" y="4063"/>
                  </a:cubicBezTo>
                  <a:cubicBezTo>
                    <a:pt x="6336" y="4121"/>
                    <a:pt x="6508" y="4159"/>
                    <a:pt x="6699" y="4178"/>
                  </a:cubicBezTo>
                  <a:cubicBezTo>
                    <a:pt x="6776" y="4178"/>
                    <a:pt x="6814" y="4159"/>
                    <a:pt x="6814" y="4121"/>
                  </a:cubicBezTo>
                  <a:cubicBezTo>
                    <a:pt x="6833" y="4044"/>
                    <a:pt x="6795" y="3968"/>
                    <a:pt x="6719" y="3968"/>
                  </a:cubicBezTo>
                  <a:cubicBezTo>
                    <a:pt x="6546" y="3949"/>
                    <a:pt x="6412" y="3910"/>
                    <a:pt x="6259" y="3853"/>
                  </a:cubicBezTo>
                  <a:cubicBezTo>
                    <a:pt x="6250" y="3848"/>
                    <a:pt x="6239" y="3846"/>
                    <a:pt x="6227" y="3846"/>
                  </a:cubicBezTo>
                  <a:close/>
                  <a:moveTo>
                    <a:pt x="8595" y="3848"/>
                  </a:moveTo>
                  <a:cubicBezTo>
                    <a:pt x="8583" y="3848"/>
                    <a:pt x="8570" y="3850"/>
                    <a:pt x="8556" y="3853"/>
                  </a:cubicBezTo>
                  <a:cubicBezTo>
                    <a:pt x="8422" y="3872"/>
                    <a:pt x="8250" y="3929"/>
                    <a:pt x="8116" y="3949"/>
                  </a:cubicBezTo>
                  <a:cubicBezTo>
                    <a:pt x="8039" y="3968"/>
                    <a:pt x="8020" y="4025"/>
                    <a:pt x="8020" y="4102"/>
                  </a:cubicBezTo>
                  <a:cubicBezTo>
                    <a:pt x="8020" y="4140"/>
                    <a:pt x="8078" y="4178"/>
                    <a:pt x="8135" y="4178"/>
                  </a:cubicBezTo>
                  <a:cubicBezTo>
                    <a:pt x="8326" y="4159"/>
                    <a:pt x="8460" y="4121"/>
                    <a:pt x="8633" y="4063"/>
                  </a:cubicBezTo>
                  <a:cubicBezTo>
                    <a:pt x="8690" y="4044"/>
                    <a:pt x="8728" y="3968"/>
                    <a:pt x="8709" y="3929"/>
                  </a:cubicBezTo>
                  <a:cubicBezTo>
                    <a:pt x="8693" y="3882"/>
                    <a:pt x="8652" y="3848"/>
                    <a:pt x="8595" y="3848"/>
                  </a:cubicBezTo>
                  <a:close/>
                  <a:moveTo>
                    <a:pt x="7178" y="4025"/>
                  </a:moveTo>
                  <a:cubicBezTo>
                    <a:pt x="7121" y="4025"/>
                    <a:pt x="7063" y="4063"/>
                    <a:pt x="7063" y="4140"/>
                  </a:cubicBezTo>
                  <a:cubicBezTo>
                    <a:pt x="7063" y="4217"/>
                    <a:pt x="7101" y="4255"/>
                    <a:pt x="7178" y="4255"/>
                  </a:cubicBezTo>
                  <a:lnTo>
                    <a:pt x="7637" y="4255"/>
                  </a:lnTo>
                  <a:cubicBezTo>
                    <a:pt x="7695" y="4255"/>
                    <a:pt x="7752" y="4217"/>
                    <a:pt x="7752" y="4140"/>
                  </a:cubicBezTo>
                  <a:cubicBezTo>
                    <a:pt x="7752" y="4063"/>
                    <a:pt x="7695" y="4025"/>
                    <a:pt x="7637" y="402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9" name="Shape 3869"/>
        <p:cNvGrpSpPr/>
        <p:nvPr/>
      </p:nvGrpSpPr>
      <p:grpSpPr>
        <a:xfrm>
          <a:off x="0" y="0"/>
          <a:ext cx="0" cy="0"/>
          <a:chOff x="0" y="0"/>
          <a:chExt cx="0" cy="0"/>
        </a:xfrm>
      </p:grpSpPr>
      <p:sp>
        <p:nvSpPr>
          <p:cNvPr id="3870" name="Google Shape;3870;p45"/>
          <p:cNvSpPr txBox="1"/>
          <p:nvPr>
            <p:ph type="title"/>
          </p:nvPr>
        </p:nvSpPr>
        <p:spPr>
          <a:xfrm>
            <a:off x="2624288" y="1229025"/>
            <a:ext cx="4458900" cy="1646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Thank You!</a:t>
            </a:r>
            <a:endParaRPr/>
          </a:p>
        </p:txBody>
      </p:sp>
      <p:grpSp>
        <p:nvGrpSpPr>
          <p:cNvPr id="3871" name="Google Shape;3871;p45"/>
          <p:cNvGrpSpPr/>
          <p:nvPr/>
        </p:nvGrpSpPr>
        <p:grpSpPr>
          <a:xfrm flipH="1" rot="-5400000">
            <a:off x="8423570" y="847210"/>
            <a:ext cx="128153" cy="131499"/>
            <a:chOff x="8037720" y="3987834"/>
            <a:chExt cx="128153" cy="131499"/>
          </a:xfrm>
        </p:grpSpPr>
        <p:sp>
          <p:nvSpPr>
            <p:cNvPr id="3872" name="Google Shape;3872;p45"/>
            <p:cNvSpPr/>
            <p:nvPr/>
          </p:nvSpPr>
          <p:spPr>
            <a:xfrm>
              <a:off x="8037720" y="3987834"/>
              <a:ext cx="128153" cy="131499"/>
            </a:xfrm>
            <a:custGeom>
              <a:rect b="b" l="l" r="r" t="t"/>
              <a:pathLst>
                <a:path extrusionOk="0" h="2240" w="2183">
                  <a:moveTo>
                    <a:pt x="1168" y="1"/>
                  </a:moveTo>
                  <a:cubicBezTo>
                    <a:pt x="1110" y="1"/>
                    <a:pt x="1053" y="39"/>
                    <a:pt x="1053" y="115"/>
                  </a:cubicBezTo>
                  <a:lnTo>
                    <a:pt x="1053" y="785"/>
                  </a:lnTo>
                  <a:lnTo>
                    <a:pt x="632" y="326"/>
                  </a:lnTo>
                  <a:cubicBezTo>
                    <a:pt x="603" y="297"/>
                    <a:pt x="570" y="283"/>
                    <a:pt x="538" y="283"/>
                  </a:cubicBezTo>
                  <a:cubicBezTo>
                    <a:pt x="507" y="283"/>
                    <a:pt x="479" y="297"/>
                    <a:pt x="460" y="326"/>
                  </a:cubicBezTo>
                  <a:cubicBezTo>
                    <a:pt x="402" y="383"/>
                    <a:pt x="402" y="441"/>
                    <a:pt x="460" y="498"/>
                  </a:cubicBezTo>
                  <a:lnTo>
                    <a:pt x="919" y="977"/>
                  </a:lnTo>
                  <a:lnTo>
                    <a:pt x="115" y="977"/>
                  </a:lnTo>
                  <a:cubicBezTo>
                    <a:pt x="58" y="977"/>
                    <a:pt x="0" y="1015"/>
                    <a:pt x="0" y="1092"/>
                  </a:cubicBezTo>
                  <a:cubicBezTo>
                    <a:pt x="0" y="1168"/>
                    <a:pt x="58" y="1206"/>
                    <a:pt x="115" y="1206"/>
                  </a:cubicBezTo>
                  <a:lnTo>
                    <a:pt x="861" y="1206"/>
                  </a:lnTo>
                  <a:lnTo>
                    <a:pt x="287" y="1589"/>
                  </a:lnTo>
                  <a:cubicBezTo>
                    <a:pt x="249" y="1647"/>
                    <a:pt x="211" y="1723"/>
                    <a:pt x="268" y="1761"/>
                  </a:cubicBezTo>
                  <a:cubicBezTo>
                    <a:pt x="287" y="1781"/>
                    <a:pt x="306" y="1819"/>
                    <a:pt x="364" y="1819"/>
                  </a:cubicBezTo>
                  <a:cubicBezTo>
                    <a:pt x="383" y="1819"/>
                    <a:pt x="402" y="1819"/>
                    <a:pt x="440" y="1781"/>
                  </a:cubicBezTo>
                  <a:lnTo>
                    <a:pt x="1053" y="1360"/>
                  </a:lnTo>
                  <a:lnTo>
                    <a:pt x="1053" y="2125"/>
                  </a:lnTo>
                  <a:cubicBezTo>
                    <a:pt x="1053" y="2202"/>
                    <a:pt x="1110" y="2240"/>
                    <a:pt x="1168" y="2240"/>
                  </a:cubicBezTo>
                  <a:cubicBezTo>
                    <a:pt x="1225" y="2240"/>
                    <a:pt x="1302" y="2202"/>
                    <a:pt x="1302" y="2125"/>
                  </a:cubicBezTo>
                  <a:lnTo>
                    <a:pt x="1302" y="1379"/>
                  </a:lnTo>
                  <a:lnTo>
                    <a:pt x="1723" y="1838"/>
                  </a:lnTo>
                  <a:cubicBezTo>
                    <a:pt x="1742" y="1857"/>
                    <a:pt x="1799" y="1876"/>
                    <a:pt x="1818" y="1876"/>
                  </a:cubicBezTo>
                  <a:cubicBezTo>
                    <a:pt x="1838" y="1876"/>
                    <a:pt x="1876" y="1876"/>
                    <a:pt x="1895" y="1838"/>
                  </a:cubicBezTo>
                  <a:cubicBezTo>
                    <a:pt x="1933" y="1781"/>
                    <a:pt x="1933" y="1723"/>
                    <a:pt x="1895" y="1666"/>
                  </a:cubicBezTo>
                  <a:lnTo>
                    <a:pt x="1436" y="1187"/>
                  </a:lnTo>
                  <a:lnTo>
                    <a:pt x="2067" y="1187"/>
                  </a:lnTo>
                  <a:cubicBezTo>
                    <a:pt x="2125" y="1187"/>
                    <a:pt x="2182" y="1149"/>
                    <a:pt x="2182" y="1072"/>
                  </a:cubicBezTo>
                  <a:cubicBezTo>
                    <a:pt x="2182" y="996"/>
                    <a:pt x="2125" y="958"/>
                    <a:pt x="2067" y="958"/>
                  </a:cubicBezTo>
                  <a:lnTo>
                    <a:pt x="1627" y="958"/>
                  </a:lnTo>
                  <a:lnTo>
                    <a:pt x="2086" y="632"/>
                  </a:lnTo>
                  <a:cubicBezTo>
                    <a:pt x="2125" y="594"/>
                    <a:pt x="2163" y="517"/>
                    <a:pt x="2106" y="479"/>
                  </a:cubicBezTo>
                  <a:cubicBezTo>
                    <a:pt x="2081" y="442"/>
                    <a:pt x="2040" y="421"/>
                    <a:pt x="1999" y="421"/>
                  </a:cubicBezTo>
                  <a:cubicBezTo>
                    <a:pt x="1976" y="421"/>
                    <a:pt x="1954" y="427"/>
                    <a:pt x="1933" y="441"/>
                  </a:cubicBezTo>
                  <a:lnTo>
                    <a:pt x="1302" y="900"/>
                  </a:lnTo>
                  <a:lnTo>
                    <a:pt x="1302" y="115"/>
                  </a:lnTo>
                  <a:cubicBezTo>
                    <a:pt x="1302" y="39"/>
                    <a:pt x="1244" y="1"/>
                    <a:pt x="1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45"/>
            <p:cNvSpPr/>
            <p:nvPr/>
          </p:nvSpPr>
          <p:spPr>
            <a:xfrm>
              <a:off x="8050049" y="4012490"/>
              <a:ext cx="114710" cy="82128"/>
            </a:xfrm>
            <a:custGeom>
              <a:rect b="b" l="l" r="r" t="t"/>
              <a:pathLst>
                <a:path extrusionOk="0" h="1399" w="1954">
                  <a:moveTo>
                    <a:pt x="1789" y="1"/>
                  </a:moveTo>
                  <a:cubicBezTo>
                    <a:pt x="1766" y="1"/>
                    <a:pt x="1744" y="7"/>
                    <a:pt x="1723" y="21"/>
                  </a:cubicBezTo>
                  <a:lnTo>
                    <a:pt x="77" y="1169"/>
                  </a:lnTo>
                  <a:cubicBezTo>
                    <a:pt x="39" y="1227"/>
                    <a:pt x="1" y="1284"/>
                    <a:pt x="58" y="1341"/>
                  </a:cubicBezTo>
                  <a:cubicBezTo>
                    <a:pt x="77" y="1361"/>
                    <a:pt x="96" y="1399"/>
                    <a:pt x="154" y="1399"/>
                  </a:cubicBezTo>
                  <a:cubicBezTo>
                    <a:pt x="173" y="1399"/>
                    <a:pt x="192" y="1399"/>
                    <a:pt x="230" y="1361"/>
                  </a:cubicBezTo>
                  <a:lnTo>
                    <a:pt x="1876" y="212"/>
                  </a:lnTo>
                  <a:cubicBezTo>
                    <a:pt x="1915" y="174"/>
                    <a:pt x="1953" y="97"/>
                    <a:pt x="1896" y="59"/>
                  </a:cubicBezTo>
                  <a:cubicBezTo>
                    <a:pt x="1871" y="22"/>
                    <a:pt x="1830" y="1"/>
                    <a:pt x="1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45"/>
            <p:cNvSpPr/>
            <p:nvPr/>
          </p:nvSpPr>
          <p:spPr>
            <a:xfrm>
              <a:off x="8061320" y="4004389"/>
              <a:ext cx="89936" cy="93634"/>
            </a:xfrm>
            <a:custGeom>
              <a:rect b="b" l="l" r="r" t="t"/>
              <a:pathLst>
                <a:path extrusionOk="0" h="1595" w="1532">
                  <a:moveTo>
                    <a:pt x="136" y="1"/>
                  </a:moveTo>
                  <a:cubicBezTo>
                    <a:pt x="105" y="1"/>
                    <a:pt x="77" y="15"/>
                    <a:pt x="58" y="44"/>
                  </a:cubicBezTo>
                  <a:cubicBezTo>
                    <a:pt x="0" y="82"/>
                    <a:pt x="0" y="159"/>
                    <a:pt x="58" y="216"/>
                  </a:cubicBezTo>
                  <a:lnTo>
                    <a:pt x="1321" y="1556"/>
                  </a:lnTo>
                  <a:cubicBezTo>
                    <a:pt x="1340" y="1575"/>
                    <a:pt x="1397" y="1594"/>
                    <a:pt x="1416" y="1594"/>
                  </a:cubicBezTo>
                  <a:cubicBezTo>
                    <a:pt x="1436" y="1594"/>
                    <a:pt x="1474" y="1594"/>
                    <a:pt x="1493" y="1556"/>
                  </a:cubicBezTo>
                  <a:cubicBezTo>
                    <a:pt x="1531" y="1499"/>
                    <a:pt x="1531" y="1422"/>
                    <a:pt x="1493" y="1384"/>
                  </a:cubicBezTo>
                  <a:lnTo>
                    <a:pt x="230" y="44"/>
                  </a:lnTo>
                  <a:cubicBezTo>
                    <a:pt x="201" y="15"/>
                    <a:pt x="168" y="1"/>
                    <a:pt x="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45"/>
            <p:cNvSpPr/>
            <p:nvPr/>
          </p:nvSpPr>
          <p:spPr>
            <a:xfrm>
              <a:off x="8037720" y="4044015"/>
              <a:ext cx="128153" cy="14676"/>
            </a:xfrm>
            <a:custGeom>
              <a:rect b="b" l="l" r="r" t="t"/>
              <a:pathLst>
                <a:path extrusionOk="0" h="250" w="2183">
                  <a:moveTo>
                    <a:pt x="2067" y="1"/>
                  </a:moveTo>
                  <a:lnTo>
                    <a:pt x="115" y="20"/>
                  </a:lnTo>
                  <a:cubicBezTo>
                    <a:pt x="58" y="20"/>
                    <a:pt x="0" y="58"/>
                    <a:pt x="0" y="135"/>
                  </a:cubicBezTo>
                  <a:cubicBezTo>
                    <a:pt x="0" y="211"/>
                    <a:pt x="58" y="249"/>
                    <a:pt x="115" y="249"/>
                  </a:cubicBezTo>
                  <a:lnTo>
                    <a:pt x="2067" y="230"/>
                  </a:lnTo>
                  <a:cubicBezTo>
                    <a:pt x="2125" y="230"/>
                    <a:pt x="2182" y="173"/>
                    <a:pt x="2182" y="115"/>
                  </a:cubicBezTo>
                  <a:cubicBezTo>
                    <a:pt x="2182" y="39"/>
                    <a:pt x="2125"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6" name="Google Shape;3876;p45"/>
          <p:cNvSpPr/>
          <p:nvPr/>
        </p:nvSpPr>
        <p:spPr>
          <a:xfrm flipH="1" rot="-5400000">
            <a:off x="7734107" y="1530802"/>
            <a:ext cx="98918" cy="96687"/>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45"/>
          <p:cNvSpPr/>
          <p:nvPr/>
        </p:nvSpPr>
        <p:spPr>
          <a:xfrm flipH="1" rot="-5400000">
            <a:off x="7920776" y="2934962"/>
            <a:ext cx="215800" cy="213627"/>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45"/>
          <p:cNvSpPr/>
          <p:nvPr/>
        </p:nvSpPr>
        <p:spPr>
          <a:xfrm flipH="1" rot="-5400000">
            <a:off x="8265087" y="2065108"/>
            <a:ext cx="156214" cy="157388"/>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9" name="Google Shape;3879;p45"/>
          <p:cNvGrpSpPr/>
          <p:nvPr/>
        </p:nvGrpSpPr>
        <p:grpSpPr>
          <a:xfrm rot="2335910">
            <a:off x="6289728" y="3181727"/>
            <a:ext cx="1354390" cy="1076384"/>
            <a:chOff x="1250184" y="3740693"/>
            <a:chExt cx="1354380" cy="1076376"/>
          </a:xfrm>
        </p:grpSpPr>
        <p:sp>
          <p:nvSpPr>
            <p:cNvPr id="3880" name="Google Shape;3880;p45"/>
            <p:cNvSpPr/>
            <p:nvPr/>
          </p:nvSpPr>
          <p:spPr>
            <a:xfrm rot="-1548641">
              <a:off x="1322884" y="3973412"/>
              <a:ext cx="1208981" cy="610940"/>
            </a:xfrm>
            <a:custGeom>
              <a:rect b="b" l="l" r="r" t="t"/>
              <a:pathLst>
                <a:path extrusionOk="0" h="7274" w="14395">
                  <a:moveTo>
                    <a:pt x="4039" y="0"/>
                  </a:moveTo>
                  <a:cubicBezTo>
                    <a:pt x="3657" y="0"/>
                    <a:pt x="3350" y="287"/>
                    <a:pt x="3331" y="670"/>
                  </a:cubicBezTo>
                  <a:lnTo>
                    <a:pt x="3197" y="2565"/>
                  </a:lnTo>
                  <a:lnTo>
                    <a:pt x="900" y="2374"/>
                  </a:lnTo>
                  <a:lnTo>
                    <a:pt x="862" y="2374"/>
                  </a:lnTo>
                  <a:cubicBezTo>
                    <a:pt x="671" y="2374"/>
                    <a:pt x="498" y="2412"/>
                    <a:pt x="384" y="2527"/>
                  </a:cubicBezTo>
                  <a:cubicBezTo>
                    <a:pt x="230" y="2680"/>
                    <a:pt x="173" y="2852"/>
                    <a:pt x="135" y="3043"/>
                  </a:cubicBezTo>
                  <a:lnTo>
                    <a:pt x="20" y="4881"/>
                  </a:lnTo>
                  <a:cubicBezTo>
                    <a:pt x="1" y="5072"/>
                    <a:pt x="77" y="5264"/>
                    <a:pt x="192" y="5398"/>
                  </a:cubicBezTo>
                  <a:cubicBezTo>
                    <a:pt x="326" y="5551"/>
                    <a:pt x="498" y="5647"/>
                    <a:pt x="690" y="5647"/>
                  </a:cubicBezTo>
                  <a:lnTo>
                    <a:pt x="2623" y="5761"/>
                  </a:lnTo>
                  <a:cubicBezTo>
                    <a:pt x="2661" y="5761"/>
                    <a:pt x="2661" y="5781"/>
                    <a:pt x="2680" y="5781"/>
                  </a:cubicBezTo>
                  <a:cubicBezTo>
                    <a:pt x="2700" y="5781"/>
                    <a:pt x="2700" y="5819"/>
                    <a:pt x="2738" y="5819"/>
                  </a:cubicBezTo>
                  <a:cubicBezTo>
                    <a:pt x="2872" y="6546"/>
                    <a:pt x="3542" y="7101"/>
                    <a:pt x="4327" y="7101"/>
                  </a:cubicBezTo>
                  <a:cubicBezTo>
                    <a:pt x="5073" y="7101"/>
                    <a:pt x="5705" y="6623"/>
                    <a:pt x="5915" y="5953"/>
                  </a:cubicBezTo>
                  <a:lnTo>
                    <a:pt x="6509" y="6010"/>
                  </a:lnTo>
                  <a:cubicBezTo>
                    <a:pt x="6662" y="6163"/>
                    <a:pt x="6891" y="6297"/>
                    <a:pt x="7140" y="6297"/>
                  </a:cubicBezTo>
                  <a:cubicBezTo>
                    <a:pt x="7370" y="6297"/>
                    <a:pt x="7561" y="6221"/>
                    <a:pt x="7714" y="6068"/>
                  </a:cubicBezTo>
                  <a:lnTo>
                    <a:pt x="8671" y="6125"/>
                  </a:lnTo>
                  <a:cubicBezTo>
                    <a:pt x="8729" y="6163"/>
                    <a:pt x="8805" y="6221"/>
                    <a:pt x="8901" y="6240"/>
                  </a:cubicBezTo>
                  <a:cubicBezTo>
                    <a:pt x="9150" y="6833"/>
                    <a:pt x="9743" y="7274"/>
                    <a:pt x="10432" y="7274"/>
                  </a:cubicBezTo>
                  <a:cubicBezTo>
                    <a:pt x="11102" y="7274"/>
                    <a:pt x="11677" y="6891"/>
                    <a:pt x="11887" y="6336"/>
                  </a:cubicBezTo>
                  <a:lnTo>
                    <a:pt x="13437" y="6431"/>
                  </a:lnTo>
                  <a:lnTo>
                    <a:pt x="13495" y="6431"/>
                  </a:lnTo>
                  <a:cubicBezTo>
                    <a:pt x="13878" y="6431"/>
                    <a:pt x="14184" y="6144"/>
                    <a:pt x="14222" y="5761"/>
                  </a:cubicBezTo>
                  <a:lnTo>
                    <a:pt x="14375" y="3752"/>
                  </a:lnTo>
                  <a:cubicBezTo>
                    <a:pt x="14395" y="3560"/>
                    <a:pt x="14337" y="3369"/>
                    <a:pt x="14222" y="3235"/>
                  </a:cubicBezTo>
                  <a:cubicBezTo>
                    <a:pt x="14088" y="3082"/>
                    <a:pt x="13897" y="2986"/>
                    <a:pt x="13705" y="2986"/>
                  </a:cubicBezTo>
                  <a:lnTo>
                    <a:pt x="11619" y="2871"/>
                  </a:lnTo>
                  <a:lnTo>
                    <a:pt x="11715" y="957"/>
                  </a:lnTo>
                  <a:cubicBezTo>
                    <a:pt x="11715" y="766"/>
                    <a:pt x="11657" y="574"/>
                    <a:pt x="11523" y="421"/>
                  </a:cubicBezTo>
                  <a:cubicBezTo>
                    <a:pt x="11409" y="287"/>
                    <a:pt x="11217" y="191"/>
                    <a:pt x="11026" y="191"/>
                  </a:cubicBezTo>
                  <a:lnTo>
                    <a:pt x="4039" y="0"/>
                  </a:lnTo>
                  <a:close/>
                </a:path>
              </a:pathLst>
            </a:custGeom>
            <a:solidFill>
              <a:srgbClr val="FFFFFF"/>
            </a:solidFill>
            <a:ln>
              <a:noFill/>
            </a:ln>
            <a:effectLst>
              <a:outerShdw blurRad="85725" rotWithShape="0" algn="bl" dir="5400000" dist="76200">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45"/>
            <p:cNvSpPr/>
            <p:nvPr/>
          </p:nvSpPr>
          <p:spPr>
            <a:xfrm rot="-1548641">
              <a:off x="1388366" y="4034689"/>
              <a:ext cx="1085185" cy="492011"/>
            </a:xfrm>
            <a:custGeom>
              <a:rect b="b" l="l" r="r" t="t"/>
              <a:pathLst>
                <a:path extrusionOk="0" h="5858" w="12921">
                  <a:moveTo>
                    <a:pt x="3312" y="1"/>
                  </a:moveTo>
                  <a:lnTo>
                    <a:pt x="3139" y="2604"/>
                  </a:lnTo>
                  <a:lnTo>
                    <a:pt x="115" y="2355"/>
                  </a:lnTo>
                  <a:lnTo>
                    <a:pt x="0" y="4211"/>
                  </a:lnTo>
                  <a:lnTo>
                    <a:pt x="2202" y="4345"/>
                  </a:lnTo>
                  <a:cubicBezTo>
                    <a:pt x="2202" y="4340"/>
                    <a:pt x="2203" y="4338"/>
                    <a:pt x="2206" y="4338"/>
                  </a:cubicBezTo>
                  <a:cubicBezTo>
                    <a:pt x="2214" y="4338"/>
                    <a:pt x="2232" y="4351"/>
                    <a:pt x="2259" y="4365"/>
                  </a:cubicBezTo>
                  <a:cubicBezTo>
                    <a:pt x="2276" y="4376"/>
                    <a:pt x="2294" y="4380"/>
                    <a:pt x="2312" y="4380"/>
                  </a:cubicBezTo>
                  <a:cubicBezTo>
                    <a:pt x="2356" y="4380"/>
                    <a:pt x="2399" y="4353"/>
                    <a:pt x="2412" y="4326"/>
                  </a:cubicBezTo>
                  <a:lnTo>
                    <a:pt x="2412" y="4307"/>
                  </a:lnTo>
                  <a:lnTo>
                    <a:pt x="2738" y="4326"/>
                  </a:lnTo>
                  <a:cubicBezTo>
                    <a:pt x="2680" y="4441"/>
                    <a:pt x="2661" y="4556"/>
                    <a:pt x="2661" y="4690"/>
                  </a:cubicBezTo>
                  <a:cubicBezTo>
                    <a:pt x="2661" y="5207"/>
                    <a:pt x="3063" y="5609"/>
                    <a:pt x="3599" y="5609"/>
                  </a:cubicBezTo>
                  <a:cubicBezTo>
                    <a:pt x="4116" y="5609"/>
                    <a:pt x="4518" y="5207"/>
                    <a:pt x="4518" y="4690"/>
                  </a:cubicBezTo>
                  <a:cubicBezTo>
                    <a:pt x="4518" y="4594"/>
                    <a:pt x="4498" y="4518"/>
                    <a:pt x="4479" y="4441"/>
                  </a:cubicBezTo>
                  <a:lnTo>
                    <a:pt x="4479" y="4441"/>
                  </a:lnTo>
                  <a:lnTo>
                    <a:pt x="4747" y="4460"/>
                  </a:lnTo>
                  <a:cubicBezTo>
                    <a:pt x="4766" y="4518"/>
                    <a:pt x="4805" y="4537"/>
                    <a:pt x="4862" y="4537"/>
                  </a:cubicBezTo>
                  <a:lnTo>
                    <a:pt x="4881" y="4537"/>
                  </a:lnTo>
                  <a:cubicBezTo>
                    <a:pt x="4900" y="4537"/>
                    <a:pt x="4939" y="4518"/>
                    <a:pt x="4958" y="4499"/>
                  </a:cubicBezTo>
                  <a:lnTo>
                    <a:pt x="6298" y="4556"/>
                  </a:lnTo>
                  <a:lnTo>
                    <a:pt x="6298" y="4709"/>
                  </a:lnTo>
                  <a:cubicBezTo>
                    <a:pt x="6298" y="4747"/>
                    <a:pt x="6336" y="4824"/>
                    <a:pt x="6412" y="4824"/>
                  </a:cubicBezTo>
                  <a:cubicBezTo>
                    <a:pt x="6489" y="4824"/>
                    <a:pt x="6527" y="4786"/>
                    <a:pt x="6527" y="4709"/>
                  </a:cubicBezTo>
                  <a:lnTo>
                    <a:pt x="6527" y="4594"/>
                  </a:lnTo>
                  <a:lnTo>
                    <a:pt x="8269" y="4709"/>
                  </a:lnTo>
                  <a:cubicBezTo>
                    <a:pt x="8269" y="4747"/>
                    <a:pt x="8307" y="4805"/>
                    <a:pt x="8327" y="4824"/>
                  </a:cubicBezTo>
                  <a:cubicBezTo>
                    <a:pt x="8327" y="4843"/>
                    <a:pt x="8346" y="4843"/>
                    <a:pt x="8384" y="4843"/>
                  </a:cubicBezTo>
                  <a:cubicBezTo>
                    <a:pt x="8422" y="4843"/>
                    <a:pt x="8480" y="4824"/>
                    <a:pt x="8499" y="4747"/>
                  </a:cubicBezTo>
                  <a:lnTo>
                    <a:pt x="8518" y="4728"/>
                  </a:lnTo>
                  <a:lnTo>
                    <a:pt x="8767" y="4747"/>
                  </a:lnTo>
                  <a:cubicBezTo>
                    <a:pt x="8767" y="4805"/>
                    <a:pt x="8729" y="4881"/>
                    <a:pt x="8729" y="4920"/>
                  </a:cubicBezTo>
                  <a:cubicBezTo>
                    <a:pt x="8729" y="5456"/>
                    <a:pt x="9150" y="5858"/>
                    <a:pt x="9666" y="5858"/>
                  </a:cubicBezTo>
                  <a:cubicBezTo>
                    <a:pt x="10183" y="5858"/>
                    <a:pt x="10604" y="5456"/>
                    <a:pt x="10604" y="4920"/>
                  </a:cubicBezTo>
                  <a:lnTo>
                    <a:pt x="10604" y="4843"/>
                  </a:lnTo>
                  <a:lnTo>
                    <a:pt x="12748" y="4996"/>
                  </a:lnTo>
                  <a:lnTo>
                    <a:pt x="12920" y="2986"/>
                  </a:lnTo>
                  <a:lnTo>
                    <a:pt x="10126" y="2814"/>
                  </a:lnTo>
                  <a:lnTo>
                    <a:pt x="10260" y="192"/>
                  </a:lnTo>
                  <a:lnTo>
                    <a:pt x="33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45"/>
            <p:cNvSpPr/>
            <p:nvPr/>
          </p:nvSpPr>
          <p:spPr>
            <a:xfrm rot="-1548641">
              <a:off x="1367795" y="4032866"/>
              <a:ext cx="1085185" cy="419612"/>
            </a:xfrm>
            <a:custGeom>
              <a:rect b="b" l="l" r="r" t="t"/>
              <a:pathLst>
                <a:path extrusionOk="0" h="4996" w="12921">
                  <a:moveTo>
                    <a:pt x="3312" y="0"/>
                  </a:moveTo>
                  <a:lnTo>
                    <a:pt x="3139" y="2603"/>
                  </a:lnTo>
                  <a:lnTo>
                    <a:pt x="115" y="2374"/>
                  </a:lnTo>
                  <a:lnTo>
                    <a:pt x="0" y="4211"/>
                  </a:lnTo>
                  <a:lnTo>
                    <a:pt x="12748" y="4996"/>
                  </a:lnTo>
                  <a:lnTo>
                    <a:pt x="12920" y="2986"/>
                  </a:lnTo>
                  <a:lnTo>
                    <a:pt x="10126" y="2833"/>
                  </a:lnTo>
                  <a:lnTo>
                    <a:pt x="10260" y="192"/>
                  </a:lnTo>
                  <a:lnTo>
                    <a:pt x="33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45"/>
            <p:cNvSpPr/>
            <p:nvPr/>
          </p:nvSpPr>
          <p:spPr>
            <a:xfrm rot="-1548641">
              <a:off x="1699889" y="4440148"/>
              <a:ext cx="156046" cy="155969"/>
            </a:xfrm>
            <a:custGeom>
              <a:rect b="b" l="l" r="r" t="t"/>
              <a:pathLst>
                <a:path extrusionOk="0" h="1857" w="1858">
                  <a:moveTo>
                    <a:pt x="939" y="0"/>
                  </a:moveTo>
                  <a:cubicBezTo>
                    <a:pt x="422" y="0"/>
                    <a:pt x="1" y="421"/>
                    <a:pt x="1" y="919"/>
                  </a:cubicBezTo>
                  <a:cubicBezTo>
                    <a:pt x="1" y="1436"/>
                    <a:pt x="422" y="1857"/>
                    <a:pt x="939" y="1857"/>
                  </a:cubicBezTo>
                  <a:cubicBezTo>
                    <a:pt x="1436" y="1857"/>
                    <a:pt x="1858" y="1436"/>
                    <a:pt x="1858" y="919"/>
                  </a:cubicBezTo>
                  <a:cubicBezTo>
                    <a:pt x="1858" y="421"/>
                    <a:pt x="1436" y="0"/>
                    <a:pt x="9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45"/>
            <p:cNvSpPr/>
            <p:nvPr/>
          </p:nvSpPr>
          <p:spPr>
            <a:xfrm rot="-1548641">
              <a:off x="2165613" y="4232335"/>
              <a:ext cx="157642" cy="156053"/>
            </a:xfrm>
            <a:custGeom>
              <a:rect b="b" l="l" r="r" t="t"/>
              <a:pathLst>
                <a:path extrusionOk="0" h="1858" w="1877">
                  <a:moveTo>
                    <a:pt x="938" y="1"/>
                  </a:moveTo>
                  <a:cubicBezTo>
                    <a:pt x="422" y="1"/>
                    <a:pt x="1" y="422"/>
                    <a:pt x="1" y="938"/>
                  </a:cubicBezTo>
                  <a:cubicBezTo>
                    <a:pt x="1" y="1436"/>
                    <a:pt x="422" y="1857"/>
                    <a:pt x="938" y="1857"/>
                  </a:cubicBezTo>
                  <a:cubicBezTo>
                    <a:pt x="1455" y="1857"/>
                    <a:pt x="1876" y="1436"/>
                    <a:pt x="1876" y="938"/>
                  </a:cubicBezTo>
                  <a:cubicBezTo>
                    <a:pt x="1876" y="422"/>
                    <a:pt x="1455" y="1"/>
                    <a:pt x="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45"/>
            <p:cNvSpPr/>
            <p:nvPr/>
          </p:nvSpPr>
          <p:spPr>
            <a:xfrm rot="-1548641">
              <a:off x="1651387" y="4063470"/>
              <a:ext cx="490395" cy="196199"/>
            </a:xfrm>
            <a:custGeom>
              <a:rect b="b" l="l" r="r" t="t"/>
              <a:pathLst>
                <a:path extrusionOk="0" h="2336" w="5839">
                  <a:moveTo>
                    <a:pt x="0" y="1"/>
                  </a:moveTo>
                  <a:lnTo>
                    <a:pt x="58" y="2240"/>
                  </a:lnTo>
                  <a:lnTo>
                    <a:pt x="5666" y="2336"/>
                  </a:lnTo>
                  <a:lnTo>
                    <a:pt x="5838" y="269"/>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45"/>
            <p:cNvSpPr/>
            <p:nvPr/>
          </p:nvSpPr>
          <p:spPr>
            <a:xfrm rot="-1548641">
              <a:off x="2094669" y="4181948"/>
              <a:ext cx="241292" cy="129092"/>
            </a:xfrm>
            <a:custGeom>
              <a:rect b="b" l="l" r="r" t="t"/>
              <a:pathLst>
                <a:path extrusionOk="0" h="1537" w="2873">
                  <a:moveTo>
                    <a:pt x="1522" y="1"/>
                  </a:moveTo>
                  <a:cubicBezTo>
                    <a:pt x="1494" y="1"/>
                    <a:pt x="1465" y="2"/>
                    <a:pt x="1437" y="6"/>
                  </a:cubicBezTo>
                  <a:cubicBezTo>
                    <a:pt x="671" y="101"/>
                    <a:pt x="58" y="1288"/>
                    <a:pt x="20" y="1345"/>
                  </a:cubicBezTo>
                  <a:cubicBezTo>
                    <a:pt x="1" y="1422"/>
                    <a:pt x="20" y="1479"/>
                    <a:pt x="78" y="1518"/>
                  </a:cubicBezTo>
                  <a:cubicBezTo>
                    <a:pt x="78" y="1537"/>
                    <a:pt x="97" y="1537"/>
                    <a:pt x="135" y="1537"/>
                  </a:cubicBezTo>
                  <a:cubicBezTo>
                    <a:pt x="173" y="1537"/>
                    <a:pt x="231" y="1518"/>
                    <a:pt x="250" y="1441"/>
                  </a:cubicBezTo>
                  <a:cubicBezTo>
                    <a:pt x="250" y="1441"/>
                    <a:pt x="824" y="312"/>
                    <a:pt x="1456" y="235"/>
                  </a:cubicBezTo>
                  <a:cubicBezTo>
                    <a:pt x="1472" y="233"/>
                    <a:pt x="1489" y="233"/>
                    <a:pt x="1505" y="233"/>
                  </a:cubicBezTo>
                  <a:cubicBezTo>
                    <a:pt x="2004" y="233"/>
                    <a:pt x="2474" y="1050"/>
                    <a:pt x="2604" y="1365"/>
                  </a:cubicBezTo>
                  <a:cubicBezTo>
                    <a:pt x="2648" y="1423"/>
                    <a:pt x="2692" y="1448"/>
                    <a:pt x="2736" y="1448"/>
                  </a:cubicBezTo>
                  <a:cubicBezTo>
                    <a:pt x="2749" y="1448"/>
                    <a:pt x="2763" y="1446"/>
                    <a:pt x="2776" y="1441"/>
                  </a:cubicBezTo>
                  <a:cubicBezTo>
                    <a:pt x="2853" y="1384"/>
                    <a:pt x="2872" y="1345"/>
                    <a:pt x="2853" y="1269"/>
                  </a:cubicBezTo>
                  <a:cubicBezTo>
                    <a:pt x="2834" y="1232"/>
                    <a:pt x="2299" y="1"/>
                    <a:pt x="15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45"/>
            <p:cNvSpPr/>
            <p:nvPr/>
          </p:nvSpPr>
          <p:spPr>
            <a:xfrm rot="-1548641">
              <a:off x="1626196" y="4385375"/>
              <a:ext cx="234741" cy="127160"/>
            </a:xfrm>
            <a:custGeom>
              <a:rect b="b" l="l" r="r" t="t"/>
              <a:pathLst>
                <a:path extrusionOk="0" h="1514" w="2795">
                  <a:moveTo>
                    <a:pt x="1509" y="1"/>
                  </a:moveTo>
                  <a:cubicBezTo>
                    <a:pt x="1497" y="1"/>
                    <a:pt x="1486" y="1"/>
                    <a:pt x="1474" y="2"/>
                  </a:cubicBezTo>
                  <a:cubicBezTo>
                    <a:pt x="689" y="59"/>
                    <a:pt x="39" y="1150"/>
                    <a:pt x="20" y="1207"/>
                  </a:cubicBezTo>
                  <a:cubicBezTo>
                    <a:pt x="0" y="1265"/>
                    <a:pt x="20" y="1341"/>
                    <a:pt x="77" y="1361"/>
                  </a:cubicBezTo>
                  <a:cubicBezTo>
                    <a:pt x="94" y="1372"/>
                    <a:pt x="112" y="1376"/>
                    <a:pt x="130" y="1376"/>
                  </a:cubicBezTo>
                  <a:cubicBezTo>
                    <a:pt x="174" y="1376"/>
                    <a:pt x="217" y="1349"/>
                    <a:pt x="230" y="1322"/>
                  </a:cubicBezTo>
                  <a:cubicBezTo>
                    <a:pt x="230" y="1322"/>
                    <a:pt x="843" y="270"/>
                    <a:pt x="1513" y="250"/>
                  </a:cubicBezTo>
                  <a:cubicBezTo>
                    <a:pt x="1523" y="250"/>
                    <a:pt x="1534" y="249"/>
                    <a:pt x="1545" y="249"/>
                  </a:cubicBezTo>
                  <a:cubicBezTo>
                    <a:pt x="2046" y="249"/>
                    <a:pt x="2434" y="1119"/>
                    <a:pt x="2565" y="1437"/>
                  </a:cubicBezTo>
                  <a:cubicBezTo>
                    <a:pt x="2584" y="1495"/>
                    <a:pt x="2623" y="1514"/>
                    <a:pt x="2680" y="1514"/>
                  </a:cubicBezTo>
                  <a:cubicBezTo>
                    <a:pt x="2757" y="1495"/>
                    <a:pt x="2795" y="1437"/>
                    <a:pt x="2776" y="1361"/>
                  </a:cubicBezTo>
                  <a:cubicBezTo>
                    <a:pt x="2738" y="1304"/>
                    <a:pt x="2310" y="1"/>
                    <a:pt x="15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45"/>
            <p:cNvSpPr/>
            <p:nvPr/>
          </p:nvSpPr>
          <p:spPr>
            <a:xfrm rot="-1548641">
              <a:off x="1942520" y="4240401"/>
              <a:ext cx="32251" cy="191328"/>
            </a:xfrm>
            <a:custGeom>
              <a:rect b="b" l="l" r="r" t="t"/>
              <a:pathLst>
                <a:path extrusionOk="0" h="2278" w="384">
                  <a:moveTo>
                    <a:pt x="249" y="0"/>
                  </a:moveTo>
                  <a:cubicBezTo>
                    <a:pt x="211" y="0"/>
                    <a:pt x="134" y="58"/>
                    <a:pt x="134" y="115"/>
                  </a:cubicBezTo>
                  <a:lnTo>
                    <a:pt x="1" y="2163"/>
                  </a:lnTo>
                  <a:cubicBezTo>
                    <a:pt x="1" y="2201"/>
                    <a:pt x="39" y="2278"/>
                    <a:pt x="115" y="2278"/>
                  </a:cubicBezTo>
                  <a:cubicBezTo>
                    <a:pt x="192" y="2278"/>
                    <a:pt x="230" y="2220"/>
                    <a:pt x="230" y="2163"/>
                  </a:cubicBezTo>
                  <a:lnTo>
                    <a:pt x="383" y="115"/>
                  </a:lnTo>
                  <a:cubicBezTo>
                    <a:pt x="383" y="77"/>
                    <a:pt x="326" y="0"/>
                    <a:pt x="249"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45"/>
            <p:cNvSpPr/>
            <p:nvPr/>
          </p:nvSpPr>
          <p:spPr>
            <a:xfrm rot="-1548641">
              <a:off x="1470119" y="4475437"/>
              <a:ext cx="64417" cy="64420"/>
            </a:xfrm>
            <a:custGeom>
              <a:rect b="b" l="l" r="r" t="t"/>
              <a:pathLst>
                <a:path extrusionOk="0" h="767" w="767">
                  <a:moveTo>
                    <a:pt x="383" y="1"/>
                  </a:moveTo>
                  <a:cubicBezTo>
                    <a:pt x="173" y="1"/>
                    <a:pt x="1" y="173"/>
                    <a:pt x="1" y="384"/>
                  </a:cubicBezTo>
                  <a:cubicBezTo>
                    <a:pt x="1" y="613"/>
                    <a:pt x="173" y="766"/>
                    <a:pt x="383" y="766"/>
                  </a:cubicBezTo>
                  <a:cubicBezTo>
                    <a:pt x="594" y="766"/>
                    <a:pt x="766" y="613"/>
                    <a:pt x="766" y="384"/>
                  </a:cubicBezTo>
                  <a:cubicBezTo>
                    <a:pt x="766" y="173"/>
                    <a:pt x="594" y="1"/>
                    <a:pt x="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45"/>
            <p:cNvSpPr/>
            <p:nvPr/>
          </p:nvSpPr>
          <p:spPr>
            <a:xfrm rot="-1548641">
              <a:off x="1724461" y="4137485"/>
              <a:ext cx="112541" cy="126740"/>
            </a:xfrm>
            <a:custGeom>
              <a:rect b="b" l="l" r="r" t="t"/>
              <a:pathLst>
                <a:path extrusionOk="0" h="1509" w="1340">
                  <a:moveTo>
                    <a:pt x="141" y="0"/>
                  </a:moveTo>
                  <a:cubicBezTo>
                    <a:pt x="115" y="0"/>
                    <a:pt x="93" y="11"/>
                    <a:pt x="77" y="35"/>
                  </a:cubicBezTo>
                  <a:cubicBezTo>
                    <a:pt x="19" y="73"/>
                    <a:pt x="0" y="150"/>
                    <a:pt x="58" y="188"/>
                  </a:cubicBezTo>
                  <a:lnTo>
                    <a:pt x="1110" y="1470"/>
                  </a:lnTo>
                  <a:cubicBezTo>
                    <a:pt x="1129" y="1489"/>
                    <a:pt x="1168" y="1509"/>
                    <a:pt x="1206" y="1509"/>
                  </a:cubicBezTo>
                  <a:cubicBezTo>
                    <a:pt x="1225" y="1509"/>
                    <a:pt x="1244" y="1509"/>
                    <a:pt x="1263" y="1489"/>
                  </a:cubicBezTo>
                  <a:cubicBezTo>
                    <a:pt x="1321" y="1432"/>
                    <a:pt x="1340" y="1375"/>
                    <a:pt x="1302" y="1317"/>
                  </a:cubicBezTo>
                  <a:lnTo>
                    <a:pt x="249" y="54"/>
                  </a:lnTo>
                  <a:cubicBezTo>
                    <a:pt x="216" y="21"/>
                    <a:pt x="176" y="0"/>
                    <a:pt x="1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45"/>
            <p:cNvSpPr/>
            <p:nvPr/>
          </p:nvSpPr>
          <p:spPr>
            <a:xfrm rot="-1548641">
              <a:off x="1715326" y="4206009"/>
              <a:ext cx="65929" cy="73323"/>
            </a:xfrm>
            <a:custGeom>
              <a:rect b="b" l="l" r="r" t="t"/>
              <a:pathLst>
                <a:path extrusionOk="0" h="873" w="785">
                  <a:moveTo>
                    <a:pt x="131" y="1"/>
                  </a:moveTo>
                  <a:cubicBezTo>
                    <a:pt x="110" y="1"/>
                    <a:pt x="91" y="9"/>
                    <a:pt x="77" y="30"/>
                  </a:cubicBezTo>
                  <a:cubicBezTo>
                    <a:pt x="19" y="68"/>
                    <a:pt x="0" y="145"/>
                    <a:pt x="57" y="202"/>
                  </a:cubicBezTo>
                  <a:lnTo>
                    <a:pt x="555" y="815"/>
                  </a:lnTo>
                  <a:cubicBezTo>
                    <a:pt x="574" y="834"/>
                    <a:pt x="632" y="872"/>
                    <a:pt x="651" y="872"/>
                  </a:cubicBezTo>
                  <a:cubicBezTo>
                    <a:pt x="670" y="872"/>
                    <a:pt x="689" y="834"/>
                    <a:pt x="727" y="834"/>
                  </a:cubicBezTo>
                  <a:cubicBezTo>
                    <a:pt x="766" y="796"/>
                    <a:pt x="785" y="719"/>
                    <a:pt x="747" y="681"/>
                  </a:cubicBezTo>
                  <a:lnTo>
                    <a:pt x="249" y="49"/>
                  </a:lnTo>
                  <a:cubicBezTo>
                    <a:pt x="213" y="25"/>
                    <a:pt x="169" y="1"/>
                    <a:pt x="1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45"/>
            <p:cNvSpPr/>
            <p:nvPr/>
          </p:nvSpPr>
          <p:spPr>
            <a:xfrm rot="-1548641">
              <a:off x="1968920" y="4039319"/>
              <a:ext cx="119008" cy="121449"/>
            </a:xfrm>
            <a:custGeom>
              <a:rect b="b" l="l" r="r" t="t"/>
              <a:pathLst>
                <a:path extrusionOk="0" h="1446" w="1417">
                  <a:moveTo>
                    <a:pt x="132" y="1"/>
                  </a:moveTo>
                  <a:cubicBezTo>
                    <a:pt x="101" y="1"/>
                    <a:pt x="67" y="10"/>
                    <a:pt x="38" y="29"/>
                  </a:cubicBezTo>
                  <a:cubicBezTo>
                    <a:pt x="0" y="87"/>
                    <a:pt x="0" y="144"/>
                    <a:pt x="38" y="202"/>
                  </a:cubicBezTo>
                  <a:lnTo>
                    <a:pt x="1187" y="1388"/>
                  </a:lnTo>
                  <a:cubicBezTo>
                    <a:pt x="1225" y="1427"/>
                    <a:pt x="1263" y="1446"/>
                    <a:pt x="1283" y="1446"/>
                  </a:cubicBezTo>
                  <a:cubicBezTo>
                    <a:pt x="1321" y="1446"/>
                    <a:pt x="1359" y="1446"/>
                    <a:pt x="1359" y="1388"/>
                  </a:cubicBezTo>
                  <a:cubicBezTo>
                    <a:pt x="1417" y="1350"/>
                    <a:pt x="1417" y="1274"/>
                    <a:pt x="1359" y="1235"/>
                  </a:cubicBezTo>
                  <a:lnTo>
                    <a:pt x="211" y="29"/>
                  </a:lnTo>
                  <a:cubicBezTo>
                    <a:pt x="192" y="10"/>
                    <a:pt x="163" y="1"/>
                    <a:pt x="1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45"/>
            <p:cNvSpPr/>
            <p:nvPr/>
          </p:nvSpPr>
          <p:spPr>
            <a:xfrm rot="-1548641">
              <a:off x="1991788" y="4113939"/>
              <a:ext cx="70800" cy="63160"/>
            </a:xfrm>
            <a:custGeom>
              <a:rect b="b" l="l" r="r" t="t"/>
              <a:pathLst>
                <a:path extrusionOk="0" h="752" w="843">
                  <a:moveTo>
                    <a:pt x="137" y="1"/>
                  </a:moveTo>
                  <a:cubicBezTo>
                    <a:pt x="106" y="1"/>
                    <a:pt x="77" y="15"/>
                    <a:pt x="58" y="44"/>
                  </a:cubicBezTo>
                  <a:cubicBezTo>
                    <a:pt x="0" y="82"/>
                    <a:pt x="0" y="158"/>
                    <a:pt x="58" y="216"/>
                  </a:cubicBezTo>
                  <a:lnTo>
                    <a:pt x="632" y="733"/>
                  </a:lnTo>
                  <a:cubicBezTo>
                    <a:pt x="651" y="752"/>
                    <a:pt x="670" y="752"/>
                    <a:pt x="709" y="752"/>
                  </a:cubicBezTo>
                  <a:cubicBezTo>
                    <a:pt x="747" y="752"/>
                    <a:pt x="766" y="752"/>
                    <a:pt x="804" y="733"/>
                  </a:cubicBezTo>
                  <a:cubicBezTo>
                    <a:pt x="843" y="694"/>
                    <a:pt x="843" y="618"/>
                    <a:pt x="804" y="560"/>
                  </a:cubicBezTo>
                  <a:lnTo>
                    <a:pt x="230" y="44"/>
                  </a:lnTo>
                  <a:cubicBezTo>
                    <a:pt x="201" y="15"/>
                    <a:pt x="168" y="1"/>
                    <a:pt x="1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45"/>
            <p:cNvSpPr/>
            <p:nvPr/>
          </p:nvSpPr>
          <p:spPr>
            <a:xfrm rot="-1548641">
              <a:off x="1877164" y="4076410"/>
              <a:ext cx="32251" cy="175370"/>
            </a:xfrm>
            <a:custGeom>
              <a:rect b="b" l="l" r="r" t="t"/>
              <a:pathLst>
                <a:path extrusionOk="0" h="2088" w="384">
                  <a:moveTo>
                    <a:pt x="250" y="1"/>
                  </a:moveTo>
                  <a:cubicBezTo>
                    <a:pt x="211" y="1"/>
                    <a:pt x="135" y="58"/>
                    <a:pt x="135" y="135"/>
                  </a:cubicBezTo>
                  <a:lnTo>
                    <a:pt x="1" y="1972"/>
                  </a:lnTo>
                  <a:cubicBezTo>
                    <a:pt x="1" y="2011"/>
                    <a:pt x="39" y="2087"/>
                    <a:pt x="116" y="2087"/>
                  </a:cubicBezTo>
                  <a:cubicBezTo>
                    <a:pt x="154" y="2087"/>
                    <a:pt x="231" y="2049"/>
                    <a:pt x="231" y="1972"/>
                  </a:cubicBezTo>
                  <a:lnTo>
                    <a:pt x="384" y="135"/>
                  </a:lnTo>
                  <a:cubicBezTo>
                    <a:pt x="384" y="77"/>
                    <a:pt x="326" y="1"/>
                    <a:pt x="250" y="1"/>
                  </a:cubicBezTo>
                  <a:close/>
                </a:path>
              </a:pathLst>
            </a:custGeom>
            <a:solidFill>
              <a:srgbClr val="FB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45"/>
            <p:cNvSpPr/>
            <p:nvPr/>
          </p:nvSpPr>
          <p:spPr>
            <a:xfrm rot="-1548641">
              <a:off x="1747228" y="4495444"/>
              <a:ext cx="43421" cy="45102"/>
            </a:xfrm>
            <a:custGeom>
              <a:rect b="b" l="l" r="r" t="t"/>
              <a:pathLst>
                <a:path extrusionOk="0" h="537" w="517">
                  <a:moveTo>
                    <a:pt x="249" y="1"/>
                  </a:moveTo>
                  <a:cubicBezTo>
                    <a:pt x="115" y="1"/>
                    <a:pt x="0" y="115"/>
                    <a:pt x="0" y="269"/>
                  </a:cubicBezTo>
                  <a:cubicBezTo>
                    <a:pt x="0" y="422"/>
                    <a:pt x="115" y="537"/>
                    <a:pt x="249" y="537"/>
                  </a:cubicBezTo>
                  <a:cubicBezTo>
                    <a:pt x="402" y="537"/>
                    <a:pt x="517" y="422"/>
                    <a:pt x="517" y="269"/>
                  </a:cubicBezTo>
                  <a:cubicBezTo>
                    <a:pt x="517" y="115"/>
                    <a:pt x="402" y="1"/>
                    <a:pt x="2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45"/>
            <p:cNvSpPr/>
            <p:nvPr/>
          </p:nvSpPr>
          <p:spPr>
            <a:xfrm rot="-1548641">
              <a:off x="2223427" y="4277134"/>
              <a:ext cx="45101" cy="43507"/>
            </a:xfrm>
            <a:custGeom>
              <a:rect b="b" l="l" r="r" t="t"/>
              <a:pathLst>
                <a:path extrusionOk="0" h="518" w="537">
                  <a:moveTo>
                    <a:pt x="269" y="1"/>
                  </a:moveTo>
                  <a:cubicBezTo>
                    <a:pt x="116" y="1"/>
                    <a:pt x="1" y="115"/>
                    <a:pt x="1" y="249"/>
                  </a:cubicBezTo>
                  <a:cubicBezTo>
                    <a:pt x="1" y="403"/>
                    <a:pt x="116" y="517"/>
                    <a:pt x="269" y="517"/>
                  </a:cubicBezTo>
                  <a:cubicBezTo>
                    <a:pt x="403" y="517"/>
                    <a:pt x="537" y="403"/>
                    <a:pt x="537" y="249"/>
                  </a:cubicBezTo>
                  <a:cubicBezTo>
                    <a:pt x="537" y="115"/>
                    <a:pt x="403" y="1"/>
                    <a:pt x="2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7" name="Google Shape;3897;p45"/>
          <p:cNvGrpSpPr/>
          <p:nvPr/>
        </p:nvGrpSpPr>
        <p:grpSpPr>
          <a:xfrm flipH="1" rot="1932056">
            <a:off x="2078162" y="618121"/>
            <a:ext cx="437326" cy="1922019"/>
            <a:chOff x="8466795" y="2815800"/>
            <a:chExt cx="437317" cy="1921984"/>
          </a:xfrm>
        </p:grpSpPr>
        <p:grpSp>
          <p:nvGrpSpPr>
            <p:cNvPr id="3898" name="Google Shape;3898;p45"/>
            <p:cNvGrpSpPr/>
            <p:nvPr/>
          </p:nvGrpSpPr>
          <p:grpSpPr>
            <a:xfrm>
              <a:off x="8466795" y="4606284"/>
              <a:ext cx="128153" cy="131499"/>
              <a:chOff x="8037720" y="3987834"/>
              <a:chExt cx="128153" cy="131499"/>
            </a:xfrm>
          </p:grpSpPr>
          <p:sp>
            <p:nvSpPr>
              <p:cNvPr id="3899" name="Google Shape;3899;p45"/>
              <p:cNvSpPr/>
              <p:nvPr/>
            </p:nvSpPr>
            <p:spPr>
              <a:xfrm>
                <a:off x="8037720" y="3987834"/>
                <a:ext cx="128153" cy="131499"/>
              </a:xfrm>
              <a:custGeom>
                <a:rect b="b" l="l" r="r" t="t"/>
                <a:pathLst>
                  <a:path extrusionOk="0" h="2240" w="2183">
                    <a:moveTo>
                      <a:pt x="1168" y="1"/>
                    </a:moveTo>
                    <a:cubicBezTo>
                      <a:pt x="1110" y="1"/>
                      <a:pt x="1053" y="39"/>
                      <a:pt x="1053" y="115"/>
                    </a:cubicBezTo>
                    <a:lnTo>
                      <a:pt x="1053" y="785"/>
                    </a:lnTo>
                    <a:lnTo>
                      <a:pt x="632" y="326"/>
                    </a:lnTo>
                    <a:cubicBezTo>
                      <a:pt x="603" y="297"/>
                      <a:pt x="570" y="283"/>
                      <a:pt x="538" y="283"/>
                    </a:cubicBezTo>
                    <a:cubicBezTo>
                      <a:pt x="507" y="283"/>
                      <a:pt x="479" y="297"/>
                      <a:pt x="460" y="326"/>
                    </a:cubicBezTo>
                    <a:cubicBezTo>
                      <a:pt x="402" y="383"/>
                      <a:pt x="402" y="441"/>
                      <a:pt x="460" y="498"/>
                    </a:cubicBezTo>
                    <a:lnTo>
                      <a:pt x="919" y="977"/>
                    </a:lnTo>
                    <a:lnTo>
                      <a:pt x="115" y="977"/>
                    </a:lnTo>
                    <a:cubicBezTo>
                      <a:pt x="58" y="977"/>
                      <a:pt x="0" y="1015"/>
                      <a:pt x="0" y="1092"/>
                    </a:cubicBezTo>
                    <a:cubicBezTo>
                      <a:pt x="0" y="1168"/>
                      <a:pt x="58" y="1206"/>
                      <a:pt x="115" y="1206"/>
                    </a:cubicBezTo>
                    <a:lnTo>
                      <a:pt x="861" y="1206"/>
                    </a:lnTo>
                    <a:lnTo>
                      <a:pt x="287" y="1589"/>
                    </a:lnTo>
                    <a:cubicBezTo>
                      <a:pt x="249" y="1647"/>
                      <a:pt x="211" y="1723"/>
                      <a:pt x="268" y="1761"/>
                    </a:cubicBezTo>
                    <a:cubicBezTo>
                      <a:pt x="287" y="1781"/>
                      <a:pt x="306" y="1819"/>
                      <a:pt x="364" y="1819"/>
                    </a:cubicBezTo>
                    <a:cubicBezTo>
                      <a:pt x="383" y="1819"/>
                      <a:pt x="402" y="1819"/>
                      <a:pt x="440" y="1781"/>
                    </a:cubicBezTo>
                    <a:lnTo>
                      <a:pt x="1053" y="1360"/>
                    </a:lnTo>
                    <a:lnTo>
                      <a:pt x="1053" y="2125"/>
                    </a:lnTo>
                    <a:cubicBezTo>
                      <a:pt x="1053" y="2202"/>
                      <a:pt x="1110" y="2240"/>
                      <a:pt x="1168" y="2240"/>
                    </a:cubicBezTo>
                    <a:cubicBezTo>
                      <a:pt x="1225" y="2240"/>
                      <a:pt x="1302" y="2202"/>
                      <a:pt x="1302" y="2125"/>
                    </a:cubicBezTo>
                    <a:lnTo>
                      <a:pt x="1302" y="1379"/>
                    </a:lnTo>
                    <a:lnTo>
                      <a:pt x="1723" y="1838"/>
                    </a:lnTo>
                    <a:cubicBezTo>
                      <a:pt x="1742" y="1857"/>
                      <a:pt x="1799" y="1876"/>
                      <a:pt x="1818" y="1876"/>
                    </a:cubicBezTo>
                    <a:cubicBezTo>
                      <a:pt x="1838" y="1876"/>
                      <a:pt x="1876" y="1876"/>
                      <a:pt x="1895" y="1838"/>
                    </a:cubicBezTo>
                    <a:cubicBezTo>
                      <a:pt x="1933" y="1781"/>
                      <a:pt x="1933" y="1723"/>
                      <a:pt x="1895" y="1666"/>
                    </a:cubicBezTo>
                    <a:lnTo>
                      <a:pt x="1436" y="1187"/>
                    </a:lnTo>
                    <a:lnTo>
                      <a:pt x="2067" y="1187"/>
                    </a:lnTo>
                    <a:cubicBezTo>
                      <a:pt x="2125" y="1187"/>
                      <a:pt x="2182" y="1149"/>
                      <a:pt x="2182" y="1072"/>
                    </a:cubicBezTo>
                    <a:cubicBezTo>
                      <a:pt x="2182" y="996"/>
                      <a:pt x="2125" y="958"/>
                      <a:pt x="2067" y="958"/>
                    </a:cubicBezTo>
                    <a:lnTo>
                      <a:pt x="1627" y="958"/>
                    </a:lnTo>
                    <a:lnTo>
                      <a:pt x="2086" y="632"/>
                    </a:lnTo>
                    <a:cubicBezTo>
                      <a:pt x="2125" y="594"/>
                      <a:pt x="2163" y="517"/>
                      <a:pt x="2106" y="479"/>
                    </a:cubicBezTo>
                    <a:cubicBezTo>
                      <a:pt x="2081" y="442"/>
                      <a:pt x="2040" y="421"/>
                      <a:pt x="1999" y="421"/>
                    </a:cubicBezTo>
                    <a:cubicBezTo>
                      <a:pt x="1976" y="421"/>
                      <a:pt x="1954" y="427"/>
                      <a:pt x="1933" y="441"/>
                    </a:cubicBezTo>
                    <a:lnTo>
                      <a:pt x="1302" y="900"/>
                    </a:lnTo>
                    <a:lnTo>
                      <a:pt x="1302" y="115"/>
                    </a:lnTo>
                    <a:cubicBezTo>
                      <a:pt x="1302" y="39"/>
                      <a:pt x="1244" y="1"/>
                      <a:pt x="11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45"/>
              <p:cNvSpPr/>
              <p:nvPr/>
            </p:nvSpPr>
            <p:spPr>
              <a:xfrm>
                <a:off x="8050049" y="4012490"/>
                <a:ext cx="114710" cy="82128"/>
              </a:xfrm>
              <a:custGeom>
                <a:rect b="b" l="l" r="r" t="t"/>
                <a:pathLst>
                  <a:path extrusionOk="0" h="1399" w="1954">
                    <a:moveTo>
                      <a:pt x="1789" y="1"/>
                    </a:moveTo>
                    <a:cubicBezTo>
                      <a:pt x="1766" y="1"/>
                      <a:pt x="1744" y="7"/>
                      <a:pt x="1723" y="21"/>
                    </a:cubicBezTo>
                    <a:lnTo>
                      <a:pt x="77" y="1169"/>
                    </a:lnTo>
                    <a:cubicBezTo>
                      <a:pt x="39" y="1227"/>
                      <a:pt x="1" y="1284"/>
                      <a:pt x="58" y="1341"/>
                    </a:cubicBezTo>
                    <a:cubicBezTo>
                      <a:pt x="77" y="1361"/>
                      <a:pt x="96" y="1399"/>
                      <a:pt x="154" y="1399"/>
                    </a:cubicBezTo>
                    <a:cubicBezTo>
                      <a:pt x="173" y="1399"/>
                      <a:pt x="192" y="1399"/>
                      <a:pt x="230" y="1361"/>
                    </a:cubicBezTo>
                    <a:lnTo>
                      <a:pt x="1876" y="212"/>
                    </a:lnTo>
                    <a:cubicBezTo>
                      <a:pt x="1915" y="174"/>
                      <a:pt x="1953" y="97"/>
                      <a:pt x="1896" y="59"/>
                    </a:cubicBezTo>
                    <a:cubicBezTo>
                      <a:pt x="1871" y="22"/>
                      <a:pt x="1830" y="1"/>
                      <a:pt x="1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45"/>
              <p:cNvSpPr/>
              <p:nvPr/>
            </p:nvSpPr>
            <p:spPr>
              <a:xfrm>
                <a:off x="8061320" y="4004389"/>
                <a:ext cx="89936" cy="93634"/>
              </a:xfrm>
              <a:custGeom>
                <a:rect b="b" l="l" r="r" t="t"/>
                <a:pathLst>
                  <a:path extrusionOk="0" h="1595" w="1532">
                    <a:moveTo>
                      <a:pt x="136" y="1"/>
                    </a:moveTo>
                    <a:cubicBezTo>
                      <a:pt x="105" y="1"/>
                      <a:pt x="77" y="15"/>
                      <a:pt x="58" y="44"/>
                    </a:cubicBezTo>
                    <a:cubicBezTo>
                      <a:pt x="0" y="82"/>
                      <a:pt x="0" y="159"/>
                      <a:pt x="58" y="216"/>
                    </a:cubicBezTo>
                    <a:lnTo>
                      <a:pt x="1321" y="1556"/>
                    </a:lnTo>
                    <a:cubicBezTo>
                      <a:pt x="1340" y="1575"/>
                      <a:pt x="1397" y="1594"/>
                      <a:pt x="1416" y="1594"/>
                    </a:cubicBezTo>
                    <a:cubicBezTo>
                      <a:pt x="1436" y="1594"/>
                      <a:pt x="1474" y="1594"/>
                      <a:pt x="1493" y="1556"/>
                    </a:cubicBezTo>
                    <a:cubicBezTo>
                      <a:pt x="1531" y="1499"/>
                      <a:pt x="1531" y="1422"/>
                      <a:pt x="1493" y="1384"/>
                    </a:cubicBezTo>
                    <a:lnTo>
                      <a:pt x="230" y="44"/>
                    </a:lnTo>
                    <a:cubicBezTo>
                      <a:pt x="201" y="15"/>
                      <a:pt x="168" y="1"/>
                      <a:pt x="1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45"/>
              <p:cNvSpPr/>
              <p:nvPr/>
            </p:nvSpPr>
            <p:spPr>
              <a:xfrm>
                <a:off x="8037720" y="4044015"/>
                <a:ext cx="128153" cy="14676"/>
              </a:xfrm>
              <a:custGeom>
                <a:rect b="b" l="l" r="r" t="t"/>
                <a:pathLst>
                  <a:path extrusionOk="0" h="250" w="2183">
                    <a:moveTo>
                      <a:pt x="2067" y="1"/>
                    </a:moveTo>
                    <a:lnTo>
                      <a:pt x="115" y="20"/>
                    </a:lnTo>
                    <a:cubicBezTo>
                      <a:pt x="58" y="20"/>
                      <a:pt x="0" y="58"/>
                      <a:pt x="0" y="135"/>
                    </a:cubicBezTo>
                    <a:cubicBezTo>
                      <a:pt x="0" y="211"/>
                      <a:pt x="58" y="249"/>
                      <a:pt x="115" y="249"/>
                    </a:cubicBezTo>
                    <a:lnTo>
                      <a:pt x="2067" y="230"/>
                    </a:lnTo>
                    <a:cubicBezTo>
                      <a:pt x="2125" y="230"/>
                      <a:pt x="2182" y="173"/>
                      <a:pt x="2182" y="115"/>
                    </a:cubicBezTo>
                    <a:cubicBezTo>
                      <a:pt x="2182" y="39"/>
                      <a:pt x="2125"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3" name="Google Shape;3903;p45"/>
            <p:cNvSpPr/>
            <p:nvPr/>
          </p:nvSpPr>
          <p:spPr>
            <a:xfrm>
              <a:off x="8515199" y="3270235"/>
              <a:ext cx="98918" cy="96687"/>
            </a:xfrm>
            <a:custGeom>
              <a:rect b="b" l="l" r="r" t="t"/>
              <a:pathLst>
                <a:path extrusionOk="0" h="1647" w="1685">
                  <a:moveTo>
                    <a:pt x="843" y="230"/>
                  </a:moveTo>
                  <a:cubicBezTo>
                    <a:pt x="1015" y="230"/>
                    <a:pt x="1149" y="307"/>
                    <a:pt x="1245" y="422"/>
                  </a:cubicBezTo>
                  <a:cubicBezTo>
                    <a:pt x="1359" y="517"/>
                    <a:pt x="1417" y="670"/>
                    <a:pt x="1417" y="843"/>
                  </a:cubicBezTo>
                  <a:cubicBezTo>
                    <a:pt x="1417" y="1149"/>
                    <a:pt x="1130" y="1417"/>
                    <a:pt x="823" y="1417"/>
                  </a:cubicBezTo>
                  <a:cubicBezTo>
                    <a:pt x="498" y="1417"/>
                    <a:pt x="249" y="1149"/>
                    <a:pt x="249" y="804"/>
                  </a:cubicBezTo>
                  <a:cubicBezTo>
                    <a:pt x="249" y="498"/>
                    <a:pt x="498" y="230"/>
                    <a:pt x="843" y="230"/>
                  </a:cubicBezTo>
                  <a:close/>
                  <a:moveTo>
                    <a:pt x="843" y="0"/>
                  </a:moveTo>
                  <a:cubicBezTo>
                    <a:pt x="383" y="0"/>
                    <a:pt x="0" y="364"/>
                    <a:pt x="0" y="804"/>
                  </a:cubicBezTo>
                  <a:cubicBezTo>
                    <a:pt x="0" y="1264"/>
                    <a:pt x="383" y="1647"/>
                    <a:pt x="843" y="1647"/>
                  </a:cubicBezTo>
                  <a:cubicBezTo>
                    <a:pt x="1302" y="1647"/>
                    <a:pt x="1685" y="1283"/>
                    <a:pt x="1685" y="804"/>
                  </a:cubicBezTo>
                  <a:cubicBezTo>
                    <a:pt x="1685" y="594"/>
                    <a:pt x="1589" y="402"/>
                    <a:pt x="1436" y="230"/>
                  </a:cubicBezTo>
                  <a:cubicBezTo>
                    <a:pt x="1264" y="96"/>
                    <a:pt x="1053" y="0"/>
                    <a:pt x="8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45"/>
            <p:cNvSpPr/>
            <p:nvPr/>
          </p:nvSpPr>
          <p:spPr>
            <a:xfrm>
              <a:off x="8688313" y="2815800"/>
              <a:ext cx="215800" cy="213627"/>
            </a:xfrm>
            <a:custGeom>
              <a:rect b="b" l="l" r="r" t="t"/>
              <a:pathLst>
                <a:path extrusionOk="0" h="3639" w="3676">
                  <a:moveTo>
                    <a:pt x="939" y="308"/>
                  </a:moveTo>
                  <a:lnTo>
                    <a:pt x="939" y="308"/>
                  </a:lnTo>
                  <a:cubicBezTo>
                    <a:pt x="1073" y="404"/>
                    <a:pt x="1321" y="576"/>
                    <a:pt x="1570" y="767"/>
                  </a:cubicBezTo>
                  <a:cubicBezTo>
                    <a:pt x="1417" y="863"/>
                    <a:pt x="1264" y="978"/>
                    <a:pt x="1092" y="1073"/>
                  </a:cubicBezTo>
                  <a:cubicBezTo>
                    <a:pt x="977" y="672"/>
                    <a:pt x="958" y="442"/>
                    <a:pt x="939" y="308"/>
                  </a:cubicBezTo>
                  <a:close/>
                  <a:moveTo>
                    <a:pt x="2853" y="384"/>
                  </a:moveTo>
                  <a:lnTo>
                    <a:pt x="2853" y="384"/>
                  </a:lnTo>
                  <a:cubicBezTo>
                    <a:pt x="2795" y="499"/>
                    <a:pt x="2719" y="786"/>
                    <a:pt x="2546" y="1227"/>
                  </a:cubicBezTo>
                  <a:cubicBezTo>
                    <a:pt x="2393" y="1073"/>
                    <a:pt x="2202" y="940"/>
                    <a:pt x="2010" y="786"/>
                  </a:cubicBezTo>
                  <a:cubicBezTo>
                    <a:pt x="2432" y="557"/>
                    <a:pt x="2700" y="442"/>
                    <a:pt x="2853" y="384"/>
                  </a:cubicBezTo>
                  <a:close/>
                  <a:moveTo>
                    <a:pt x="958" y="1495"/>
                  </a:moveTo>
                  <a:cubicBezTo>
                    <a:pt x="996" y="1705"/>
                    <a:pt x="1073" y="1916"/>
                    <a:pt x="1130" y="2126"/>
                  </a:cubicBezTo>
                  <a:cubicBezTo>
                    <a:pt x="613" y="2088"/>
                    <a:pt x="403" y="2011"/>
                    <a:pt x="307" y="1992"/>
                  </a:cubicBezTo>
                  <a:cubicBezTo>
                    <a:pt x="384" y="1897"/>
                    <a:pt x="594" y="1724"/>
                    <a:pt x="958" y="1495"/>
                  </a:cubicBezTo>
                  <a:close/>
                  <a:moveTo>
                    <a:pt x="1762" y="940"/>
                  </a:moveTo>
                  <a:cubicBezTo>
                    <a:pt x="2030" y="1131"/>
                    <a:pt x="2278" y="1303"/>
                    <a:pt x="2470" y="1456"/>
                  </a:cubicBezTo>
                  <a:cubicBezTo>
                    <a:pt x="2374" y="1724"/>
                    <a:pt x="2278" y="1992"/>
                    <a:pt x="2183" y="2222"/>
                  </a:cubicBezTo>
                  <a:cubicBezTo>
                    <a:pt x="1857" y="2203"/>
                    <a:pt x="1609" y="2184"/>
                    <a:pt x="1360" y="2165"/>
                  </a:cubicBezTo>
                  <a:cubicBezTo>
                    <a:pt x="1283" y="1897"/>
                    <a:pt x="1226" y="1609"/>
                    <a:pt x="1149" y="1341"/>
                  </a:cubicBezTo>
                  <a:cubicBezTo>
                    <a:pt x="1341" y="1207"/>
                    <a:pt x="1551" y="1054"/>
                    <a:pt x="1762" y="940"/>
                  </a:cubicBezTo>
                  <a:close/>
                  <a:moveTo>
                    <a:pt x="2661" y="1629"/>
                  </a:moveTo>
                  <a:cubicBezTo>
                    <a:pt x="3102" y="2011"/>
                    <a:pt x="3274" y="2203"/>
                    <a:pt x="3350" y="2298"/>
                  </a:cubicBezTo>
                  <a:cubicBezTo>
                    <a:pt x="3159" y="2298"/>
                    <a:pt x="2795" y="2279"/>
                    <a:pt x="2412" y="2260"/>
                  </a:cubicBezTo>
                  <a:cubicBezTo>
                    <a:pt x="2508" y="2031"/>
                    <a:pt x="2585" y="1839"/>
                    <a:pt x="2661" y="1629"/>
                  </a:cubicBezTo>
                  <a:close/>
                  <a:moveTo>
                    <a:pt x="1436" y="2413"/>
                  </a:moveTo>
                  <a:cubicBezTo>
                    <a:pt x="1628" y="2413"/>
                    <a:pt x="1838" y="2452"/>
                    <a:pt x="2087" y="2490"/>
                  </a:cubicBezTo>
                  <a:cubicBezTo>
                    <a:pt x="1896" y="2892"/>
                    <a:pt x="1762" y="3160"/>
                    <a:pt x="1704" y="3313"/>
                  </a:cubicBezTo>
                  <a:cubicBezTo>
                    <a:pt x="1647" y="3122"/>
                    <a:pt x="1551" y="2834"/>
                    <a:pt x="1436" y="2413"/>
                  </a:cubicBezTo>
                  <a:close/>
                  <a:moveTo>
                    <a:pt x="818" y="1"/>
                  </a:moveTo>
                  <a:cubicBezTo>
                    <a:pt x="771" y="1"/>
                    <a:pt x="715" y="22"/>
                    <a:pt x="690" y="59"/>
                  </a:cubicBezTo>
                  <a:cubicBezTo>
                    <a:pt x="652" y="97"/>
                    <a:pt x="594" y="174"/>
                    <a:pt x="862" y="1246"/>
                  </a:cubicBezTo>
                  <a:cubicBezTo>
                    <a:pt x="498" y="1495"/>
                    <a:pt x="96" y="1801"/>
                    <a:pt x="20" y="1935"/>
                  </a:cubicBezTo>
                  <a:cubicBezTo>
                    <a:pt x="1" y="1992"/>
                    <a:pt x="1" y="2031"/>
                    <a:pt x="20" y="2088"/>
                  </a:cubicBezTo>
                  <a:cubicBezTo>
                    <a:pt x="77" y="2165"/>
                    <a:pt x="211" y="2279"/>
                    <a:pt x="1168" y="2375"/>
                  </a:cubicBezTo>
                  <a:cubicBezTo>
                    <a:pt x="1283" y="2796"/>
                    <a:pt x="1513" y="3466"/>
                    <a:pt x="1551" y="3562"/>
                  </a:cubicBezTo>
                  <a:cubicBezTo>
                    <a:pt x="1570" y="3619"/>
                    <a:pt x="1628" y="3638"/>
                    <a:pt x="1666" y="3638"/>
                  </a:cubicBezTo>
                  <a:cubicBezTo>
                    <a:pt x="1762" y="3638"/>
                    <a:pt x="1838" y="3638"/>
                    <a:pt x="2298" y="2471"/>
                  </a:cubicBezTo>
                  <a:cubicBezTo>
                    <a:pt x="2948" y="2509"/>
                    <a:pt x="3465" y="2547"/>
                    <a:pt x="3465" y="2547"/>
                  </a:cubicBezTo>
                  <a:cubicBezTo>
                    <a:pt x="3523" y="2547"/>
                    <a:pt x="3542" y="2509"/>
                    <a:pt x="3561" y="2490"/>
                  </a:cubicBezTo>
                  <a:cubicBezTo>
                    <a:pt x="3676" y="2337"/>
                    <a:pt x="3580" y="2107"/>
                    <a:pt x="2719" y="1380"/>
                  </a:cubicBezTo>
                  <a:cubicBezTo>
                    <a:pt x="2872" y="1035"/>
                    <a:pt x="3063" y="480"/>
                    <a:pt x="3063" y="308"/>
                  </a:cubicBezTo>
                  <a:cubicBezTo>
                    <a:pt x="3063" y="270"/>
                    <a:pt x="3044" y="212"/>
                    <a:pt x="3006" y="193"/>
                  </a:cubicBezTo>
                  <a:cubicBezTo>
                    <a:pt x="2987" y="174"/>
                    <a:pt x="2948" y="155"/>
                    <a:pt x="2872" y="155"/>
                  </a:cubicBezTo>
                  <a:cubicBezTo>
                    <a:pt x="2700" y="155"/>
                    <a:pt x="2336" y="308"/>
                    <a:pt x="1762" y="652"/>
                  </a:cubicBezTo>
                  <a:cubicBezTo>
                    <a:pt x="1283" y="308"/>
                    <a:pt x="900" y="21"/>
                    <a:pt x="881" y="21"/>
                  </a:cubicBezTo>
                  <a:cubicBezTo>
                    <a:pt x="868" y="7"/>
                    <a:pt x="844" y="1"/>
                    <a:pt x="8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45"/>
            <p:cNvSpPr/>
            <p:nvPr/>
          </p:nvSpPr>
          <p:spPr>
            <a:xfrm>
              <a:off x="8744658" y="4029962"/>
              <a:ext cx="156214" cy="157388"/>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6" name="Google Shape;3906;p45"/>
          <p:cNvGrpSpPr/>
          <p:nvPr/>
        </p:nvGrpSpPr>
        <p:grpSpPr>
          <a:xfrm flipH="1">
            <a:off x="645341" y="1229027"/>
            <a:ext cx="912442" cy="904767"/>
            <a:chOff x="7775874" y="1308052"/>
            <a:chExt cx="912442" cy="904767"/>
          </a:xfrm>
        </p:grpSpPr>
        <p:sp>
          <p:nvSpPr>
            <p:cNvPr id="3907" name="Google Shape;3907;p45"/>
            <p:cNvSpPr/>
            <p:nvPr/>
          </p:nvSpPr>
          <p:spPr>
            <a:xfrm>
              <a:off x="7775874" y="1308052"/>
              <a:ext cx="912442" cy="904767"/>
            </a:xfrm>
            <a:custGeom>
              <a:rect b="b" l="l" r="r" t="t"/>
              <a:pathLst>
                <a:path extrusionOk="0" h="11199" w="11294">
                  <a:moveTo>
                    <a:pt x="4135" y="2642"/>
                  </a:moveTo>
                  <a:cubicBezTo>
                    <a:pt x="4288" y="2738"/>
                    <a:pt x="4441" y="2834"/>
                    <a:pt x="4594" y="2949"/>
                  </a:cubicBezTo>
                  <a:cubicBezTo>
                    <a:pt x="4728" y="3063"/>
                    <a:pt x="4919" y="3121"/>
                    <a:pt x="5092" y="3121"/>
                  </a:cubicBezTo>
                  <a:cubicBezTo>
                    <a:pt x="5187" y="3121"/>
                    <a:pt x="5264" y="3083"/>
                    <a:pt x="5360" y="3063"/>
                  </a:cubicBezTo>
                  <a:cubicBezTo>
                    <a:pt x="5532" y="3025"/>
                    <a:pt x="5647" y="2929"/>
                    <a:pt x="5761" y="2776"/>
                  </a:cubicBezTo>
                  <a:cubicBezTo>
                    <a:pt x="5838" y="2872"/>
                    <a:pt x="5934" y="2929"/>
                    <a:pt x="6029" y="2968"/>
                  </a:cubicBezTo>
                  <a:cubicBezTo>
                    <a:pt x="6144" y="3025"/>
                    <a:pt x="6278" y="3063"/>
                    <a:pt x="6393" y="3063"/>
                  </a:cubicBezTo>
                  <a:cubicBezTo>
                    <a:pt x="6565" y="3063"/>
                    <a:pt x="6699" y="3025"/>
                    <a:pt x="6814" y="2949"/>
                  </a:cubicBezTo>
                  <a:cubicBezTo>
                    <a:pt x="6872" y="2929"/>
                    <a:pt x="6891" y="2910"/>
                    <a:pt x="6948" y="2910"/>
                  </a:cubicBezTo>
                  <a:cubicBezTo>
                    <a:pt x="6948" y="3044"/>
                    <a:pt x="6967" y="3178"/>
                    <a:pt x="7063" y="3389"/>
                  </a:cubicBezTo>
                  <a:cubicBezTo>
                    <a:pt x="7120" y="3542"/>
                    <a:pt x="7350" y="3829"/>
                    <a:pt x="7810" y="3829"/>
                  </a:cubicBezTo>
                  <a:lnTo>
                    <a:pt x="7905" y="3829"/>
                  </a:lnTo>
                  <a:cubicBezTo>
                    <a:pt x="7982" y="3810"/>
                    <a:pt x="8116" y="3810"/>
                    <a:pt x="8288" y="3791"/>
                  </a:cubicBezTo>
                  <a:lnTo>
                    <a:pt x="8288" y="3791"/>
                  </a:lnTo>
                  <a:cubicBezTo>
                    <a:pt x="8250" y="3810"/>
                    <a:pt x="8250" y="3867"/>
                    <a:pt x="8231" y="3886"/>
                  </a:cubicBezTo>
                  <a:cubicBezTo>
                    <a:pt x="8154" y="4001"/>
                    <a:pt x="8077" y="4193"/>
                    <a:pt x="8135" y="4403"/>
                  </a:cubicBezTo>
                  <a:cubicBezTo>
                    <a:pt x="8154" y="4767"/>
                    <a:pt x="8441" y="5054"/>
                    <a:pt x="8786" y="5092"/>
                  </a:cubicBezTo>
                  <a:cubicBezTo>
                    <a:pt x="8824" y="5092"/>
                    <a:pt x="8862" y="5131"/>
                    <a:pt x="8901" y="5131"/>
                  </a:cubicBezTo>
                  <a:cubicBezTo>
                    <a:pt x="8824" y="5188"/>
                    <a:pt x="8728" y="5245"/>
                    <a:pt x="8633" y="5322"/>
                  </a:cubicBezTo>
                  <a:cubicBezTo>
                    <a:pt x="8613" y="5341"/>
                    <a:pt x="8594" y="5360"/>
                    <a:pt x="8537" y="5379"/>
                  </a:cubicBezTo>
                  <a:cubicBezTo>
                    <a:pt x="8384" y="5552"/>
                    <a:pt x="8288" y="5781"/>
                    <a:pt x="8288" y="5992"/>
                  </a:cubicBezTo>
                  <a:cubicBezTo>
                    <a:pt x="8288" y="6202"/>
                    <a:pt x="8326" y="6394"/>
                    <a:pt x="8499" y="6566"/>
                  </a:cubicBezTo>
                  <a:cubicBezTo>
                    <a:pt x="8518" y="6585"/>
                    <a:pt x="8575" y="6643"/>
                    <a:pt x="8613" y="6662"/>
                  </a:cubicBezTo>
                  <a:cubicBezTo>
                    <a:pt x="8671" y="6681"/>
                    <a:pt x="8709" y="6738"/>
                    <a:pt x="8767" y="6758"/>
                  </a:cubicBezTo>
                  <a:cubicBezTo>
                    <a:pt x="8633" y="6777"/>
                    <a:pt x="8518" y="6796"/>
                    <a:pt x="8384" y="6815"/>
                  </a:cubicBezTo>
                  <a:cubicBezTo>
                    <a:pt x="8307" y="6815"/>
                    <a:pt x="8231" y="6853"/>
                    <a:pt x="8192" y="6892"/>
                  </a:cubicBezTo>
                  <a:cubicBezTo>
                    <a:pt x="8039" y="6968"/>
                    <a:pt x="7944" y="7064"/>
                    <a:pt x="7905" y="7102"/>
                  </a:cubicBezTo>
                  <a:cubicBezTo>
                    <a:pt x="7848" y="7160"/>
                    <a:pt x="7810" y="7236"/>
                    <a:pt x="7752" y="7293"/>
                  </a:cubicBezTo>
                  <a:cubicBezTo>
                    <a:pt x="7618" y="7561"/>
                    <a:pt x="7637" y="7868"/>
                    <a:pt x="7771" y="8117"/>
                  </a:cubicBezTo>
                  <a:cubicBezTo>
                    <a:pt x="7771" y="8136"/>
                    <a:pt x="7810" y="8136"/>
                    <a:pt x="7810" y="8155"/>
                  </a:cubicBezTo>
                  <a:cubicBezTo>
                    <a:pt x="7733" y="8136"/>
                    <a:pt x="7656" y="8136"/>
                    <a:pt x="7618" y="8117"/>
                  </a:cubicBezTo>
                  <a:cubicBezTo>
                    <a:pt x="7542" y="8097"/>
                    <a:pt x="7465" y="8097"/>
                    <a:pt x="7388" y="8097"/>
                  </a:cubicBezTo>
                  <a:cubicBezTo>
                    <a:pt x="7082" y="8097"/>
                    <a:pt x="6795" y="8289"/>
                    <a:pt x="6661" y="8576"/>
                  </a:cubicBezTo>
                  <a:cubicBezTo>
                    <a:pt x="6623" y="8595"/>
                    <a:pt x="6623" y="8633"/>
                    <a:pt x="6604" y="8672"/>
                  </a:cubicBezTo>
                  <a:cubicBezTo>
                    <a:pt x="6585" y="8710"/>
                    <a:pt x="6585" y="8767"/>
                    <a:pt x="6565" y="8786"/>
                  </a:cubicBezTo>
                  <a:lnTo>
                    <a:pt x="6412" y="8576"/>
                  </a:lnTo>
                  <a:cubicBezTo>
                    <a:pt x="6393" y="8538"/>
                    <a:pt x="6374" y="8499"/>
                    <a:pt x="6336" y="8480"/>
                  </a:cubicBezTo>
                  <a:cubicBezTo>
                    <a:pt x="6278" y="8404"/>
                    <a:pt x="6202" y="8346"/>
                    <a:pt x="6125" y="8308"/>
                  </a:cubicBezTo>
                  <a:cubicBezTo>
                    <a:pt x="6087" y="8251"/>
                    <a:pt x="6010" y="8212"/>
                    <a:pt x="5934" y="8193"/>
                  </a:cubicBezTo>
                  <a:cubicBezTo>
                    <a:pt x="5838" y="8136"/>
                    <a:pt x="5742" y="8136"/>
                    <a:pt x="5666" y="8136"/>
                  </a:cubicBezTo>
                  <a:cubicBezTo>
                    <a:pt x="5474" y="8136"/>
                    <a:pt x="5321" y="8212"/>
                    <a:pt x="5168" y="8346"/>
                  </a:cubicBezTo>
                  <a:lnTo>
                    <a:pt x="4958" y="8576"/>
                  </a:lnTo>
                  <a:cubicBezTo>
                    <a:pt x="4900" y="8423"/>
                    <a:pt x="4843" y="8289"/>
                    <a:pt x="4709" y="8155"/>
                  </a:cubicBezTo>
                  <a:cubicBezTo>
                    <a:pt x="4613" y="8059"/>
                    <a:pt x="4479" y="8002"/>
                    <a:pt x="4326" y="7963"/>
                  </a:cubicBezTo>
                  <a:cubicBezTo>
                    <a:pt x="4288" y="7963"/>
                    <a:pt x="4230" y="7944"/>
                    <a:pt x="4173" y="7944"/>
                  </a:cubicBezTo>
                  <a:cubicBezTo>
                    <a:pt x="4039" y="7944"/>
                    <a:pt x="3924" y="7963"/>
                    <a:pt x="3809" y="8021"/>
                  </a:cubicBezTo>
                  <a:cubicBezTo>
                    <a:pt x="3694" y="8059"/>
                    <a:pt x="3560" y="8117"/>
                    <a:pt x="3426" y="8155"/>
                  </a:cubicBezTo>
                  <a:cubicBezTo>
                    <a:pt x="3426" y="8117"/>
                    <a:pt x="3465" y="8002"/>
                    <a:pt x="3465" y="8002"/>
                  </a:cubicBezTo>
                  <a:cubicBezTo>
                    <a:pt x="3522" y="7906"/>
                    <a:pt x="3541" y="7772"/>
                    <a:pt x="3541" y="7676"/>
                  </a:cubicBezTo>
                  <a:cubicBezTo>
                    <a:pt x="3541" y="7466"/>
                    <a:pt x="3465" y="7274"/>
                    <a:pt x="3311" y="7140"/>
                  </a:cubicBezTo>
                  <a:cubicBezTo>
                    <a:pt x="3254" y="7083"/>
                    <a:pt x="3082" y="6911"/>
                    <a:pt x="2852" y="6892"/>
                  </a:cubicBezTo>
                  <a:cubicBezTo>
                    <a:pt x="2776" y="6872"/>
                    <a:pt x="2680" y="6853"/>
                    <a:pt x="2603" y="6853"/>
                  </a:cubicBezTo>
                  <a:cubicBezTo>
                    <a:pt x="2661" y="6815"/>
                    <a:pt x="2699" y="6777"/>
                    <a:pt x="2737" y="6758"/>
                  </a:cubicBezTo>
                  <a:lnTo>
                    <a:pt x="2795" y="6681"/>
                  </a:lnTo>
                  <a:cubicBezTo>
                    <a:pt x="2967" y="6509"/>
                    <a:pt x="3063" y="6298"/>
                    <a:pt x="3063" y="6088"/>
                  </a:cubicBezTo>
                  <a:cubicBezTo>
                    <a:pt x="3063" y="5839"/>
                    <a:pt x="2967" y="5647"/>
                    <a:pt x="2795" y="5475"/>
                  </a:cubicBezTo>
                  <a:cubicBezTo>
                    <a:pt x="2756" y="5437"/>
                    <a:pt x="2699" y="5379"/>
                    <a:pt x="2642" y="5360"/>
                  </a:cubicBezTo>
                  <a:cubicBezTo>
                    <a:pt x="2546" y="5322"/>
                    <a:pt x="2412" y="5245"/>
                    <a:pt x="2335" y="5188"/>
                  </a:cubicBezTo>
                  <a:cubicBezTo>
                    <a:pt x="2412" y="5169"/>
                    <a:pt x="2488" y="5169"/>
                    <a:pt x="2565" y="5150"/>
                  </a:cubicBezTo>
                  <a:cubicBezTo>
                    <a:pt x="2680" y="5131"/>
                    <a:pt x="2814" y="5054"/>
                    <a:pt x="2910" y="4958"/>
                  </a:cubicBezTo>
                  <a:lnTo>
                    <a:pt x="2986" y="4882"/>
                  </a:lnTo>
                  <a:cubicBezTo>
                    <a:pt x="3139" y="4748"/>
                    <a:pt x="3235" y="4518"/>
                    <a:pt x="3235" y="4327"/>
                  </a:cubicBezTo>
                  <a:cubicBezTo>
                    <a:pt x="3235" y="4193"/>
                    <a:pt x="3178" y="4040"/>
                    <a:pt x="3101" y="3906"/>
                  </a:cubicBezTo>
                  <a:cubicBezTo>
                    <a:pt x="3082" y="3886"/>
                    <a:pt x="3063" y="3829"/>
                    <a:pt x="3063" y="3810"/>
                  </a:cubicBezTo>
                  <a:lnTo>
                    <a:pt x="3082" y="3810"/>
                  </a:lnTo>
                  <a:cubicBezTo>
                    <a:pt x="3139" y="3829"/>
                    <a:pt x="3178" y="3829"/>
                    <a:pt x="3254" y="3829"/>
                  </a:cubicBezTo>
                  <a:cubicBezTo>
                    <a:pt x="3484" y="3829"/>
                    <a:pt x="3713" y="3752"/>
                    <a:pt x="3847" y="3599"/>
                  </a:cubicBezTo>
                  <a:cubicBezTo>
                    <a:pt x="4020" y="3427"/>
                    <a:pt x="4115" y="3236"/>
                    <a:pt x="4115" y="2987"/>
                  </a:cubicBezTo>
                  <a:cubicBezTo>
                    <a:pt x="4115" y="2872"/>
                    <a:pt x="4115" y="2738"/>
                    <a:pt x="4135" y="2642"/>
                  </a:cubicBezTo>
                  <a:close/>
                  <a:moveTo>
                    <a:pt x="5647" y="1"/>
                  </a:moveTo>
                  <a:cubicBezTo>
                    <a:pt x="5149" y="1"/>
                    <a:pt x="4881" y="345"/>
                    <a:pt x="4613" y="1054"/>
                  </a:cubicBezTo>
                  <a:cubicBezTo>
                    <a:pt x="3809" y="556"/>
                    <a:pt x="3637" y="518"/>
                    <a:pt x="3407" y="518"/>
                  </a:cubicBezTo>
                  <a:cubicBezTo>
                    <a:pt x="3350" y="518"/>
                    <a:pt x="3273" y="518"/>
                    <a:pt x="3235" y="537"/>
                  </a:cubicBezTo>
                  <a:cubicBezTo>
                    <a:pt x="2680" y="671"/>
                    <a:pt x="2546" y="1130"/>
                    <a:pt x="2488" y="2049"/>
                  </a:cubicBezTo>
                  <a:cubicBezTo>
                    <a:pt x="2201" y="1992"/>
                    <a:pt x="1914" y="1953"/>
                    <a:pt x="1742" y="1953"/>
                  </a:cubicBezTo>
                  <a:cubicBezTo>
                    <a:pt x="1646" y="1953"/>
                    <a:pt x="1493" y="1953"/>
                    <a:pt x="1302" y="2049"/>
                  </a:cubicBezTo>
                  <a:cubicBezTo>
                    <a:pt x="1263" y="2068"/>
                    <a:pt x="1244" y="2068"/>
                    <a:pt x="1225" y="2087"/>
                  </a:cubicBezTo>
                  <a:cubicBezTo>
                    <a:pt x="651" y="2470"/>
                    <a:pt x="785" y="3063"/>
                    <a:pt x="1206" y="3906"/>
                  </a:cubicBezTo>
                  <a:cubicBezTo>
                    <a:pt x="498" y="4174"/>
                    <a:pt x="172" y="4499"/>
                    <a:pt x="96" y="4939"/>
                  </a:cubicBezTo>
                  <a:cubicBezTo>
                    <a:pt x="0" y="5399"/>
                    <a:pt x="249" y="5801"/>
                    <a:pt x="842" y="6279"/>
                  </a:cubicBezTo>
                  <a:cubicBezTo>
                    <a:pt x="364" y="6700"/>
                    <a:pt x="192" y="6968"/>
                    <a:pt x="211" y="7313"/>
                  </a:cubicBezTo>
                  <a:cubicBezTo>
                    <a:pt x="211" y="7370"/>
                    <a:pt x="249" y="7447"/>
                    <a:pt x="268" y="7542"/>
                  </a:cubicBezTo>
                  <a:cubicBezTo>
                    <a:pt x="402" y="7944"/>
                    <a:pt x="689" y="8136"/>
                    <a:pt x="1704" y="8461"/>
                  </a:cubicBezTo>
                  <a:cubicBezTo>
                    <a:pt x="1512" y="9169"/>
                    <a:pt x="1455" y="9418"/>
                    <a:pt x="1493" y="9610"/>
                  </a:cubicBezTo>
                  <a:cubicBezTo>
                    <a:pt x="1512" y="9992"/>
                    <a:pt x="1838" y="10375"/>
                    <a:pt x="2374" y="10375"/>
                  </a:cubicBezTo>
                  <a:cubicBezTo>
                    <a:pt x="2603" y="10375"/>
                    <a:pt x="2929" y="10299"/>
                    <a:pt x="3541" y="10050"/>
                  </a:cubicBezTo>
                  <a:cubicBezTo>
                    <a:pt x="3618" y="10394"/>
                    <a:pt x="3713" y="10624"/>
                    <a:pt x="3809" y="10758"/>
                  </a:cubicBezTo>
                  <a:lnTo>
                    <a:pt x="3886" y="10815"/>
                  </a:lnTo>
                  <a:cubicBezTo>
                    <a:pt x="4039" y="10988"/>
                    <a:pt x="4288" y="11083"/>
                    <a:pt x="4498" y="11083"/>
                  </a:cubicBezTo>
                  <a:cubicBezTo>
                    <a:pt x="4785" y="11083"/>
                    <a:pt x="5053" y="10968"/>
                    <a:pt x="5723" y="10375"/>
                  </a:cubicBezTo>
                  <a:cubicBezTo>
                    <a:pt x="6221" y="10988"/>
                    <a:pt x="6565" y="11198"/>
                    <a:pt x="6910" y="11198"/>
                  </a:cubicBezTo>
                  <a:lnTo>
                    <a:pt x="7044" y="11198"/>
                  </a:lnTo>
                  <a:cubicBezTo>
                    <a:pt x="7235" y="11198"/>
                    <a:pt x="7427" y="11141"/>
                    <a:pt x="7542" y="10988"/>
                  </a:cubicBezTo>
                  <a:cubicBezTo>
                    <a:pt x="7676" y="10854"/>
                    <a:pt x="7848" y="10509"/>
                    <a:pt x="8039" y="9992"/>
                  </a:cubicBezTo>
                  <a:cubicBezTo>
                    <a:pt x="8345" y="10031"/>
                    <a:pt x="8613" y="10050"/>
                    <a:pt x="8805" y="10050"/>
                  </a:cubicBezTo>
                  <a:cubicBezTo>
                    <a:pt x="9283" y="10050"/>
                    <a:pt x="9647" y="9897"/>
                    <a:pt x="9838" y="9552"/>
                  </a:cubicBezTo>
                  <a:cubicBezTo>
                    <a:pt x="10030" y="9227"/>
                    <a:pt x="9972" y="8863"/>
                    <a:pt x="9781" y="8365"/>
                  </a:cubicBezTo>
                  <a:cubicBezTo>
                    <a:pt x="10623" y="8117"/>
                    <a:pt x="10987" y="7829"/>
                    <a:pt x="11102" y="7408"/>
                  </a:cubicBezTo>
                  <a:cubicBezTo>
                    <a:pt x="11159" y="6853"/>
                    <a:pt x="10872" y="6413"/>
                    <a:pt x="10432" y="6011"/>
                  </a:cubicBezTo>
                  <a:cubicBezTo>
                    <a:pt x="11025" y="5494"/>
                    <a:pt x="11293" y="5073"/>
                    <a:pt x="11121" y="4576"/>
                  </a:cubicBezTo>
                  <a:lnTo>
                    <a:pt x="11121" y="4556"/>
                  </a:lnTo>
                  <a:cubicBezTo>
                    <a:pt x="11025" y="4269"/>
                    <a:pt x="10795" y="4020"/>
                    <a:pt x="10106" y="3772"/>
                  </a:cubicBezTo>
                  <a:cubicBezTo>
                    <a:pt x="10355" y="3197"/>
                    <a:pt x="10355" y="3025"/>
                    <a:pt x="10355" y="2910"/>
                  </a:cubicBezTo>
                  <a:cubicBezTo>
                    <a:pt x="10355" y="2681"/>
                    <a:pt x="10298" y="1992"/>
                    <a:pt x="9207" y="1992"/>
                  </a:cubicBezTo>
                  <a:cubicBezTo>
                    <a:pt x="9073" y="1992"/>
                    <a:pt x="8920" y="1992"/>
                    <a:pt x="8767" y="2011"/>
                  </a:cubicBezTo>
                  <a:cubicBezTo>
                    <a:pt x="8786" y="1513"/>
                    <a:pt x="8709" y="1054"/>
                    <a:pt x="8250" y="862"/>
                  </a:cubicBezTo>
                  <a:cubicBezTo>
                    <a:pt x="8135" y="786"/>
                    <a:pt x="8001" y="767"/>
                    <a:pt x="7829" y="767"/>
                  </a:cubicBezTo>
                  <a:cubicBezTo>
                    <a:pt x="7714" y="767"/>
                    <a:pt x="7484" y="767"/>
                    <a:pt x="6757" y="1130"/>
                  </a:cubicBezTo>
                  <a:cubicBezTo>
                    <a:pt x="6412" y="365"/>
                    <a:pt x="6240" y="192"/>
                    <a:pt x="6010" y="77"/>
                  </a:cubicBezTo>
                  <a:cubicBezTo>
                    <a:pt x="5915" y="39"/>
                    <a:pt x="5800" y="1"/>
                    <a:pt x="5704" y="1"/>
                  </a:cubicBezTo>
                  <a:close/>
                </a:path>
              </a:pathLst>
            </a:custGeom>
            <a:solidFill>
              <a:schemeClr val="lt1"/>
            </a:solidFill>
            <a:ln>
              <a:noFill/>
            </a:ln>
            <a:effectLst>
              <a:outerShdw blurRad="85725" rotWithShape="0" algn="bl" dir="4680000" dist="66675">
                <a:srgbClr val="000000">
                  <a:alpha val="22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45"/>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116"/>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64"/>
                    <a:pt x="6144" y="9437"/>
                  </a:cubicBezTo>
                  <a:cubicBezTo>
                    <a:pt x="5991" y="9322"/>
                    <a:pt x="5532" y="8767"/>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67" y="8480"/>
                    <a:pt x="1742" y="8537"/>
                  </a:cubicBezTo>
                  <a:cubicBezTo>
                    <a:pt x="1780" y="8288"/>
                    <a:pt x="1972" y="7618"/>
                    <a:pt x="2125" y="7025"/>
                  </a:cubicBezTo>
                  <a:cubicBezTo>
                    <a:pt x="2163" y="7006"/>
                    <a:pt x="2163" y="6948"/>
                    <a:pt x="2125" y="6929"/>
                  </a:cubicBezTo>
                  <a:cubicBezTo>
                    <a:pt x="2106" y="6910"/>
                    <a:pt x="2086" y="6891"/>
                    <a:pt x="2067" y="6891"/>
                  </a:cubicBezTo>
                  <a:cubicBezTo>
                    <a:pt x="1436" y="6738"/>
                    <a:pt x="689" y="6527"/>
                    <a:pt x="498" y="6412"/>
                  </a:cubicBezTo>
                  <a:cubicBezTo>
                    <a:pt x="651" y="6240"/>
                    <a:pt x="1168" y="5800"/>
                    <a:pt x="1646" y="5455"/>
                  </a:cubicBezTo>
                  <a:cubicBezTo>
                    <a:pt x="1684" y="5417"/>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40"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47" y="0"/>
                    <a:pt x="4307" y="1436"/>
                  </a:cubicBezTo>
                  <a:cubicBezTo>
                    <a:pt x="3369" y="804"/>
                    <a:pt x="2852" y="498"/>
                    <a:pt x="2737" y="498"/>
                  </a:cubicBezTo>
                  <a:lnTo>
                    <a:pt x="2699" y="498"/>
                  </a:lnTo>
                  <a:cubicBezTo>
                    <a:pt x="2603" y="517"/>
                    <a:pt x="2508" y="536"/>
                    <a:pt x="2469" y="2201"/>
                  </a:cubicBezTo>
                  <a:cubicBezTo>
                    <a:pt x="2125" y="2106"/>
                    <a:pt x="1302" y="1914"/>
                    <a:pt x="1034" y="1914"/>
                  </a:cubicBezTo>
                  <a:cubicBezTo>
                    <a:pt x="976" y="1914"/>
                    <a:pt x="938" y="1914"/>
                    <a:pt x="881" y="1933"/>
                  </a:cubicBezTo>
                  <a:cubicBezTo>
                    <a:pt x="823" y="1991"/>
                    <a:pt x="689" y="2048"/>
                    <a:pt x="1512" y="3580"/>
                  </a:cubicBezTo>
                  <a:cubicBezTo>
                    <a:pt x="1015" y="3714"/>
                    <a:pt x="115" y="3962"/>
                    <a:pt x="77" y="4307"/>
                  </a:cubicBezTo>
                  <a:cubicBezTo>
                    <a:pt x="0" y="4632"/>
                    <a:pt x="842" y="5187"/>
                    <a:pt x="1321" y="5474"/>
                  </a:cubicBezTo>
                  <a:cubicBezTo>
                    <a:pt x="153" y="6336"/>
                    <a:pt x="191" y="6489"/>
                    <a:pt x="191" y="6546"/>
                  </a:cubicBezTo>
                  <a:cubicBezTo>
                    <a:pt x="211" y="6623"/>
                    <a:pt x="249" y="6757"/>
                    <a:pt x="1838" y="7178"/>
                  </a:cubicBezTo>
                  <a:cubicBezTo>
                    <a:pt x="1704" y="7676"/>
                    <a:pt x="1436" y="8594"/>
                    <a:pt x="1455" y="8748"/>
                  </a:cubicBezTo>
                  <a:cubicBezTo>
                    <a:pt x="1455" y="8786"/>
                    <a:pt x="1493"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79" y="8422"/>
                  </a:cubicBezTo>
                  <a:cubicBezTo>
                    <a:pt x="8594" y="8212"/>
                    <a:pt x="8250" y="7542"/>
                    <a:pt x="8020" y="7082"/>
                  </a:cubicBezTo>
                  <a:cubicBezTo>
                    <a:pt x="8671" y="6967"/>
                    <a:pt x="9590" y="6738"/>
                    <a:pt x="9666" y="6451"/>
                  </a:cubicBezTo>
                  <a:cubicBezTo>
                    <a:pt x="9743" y="6144"/>
                    <a:pt x="9073" y="5608"/>
                    <a:pt x="8594" y="5283"/>
                  </a:cubicBezTo>
                  <a:cubicBezTo>
                    <a:pt x="9877" y="4345"/>
                    <a:pt x="9781" y="4154"/>
                    <a:pt x="9762" y="4096"/>
                  </a:cubicBezTo>
                  <a:cubicBezTo>
                    <a:pt x="9685" y="3886"/>
                    <a:pt x="8996" y="3656"/>
                    <a:pt x="8384" y="3484"/>
                  </a:cubicBezTo>
                  <a:cubicBezTo>
                    <a:pt x="8594" y="3082"/>
                    <a:pt x="8958" y="2374"/>
                    <a:pt x="8958" y="2201"/>
                  </a:cubicBezTo>
                  <a:cubicBezTo>
                    <a:pt x="8958"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45"/>
            <p:cNvSpPr/>
            <p:nvPr/>
          </p:nvSpPr>
          <p:spPr>
            <a:xfrm>
              <a:off x="7919683" y="1468908"/>
              <a:ext cx="610853" cy="610934"/>
            </a:xfrm>
            <a:custGeom>
              <a:rect b="b" l="l" r="r" t="t"/>
              <a:pathLst>
                <a:path extrusionOk="0" h="7562" w="7561">
                  <a:moveTo>
                    <a:pt x="3771" y="1"/>
                  </a:moveTo>
                  <a:cubicBezTo>
                    <a:pt x="1685" y="1"/>
                    <a:pt x="0" y="1704"/>
                    <a:pt x="0" y="3790"/>
                  </a:cubicBezTo>
                  <a:cubicBezTo>
                    <a:pt x="0" y="5858"/>
                    <a:pt x="1685" y="7561"/>
                    <a:pt x="3771" y="7561"/>
                  </a:cubicBezTo>
                  <a:cubicBezTo>
                    <a:pt x="5857" y="7561"/>
                    <a:pt x="7561" y="5858"/>
                    <a:pt x="7561" y="3790"/>
                  </a:cubicBezTo>
                  <a:cubicBezTo>
                    <a:pt x="7561" y="1704"/>
                    <a:pt x="5857" y="1"/>
                    <a:pt x="37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45"/>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45"/>
            <p:cNvSpPr/>
            <p:nvPr/>
          </p:nvSpPr>
          <p:spPr>
            <a:xfrm>
              <a:off x="7830004" y="1366868"/>
              <a:ext cx="797963" cy="784067"/>
            </a:xfrm>
            <a:custGeom>
              <a:rect b="b" l="l" r="r" t="t"/>
              <a:pathLst>
                <a:path extrusionOk="0" h="9705" w="9877">
                  <a:moveTo>
                    <a:pt x="4977" y="211"/>
                  </a:moveTo>
                  <a:cubicBezTo>
                    <a:pt x="5091" y="421"/>
                    <a:pt x="5359" y="1034"/>
                    <a:pt x="5551" y="1532"/>
                  </a:cubicBezTo>
                  <a:cubicBezTo>
                    <a:pt x="5570" y="1551"/>
                    <a:pt x="5589" y="1608"/>
                    <a:pt x="5627" y="1608"/>
                  </a:cubicBezTo>
                  <a:cubicBezTo>
                    <a:pt x="5637" y="1618"/>
                    <a:pt x="5651" y="1622"/>
                    <a:pt x="5668" y="1622"/>
                  </a:cubicBezTo>
                  <a:cubicBezTo>
                    <a:pt x="5685" y="1622"/>
                    <a:pt x="5704" y="1618"/>
                    <a:pt x="5723" y="1608"/>
                  </a:cubicBezTo>
                  <a:cubicBezTo>
                    <a:pt x="6202" y="1340"/>
                    <a:pt x="6929" y="976"/>
                    <a:pt x="7120" y="938"/>
                  </a:cubicBezTo>
                  <a:lnTo>
                    <a:pt x="7120" y="938"/>
                  </a:lnTo>
                  <a:cubicBezTo>
                    <a:pt x="7159" y="1091"/>
                    <a:pt x="7063" y="1704"/>
                    <a:pt x="6929" y="2182"/>
                  </a:cubicBezTo>
                  <a:cubicBezTo>
                    <a:pt x="6910" y="2221"/>
                    <a:pt x="6929" y="2240"/>
                    <a:pt x="6967" y="2297"/>
                  </a:cubicBezTo>
                  <a:cubicBezTo>
                    <a:pt x="6986" y="2335"/>
                    <a:pt x="7006" y="2335"/>
                    <a:pt x="7063" y="2335"/>
                  </a:cubicBezTo>
                  <a:cubicBezTo>
                    <a:pt x="7063" y="2335"/>
                    <a:pt x="8039" y="2201"/>
                    <a:pt x="8537" y="2201"/>
                  </a:cubicBezTo>
                  <a:lnTo>
                    <a:pt x="8709" y="2201"/>
                  </a:lnTo>
                  <a:cubicBezTo>
                    <a:pt x="8632" y="2412"/>
                    <a:pt x="8365" y="2967"/>
                    <a:pt x="8116" y="3465"/>
                  </a:cubicBezTo>
                  <a:cubicBezTo>
                    <a:pt x="8077" y="3484"/>
                    <a:pt x="8116" y="3522"/>
                    <a:pt x="8116" y="3560"/>
                  </a:cubicBezTo>
                  <a:cubicBezTo>
                    <a:pt x="8116" y="3618"/>
                    <a:pt x="8154" y="3637"/>
                    <a:pt x="8173" y="3637"/>
                  </a:cubicBezTo>
                  <a:cubicBezTo>
                    <a:pt x="8747" y="3771"/>
                    <a:pt x="9417" y="4020"/>
                    <a:pt x="9551" y="4115"/>
                  </a:cubicBezTo>
                  <a:cubicBezTo>
                    <a:pt x="9456" y="4288"/>
                    <a:pt x="8843" y="4766"/>
                    <a:pt x="8326" y="5149"/>
                  </a:cubicBezTo>
                  <a:cubicBezTo>
                    <a:pt x="8307" y="5168"/>
                    <a:pt x="8269" y="5187"/>
                    <a:pt x="8269" y="5245"/>
                  </a:cubicBezTo>
                  <a:cubicBezTo>
                    <a:pt x="8269" y="5283"/>
                    <a:pt x="8307" y="5302"/>
                    <a:pt x="8326" y="5321"/>
                  </a:cubicBezTo>
                  <a:cubicBezTo>
                    <a:pt x="8939" y="5742"/>
                    <a:pt x="9456" y="6221"/>
                    <a:pt x="9456" y="6336"/>
                  </a:cubicBezTo>
                  <a:cubicBezTo>
                    <a:pt x="9398" y="6451"/>
                    <a:pt x="8632" y="6661"/>
                    <a:pt x="7829" y="6814"/>
                  </a:cubicBezTo>
                  <a:cubicBezTo>
                    <a:pt x="7771" y="6833"/>
                    <a:pt x="7752" y="6853"/>
                    <a:pt x="7733" y="6891"/>
                  </a:cubicBezTo>
                  <a:cubicBezTo>
                    <a:pt x="7714" y="6929"/>
                    <a:pt x="7714" y="6987"/>
                    <a:pt x="7733" y="7006"/>
                  </a:cubicBezTo>
                  <a:cubicBezTo>
                    <a:pt x="8001" y="7484"/>
                    <a:pt x="8250" y="8097"/>
                    <a:pt x="8250" y="8250"/>
                  </a:cubicBezTo>
                  <a:cubicBezTo>
                    <a:pt x="8231" y="8250"/>
                    <a:pt x="8192" y="8269"/>
                    <a:pt x="8058" y="8269"/>
                  </a:cubicBezTo>
                  <a:cubicBezTo>
                    <a:pt x="7618" y="8269"/>
                    <a:pt x="6776" y="8078"/>
                    <a:pt x="6776" y="8078"/>
                  </a:cubicBezTo>
                  <a:cubicBezTo>
                    <a:pt x="6765" y="8075"/>
                    <a:pt x="6756" y="8074"/>
                    <a:pt x="6747" y="8074"/>
                  </a:cubicBezTo>
                  <a:cubicBezTo>
                    <a:pt x="6689" y="8074"/>
                    <a:pt x="6656" y="8121"/>
                    <a:pt x="6623" y="8154"/>
                  </a:cubicBezTo>
                  <a:cubicBezTo>
                    <a:pt x="6470" y="8671"/>
                    <a:pt x="6240" y="9245"/>
                    <a:pt x="6144" y="9437"/>
                  </a:cubicBezTo>
                  <a:cubicBezTo>
                    <a:pt x="5991" y="9322"/>
                    <a:pt x="5532" y="8786"/>
                    <a:pt x="5168" y="8269"/>
                  </a:cubicBezTo>
                  <a:cubicBezTo>
                    <a:pt x="5149" y="8250"/>
                    <a:pt x="5130" y="8231"/>
                    <a:pt x="5072" y="8231"/>
                  </a:cubicBezTo>
                  <a:cubicBezTo>
                    <a:pt x="5061" y="8231"/>
                    <a:pt x="5050" y="8232"/>
                    <a:pt x="5040" y="8232"/>
                  </a:cubicBezTo>
                  <a:cubicBezTo>
                    <a:pt x="5015" y="8232"/>
                    <a:pt x="4996" y="8223"/>
                    <a:pt x="4996" y="8154"/>
                  </a:cubicBezTo>
                  <a:cubicBezTo>
                    <a:pt x="4556" y="8614"/>
                    <a:pt x="4020" y="9092"/>
                    <a:pt x="3828" y="9226"/>
                  </a:cubicBezTo>
                  <a:cubicBezTo>
                    <a:pt x="3790" y="9035"/>
                    <a:pt x="3694" y="8518"/>
                    <a:pt x="3599" y="8039"/>
                  </a:cubicBezTo>
                  <a:cubicBezTo>
                    <a:pt x="3599" y="8001"/>
                    <a:pt x="3560" y="7982"/>
                    <a:pt x="3541" y="7963"/>
                  </a:cubicBezTo>
                  <a:cubicBezTo>
                    <a:pt x="3528" y="7963"/>
                    <a:pt x="3499" y="7954"/>
                    <a:pt x="3474" y="7954"/>
                  </a:cubicBezTo>
                  <a:cubicBezTo>
                    <a:pt x="3462" y="7954"/>
                    <a:pt x="3452" y="7956"/>
                    <a:pt x="3445" y="7963"/>
                  </a:cubicBezTo>
                  <a:cubicBezTo>
                    <a:pt x="2929" y="8173"/>
                    <a:pt x="2048" y="8480"/>
                    <a:pt x="1742" y="8537"/>
                  </a:cubicBezTo>
                  <a:cubicBezTo>
                    <a:pt x="1780" y="8288"/>
                    <a:pt x="1972" y="7618"/>
                    <a:pt x="2125" y="7025"/>
                  </a:cubicBezTo>
                  <a:cubicBezTo>
                    <a:pt x="2163" y="7006"/>
                    <a:pt x="2144" y="6948"/>
                    <a:pt x="2125" y="6929"/>
                  </a:cubicBezTo>
                  <a:cubicBezTo>
                    <a:pt x="2106" y="6910"/>
                    <a:pt x="2086" y="6891"/>
                    <a:pt x="2067" y="6891"/>
                  </a:cubicBezTo>
                  <a:cubicBezTo>
                    <a:pt x="1436" y="6738"/>
                    <a:pt x="689" y="6527"/>
                    <a:pt x="498" y="6412"/>
                  </a:cubicBezTo>
                  <a:cubicBezTo>
                    <a:pt x="651" y="6240"/>
                    <a:pt x="1168" y="5800"/>
                    <a:pt x="1646" y="5455"/>
                  </a:cubicBezTo>
                  <a:cubicBezTo>
                    <a:pt x="1684" y="5436"/>
                    <a:pt x="1704" y="5398"/>
                    <a:pt x="1704" y="5360"/>
                  </a:cubicBezTo>
                  <a:cubicBezTo>
                    <a:pt x="1704" y="5302"/>
                    <a:pt x="1684" y="5283"/>
                    <a:pt x="1646" y="5264"/>
                  </a:cubicBezTo>
                  <a:cubicBezTo>
                    <a:pt x="957" y="4881"/>
                    <a:pt x="364" y="4403"/>
                    <a:pt x="364" y="4249"/>
                  </a:cubicBezTo>
                  <a:cubicBezTo>
                    <a:pt x="383" y="4135"/>
                    <a:pt x="1034" y="3867"/>
                    <a:pt x="1742" y="3714"/>
                  </a:cubicBezTo>
                  <a:lnTo>
                    <a:pt x="1818" y="3637"/>
                  </a:lnTo>
                  <a:cubicBezTo>
                    <a:pt x="1838" y="3618"/>
                    <a:pt x="1838" y="3560"/>
                    <a:pt x="1818" y="3541"/>
                  </a:cubicBezTo>
                  <a:cubicBezTo>
                    <a:pt x="1512" y="2967"/>
                    <a:pt x="1168" y="2297"/>
                    <a:pt x="1091" y="2048"/>
                  </a:cubicBezTo>
                  <a:lnTo>
                    <a:pt x="1091" y="2048"/>
                  </a:lnTo>
                  <a:cubicBezTo>
                    <a:pt x="1416" y="2087"/>
                    <a:pt x="2259" y="2297"/>
                    <a:pt x="2565" y="2374"/>
                  </a:cubicBezTo>
                  <a:cubicBezTo>
                    <a:pt x="2584" y="2374"/>
                    <a:pt x="2622" y="2374"/>
                    <a:pt x="2661" y="2335"/>
                  </a:cubicBezTo>
                  <a:cubicBezTo>
                    <a:pt x="2680" y="2316"/>
                    <a:pt x="2699" y="2297"/>
                    <a:pt x="2699" y="2240"/>
                  </a:cubicBezTo>
                  <a:cubicBezTo>
                    <a:pt x="2737" y="1627"/>
                    <a:pt x="2775" y="900"/>
                    <a:pt x="2833" y="670"/>
                  </a:cubicBezTo>
                  <a:cubicBezTo>
                    <a:pt x="3063" y="804"/>
                    <a:pt x="3733" y="1225"/>
                    <a:pt x="4326" y="1627"/>
                  </a:cubicBezTo>
                  <a:cubicBezTo>
                    <a:pt x="4353" y="1641"/>
                    <a:pt x="4380" y="1654"/>
                    <a:pt x="4400" y="1654"/>
                  </a:cubicBezTo>
                  <a:cubicBezTo>
                    <a:pt x="4409" y="1654"/>
                    <a:pt x="4416" y="1652"/>
                    <a:pt x="4422" y="1646"/>
                  </a:cubicBezTo>
                  <a:cubicBezTo>
                    <a:pt x="4441" y="1646"/>
                    <a:pt x="4498" y="1627"/>
                    <a:pt x="4498" y="1570"/>
                  </a:cubicBezTo>
                  <a:cubicBezTo>
                    <a:pt x="4670" y="1053"/>
                    <a:pt x="4862" y="460"/>
                    <a:pt x="4977" y="211"/>
                  </a:cubicBezTo>
                  <a:close/>
                  <a:moveTo>
                    <a:pt x="4958" y="0"/>
                  </a:moveTo>
                  <a:cubicBezTo>
                    <a:pt x="4881" y="0"/>
                    <a:pt x="4728" y="0"/>
                    <a:pt x="4307" y="1436"/>
                  </a:cubicBezTo>
                  <a:cubicBezTo>
                    <a:pt x="3369" y="804"/>
                    <a:pt x="2852" y="498"/>
                    <a:pt x="2718" y="498"/>
                  </a:cubicBezTo>
                  <a:lnTo>
                    <a:pt x="2699" y="498"/>
                  </a:lnTo>
                  <a:cubicBezTo>
                    <a:pt x="2603" y="517"/>
                    <a:pt x="2508" y="555"/>
                    <a:pt x="2469" y="2201"/>
                  </a:cubicBezTo>
                  <a:cubicBezTo>
                    <a:pt x="2125" y="2106"/>
                    <a:pt x="1283" y="1914"/>
                    <a:pt x="1034" y="1914"/>
                  </a:cubicBezTo>
                  <a:cubicBezTo>
                    <a:pt x="976" y="1914"/>
                    <a:pt x="938" y="1914"/>
                    <a:pt x="881" y="1933"/>
                  </a:cubicBezTo>
                  <a:cubicBezTo>
                    <a:pt x="804" y="1991"/>
                    <a:pt x="689" y="2048"/>
                    <a:pt x="1512" y="3580"/>
                  </a:cubicBezTo>
                  <a:cubicBezTo>
                    <a:pt x="995" y="3714"/>
                    <a:pt x="115" y="3962"/>
                    <a:pt x="77" y="4307"/>
                  </a:cubicBezTo>
                  <a:cubicBezTo>
                    <a:pt x="0" y="4632"/>
                    <a:pt x="842" y="5187"/>
                    <a:pt x="1321" y="5474"/>
                  </a:cubicBezTo>
                  <a:cubicBezTo>
                    <a:pt x="134" y="6336"/>
                    <a:pt x="191" y="6489"/>
                    <a:pt x="191" y="6546"/>
                  </a:cubicBezTo>
                  <a:cubicBezTo>
                    <a:pt x="211" y="6623"/>
                    <a:pt x="230" y="6776"/>
                    <a:pt x="1838" y="7178"/>
                  </a:cubicBezTo>
                  <a:cubicBezTo>
                    <a:pt x="1704" y="7676"/>
                    <a:pt x="1436" y="8594"/>
                    <a:pt x="1455" y="8748"/>
                  </a:cubicBezTo>
                  <a:cubicBezTo>
                    <a:pt x="1455" y="8786"/>
                    <a:pt x="1474" y="8882"/>
                    <a:pt x="1627" y="8882"/>
                  </a:cubicBezTo>
                  <a:cubicBezTo>
                    <a:pt x="1914" y="8882"/>
                    <a:pt x="2967" y="8460"/>
                    <a:pt x="3350" y="8326"/>
                  </a:cubicBezTo>
                  <a:cubicBezTo>
                    <a:pt x="3426" y="8786"/>
                    <a:pt x="3560" y="9456"/>
                    <a:pt x="3637" y="9551"/>
                  </a:cubicBezTo>
                  <a:cubicBezTo>
                    <a:pt x="3656" y="9571"/>
                    <a:pt x="3713" y="9590"/>
                    <a:pt x="3752" y="9590"/>
                  </a:cubicBezTo>
                  <a:cubicBezTo>
                    <a:pt x="3905" y="9590"/>
                    <a:pt x="4326" y="9226"/>
                    <a:pt x="5053" y="8518"/>
                  </a:cubicBezTo>
                  <a:cubicBezTo>
                    <a:pt x="5627" y="9303"/>
                    <a:pt x="6010" y="9705"/>
                    <a:pt x="6182" y="9705"/>
                  </a:cubicBezTo>
                  <a:lnTo>
                    <a:pt x="6297" y="9705"/>
                  </a:lnTo>
                  <a:cubicBezTo>
                    <a:pt x="6412" y="9590"/>
                    <a:pt x="6699" y="8786"/>
                    <a:pt x="6814" y="8403"/>
                  </a:cubicBezTo>
                  <a:cubicBezTo>
                    <a:pt x="7063" y="8441"/>
                    <a:pt x="7675" y="8556"/>
                    <a:pt x="8058" y="8556"/>
                  </a:cubicBezTo>
                  <a:cubicBezTo>
                    <a:pt x="8231" y="8556"/>
                    <a:pt x="8403" y="8537"/>
                    <a:pt x="8460" y="8422"/>
                  </a:cubicBezTo>
                  <a:cubicBezTo>
                    <a:pt x="8594" y="8192"/>
                    <a:pt x="8250" y="7523"/>
                    <a:pt x="8020" y="7082"/>
                  </a:cubicBezTo>
                  <a:cubicBezTo>
                    <a:pt x="8652" y="6967"/>
                    <a:pt x="9590" y="6738"/>
                    <a:pt x="9666" y="6451"/>
                  </a:cubicBezTo>
                  <a:cubicBezTo>
                    <a:pt x="9743" y="6144"/>
                    <a:pt x="9073" y="5608"/>
                    <a:pt x="8594" y="5283"/>
                  </a:cubicBezTo>
                  <a:cubicBezTo>
                    <a:pt x="9877" y="4345"/>
                    <a:pt x="9781" y="4154"/>
                    <a:pt x="9762" y="4096"/>
                  </a:cubicBezTo>
                  <a:cubicBezTo>
                    <a:pt x="9685" y="3886"/>
                    <a:pt x="8996" y="3656"/>
                    <a:pt x="8365" y="3484"/>
                  </a:cubicBezTo>
                  <a:cubicBezTo>
                    <a:pt x="8594" y="3082"/>
                    <a:pt x="8939" y="2374"/>
                    <a:pt x="8939" y="2201"/>
                  </a:cubicBezTo>
                  <a:cubicBezTo>
                    <a:pt x="8939" y="2010"/>
                    <a:pt x="8690" y="2010"/>
                    <a:pt x="8518" y="2010"/>
                  </a:cubicBezTo>
                  <a:cubicBezTo>
                    <a:pt x="8135" y="2010"/>
                    <a:pt x="7484" y="2087"/>
                    <a:pt x="7178" y="2125"/>
                  </a:cubicBezTo>
                  <a:cubicBezTo>
                    <a:pt x="7465" y="900"/>
                    <a:pt x="7293" y="804"/>
                    <a:pt x="7235" y="785"/>
                  </a:cubicBezTo>
                  <a:cubicBezTo>
                    <a:pt x="7197" y="766"/>
                    <a:pt x="7159" y="766"/>
                    <a:pt x="7140" y="766"/>
                  </a:cubicBezTo>
                  <a:cubicBezTo>
                    <a:pt x="6891" y="766"/>
                    <a:pt x="6049" y="1187"/>
                    <a:pt x="5704" y="1378"/>
                  </a:cubicBezTo>
                  <a:cubicBezTo>
                    <a:pt x="5168" y="58"/>
                    <a:pt x="5053" y="19"/>
                    <a:pt x="4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45"/>
            <p:cNvSpPr/>
            <p:nvPr/>
          </p:nvSpPr>
          <p:spPr>
            <a:xfrm>
              <a:off x="7976883" y="1527644"/>
              <a:ext cx="494920" cy="494920"/>
            </a:xfrm>
            <a:custGeom>
              <a:rect b="b" l="l" r="r" t="t"/>
              <a:pathLst>
                <a:path extrusionOk="0" h="6126" w="6126">
                  <a:moveTo>
                    <a:pt x="3063" y="1"/>
                  </a:moveTo>
                  <a:cubicBezTo>
                    <a:pt x="1379" y="1"/>
                    <a:pt x="0" y="1360"/>
                    <a:pt x="0" y="3063"/>
                  </a:cubicBezTo>
                  <a:cubicBezTo>
                    <a:pt x="0" y="4748"/>
                    <a:pt x="1379" y="6126"/>
                    <a:pt x="3063" y="6126"/>
                  </a:cubicBezTo>
                  <a:cubicBezTo>
                    <a:pt x="4747" y="6126"/>
                    <a:pt x="6125" y="4748"/>
                    <a:pt x="6125" y="3063"/>
                  </a:cubicBezTo>
                  <a:cubicBezTo>
                    <a:pt x="6125" y="1360"/>
                    <a:pt x="4747" y="1"/>
                    <a:pt x="30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45"/>
            <p:cNvSpPr/>
            <p:nvPr/>
          </p:nvSpPr>
          <p:spPr>
            <a:xfrm>
              <a:off x="8244384" y="1604962"/>
              <a:ext cx="40314" cy="24883"/>
            </a:xfrm>
            <a:custGeom>
              <a:rect b="b" l="l" r="r" t="t"/>
              <a:pathLst>
                <a:path extrusionOk="0" h="308" w="499">
                  <a:moveTo>
                    <a:pt x="1" y="1"/>
                  </a:moveTo>
                  <a:lnTo>
                    <a:pt x="498" y="307"/>
                  </a:lnTo>
                  <a:cubicBezTo>
                    <a:pt x="441"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45"/>
            <p:cNvSpPr/>
            <p:nvPr/>
          </p:nvSpPr>
          <p:spPr>
            <a:xfrm>
              <a:off x="8233558" y="1594136"/>
              <a:ext cx="61966" cy="45000"/>
            </a:xfrm>
            <a:custGeom>
              <a:rect b="b" l="l" r="r" t="t"/>
              <a:pathLst>
                <a:path extrusionOk="0" h="557" w="767">
                  <a:moveTo>
                    <a:pt x="154" y="1"/>
                  </a:moveTo>
                  <a:cubicBezTo>
                    <a:pt x="77" y="1"/>
                    <a:pt x="1" y="39"/>
                    <a:pt x="1" y="97"/>
                  </a:cubicBezTo>
                  <a:cubicBezTo>
                    <a:pt x="1" y="173"/>
                    <a:pt x="39" y="231"/>
                    <a:pt x="96" y="250"/>
                  </a:cubicBezTo>
                  <a:cubicBezTo>
                    <a:pt x="269" y="269"/>
                    <a:pt x="518" y="365"/>
                    <a:pt x="537" y="460"/>
                  </a:cubicBezTo>
                  <a:cubicBezTo>
                    <a:pt x="556" y="537"/>
                    <a:pt x="613" y="556"/>
                    <a:pt x="652" y="556"/>
                  </a:cubicBezTo>
                  <a:cubicBezTo>
                    <a:pt x="728" y="518"/>
                    <a:pt x="766" y="460"/>
                    <a:pt x="747" y="384"/>
                  </a:cubicBezTo>
                  <a:cubicBezTo>
                    <a:pt x="671" y="135"/>
                    <a:pt x="250" y="39"/>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45"/>
            <p:cNvSpPr/>
            <p:nvPr/>
          </p:nvSpPr>
          <p:spPr>
            <a:xfrm>
              <a:off x="8272257" y="1679210"/>
              <a:ext cx="41849" cy="26418"/>
            </a:xfrm>
            <a:custGeom>
              <a:rect b="b" l="l" r="r" t="t"/>
              <a:pathLst>
                <a:path extrusionOk="0" h="327" w="518">
                  <a:moveTo>
                    <a:pt x="0" y="1"/>
                  </a:moveTo>
                  <a:lnTo>
                    <a:pt x="517" y="326"/>
                  </a:lnTo>
                  <a:cubicBezTo>
                    <a:pt x="460" y="96"/>
                    <a:pt x="0" y="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45"/>
            <p:cNvSpPr/>
            <p:nvPr/>
          </p:nvSpPr>
          <p:spPr>
            <a:xfrm>
              <a:off x="8262966" y="1669918"/>
              <a:ext cx="61966" cy="44919"/>
            </a:xfrm>
            <a:custGeom>
              <a:rect b="b" l="l" r="r" t="t"/>
              <a:pathLst>
                <a:path extrusionOk="0" h="556" w="767">
                  <a:moveTo>
                    <a:pt x="154" y="1"/>
                  </a:moveTo>
                  <a:cubicBezTo>
                    <a:pt x="77" y="1"/>
                    <a:pt x="20" y="20"/>
                    <a:pt x="0" y="97"/>
                  </a:cubicBezTo>
                  <a:cubicBezTo>
                    <a:pt x="0" y="173"/>
                    <a:pt x="20" y="211"/>
                    <a:pt x="96" y="250"/>
                  </a:cubicBezTo>
                  <a:cubicBezTo>
                    <a:pt x="268" y="269"/>
                    <a:pt x="498" y="364"/>
                    <a:pt x="536" y="460"/>
                  </a:cubicBezTo>
                  <a:cubicBezTo>
                    <a:pt x="556" y="537"/>
                    <a:pt x="594" y="556"/>
                    <a:pt x="651" y="556"/>
                  </a:cubicBezTo>
                  <a:cubicBezTo>
                    <a:pt x="728" y="498"/>
                    <a:pt x="766" y="460"/>
                    <a:pt x="747" y="384"/>
                  </a:cubicBezTo>
                  <a:cubicBezTo>
                    <a:pt x="670" y="116"/>
                    <a:pt x="249" y="20"/>
                    <a:pt x="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45"/>
            <p:cNvSpPr/>
            <p:nvPr/>
          </p:nvSpPr>
          <p:spPr>
            <a:xfrm>
              <a:off x="8355715" y="1679210"/>
              <a:ext cx="37244" cy="31023"/>
            </a:xfrm>
            <a:custGeom>
              <a:rect b="b" l="l" r="r" t="t"/>
              <a:pathLst>
                <a:path extrusionOk="0" h="384" w="461">
                  <a:moveTo>
                    <a:pt x="1" y="1"/>
                  </a:moveTo>
                  <a:lnTo>
                    <a:pt x="460" y="383"/>
                  </a:lnTo>
                  <a:cubicBezTo>
                    <a:pt x="441" y="173"/>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45"/>
            <p:cNvSpPr/>
            <p:nvPr/>
          </p:nvSpPr>
          <p:spPr>
            <a:xfrm>
              <a:off x="8341819" y="1670969"/>
              <a:ext cx="60431" cy="50090"/>
            </a:xfrm>
            <a:custGeom>
              <a:rect b="b" l="l" r="r" t="t"/>
              <a:pathLst>
                <a:path extrusionOk="0" h="620" w="748">
                  <a:moveTo>
                    <a:pt x="141" y="0"/>
                  </a:moveTo>
                  <a:cubicBezTo>
                    <a:pt x="102" y="0"/>
                    <a:pt x="54" y="25"/>
                    <a:pt x="39" y="84"/>
                  </a:cubicBezTo>
                  <a:cubicBezTo>
                    <a:pt x="1" y="141"/>
                    <a:pt x="39" y="198"/>
                    <a:pt x="96" y="237"/>
                  </a:cubicBezTo>
                  <a:cubicBezTo>
                    <a:pt x="269" y="275"/>
                    <a:pt x="479" y="428"/>
                    <a:pt x="479" y="524"/>
                  </a:cubicBezTo>
                  <a:cubicBezTo>
                    <a:pt x="479" y="562"/>
                    <a:pt x="537" y="619"/>
                    <a:pt x="613" y="619"/>
                  </a:cubicBezTo>
                  <a:cubicBezTo>
                    <a:pt x="709" y="619"/>
                    <a:pt x="747" y="543"/>
                    <a:pt x="709" y="485"/>
                  </a:cubicBezTo>
                  <a:cubicBezTo>
                    <a:pt x="671" y="237"/>
                    <a:pt x="249" y="45"/>
                    <a:pt x="173" y="7"/>
                  </a:cubicBezTo>
                  <a:cubicBezTo>
                    <a:pt x="164" y="2"/>
                    <a:pt x="153" y="0"/>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45"/>
            <p:cNvSpPr/>
            <p:nvPr/>
          </p:nvSpPr>
          <p:spPr>
            <a:xfrm>
              <a:off x="8179428" y="1660627"/>
              <a:ext cx="41849" cy="24883"/>
            </a:xfrm>
            <a:custGeom>
              <a:rect b="b" l="l" r="r" t="t"/>
              <a:pathLst>
                <a:path extrusionOk="0" h="308" w="518">
                  <a:moveTo>
                    <a:pt x="1" y="1"/>
                  </a:moveTo>
                  <a:lnTo>
                    <a:pt x="518" y="307"/>
                  </a:lnTo>
                  <a:cubicBezTo>
                    <a:pt x="460" y="97"/>
                    <a:pt x="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45"/>
            <p:cNvSpPr/>
            <p:nvPr/>
          </p:nvSpPr>
          <p:spPr>
            <a:xfrm>
              <a:off x="8168601" y="1651417"/>
              <a:ext cx="61966" cy="43384"/>
            </a:xfrm>
            <a:custGeom>
              <a:rect b="b" l="l" r="r" t="t"/>
              <a:pathLst>
                <a:path extrusionOk="0" h="537" w="767">
                  <a:moveTo>
                    <a:pt x="135" y="0"/>
                  </a:moveTo>
                  <a:cubicBezTo>
                    <a:pt x="77" y="0"/>
                    <a:pt x="20" y="19"/>
                    <a:pt x="1" y="96"/>
                  </a:cubicBezTo>
                  <a:cubicBezTo>
                    <a:pt x="1" y="153"/>
                    <a:pt x="20" y="211"/>
                    <a:pt x="97" y="230"/>
                  </a:cubicBezTo>
                  <a:cubicBezTo>
                    <a:pt x="269" y="249"/>
                    <a:pt x="499" y="345"/>
                    <a:pt x="518" y="440"/>
                  </a:cubicBezTo>
                  <a:cubicBezTo>
                    <a:pt x="556" y="517"/>
                    <a:pt x="594" y="536"/>
                    <a:pt x="652" y="536"/>
                  </a:cubicBezTo>
                  <a:cubicBezTo>
                    <a:pt x="709" y="498"/>
                    <a:pt x="767" y="440"/>
                    <a:pt x="747" y="383"/>
                  </a:cubicBezTo>
                  <a:cubicBezTo>
                    <a:pt x="671" y="115"/>
                    <a:pt x="231" y="19"/>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45"/>
            <p:cNvSpPr/>
            <p:nvPr/>
          </p:nvSpPr>
          <p:spPr>
            <a:xfrm>
              <a:off x="8137739" y="1598741"/>
              <a:ext cx="46454" cy="15592"/>
            </a:xfrm>
            <a:custGeom>
              <a:rect b="b" l="l" r="r" t="t"/>
              <a:pathLst>
                <a:path extrusionOk="0" h="193" w="575">
                  <a:moveTo>
                    <a:pt x="30" y="1"/>
                  </a:moveTo>
                  <a:cubicBezTo>
                    <a:pt x="11" y="1"/>
                    <a:pt x="0" y="1"/>
                    <a:pt x="0" y="1"/>
                  </a:cubicBezTo>
                  <a:lnTo>
                    <a:pt x="574" y="193"/>
                  </a:lnTo>
                  <a:cubicBezTo>
                    <a:pt x="477" y="15"/>
                    <a:pt x="133" y="1"/>
                    <a:pt x="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45"/>
            <p:cNvSpPr/>
            <p:nvPr/>
          </p:nvSpPr>
          <p:spPr>
            <a:xfrm>
              <a:off x="8129983" y="1589531"/>
              <a:ext cx="65036" cy="34093"/>
            </a:xfrm>
            <a:custGeom>
              <a:rect b="b" l="l" r="r" t="t"/>
              <a:pathLst>
                <a:path extrusionOk="0" h="422" w="805">
                  <a:moveTo>
                    <a:pt x="115" y="1"/>
                  </a:moveTo>
                  <a:cubicBezTo>
                    <a:pt x="39" y="1"/>
                    <a:pt x="0" y="39"/>
                    <a:pt x="0" y="115"/>
                  </a:cubicBezTo>
                  <a:cubicBezTo>
                    <a:pt x="0" y="192"/>
                    <a:pt x="39" y="230"/>
                    <a:pt x="115" y="230"/>
                  </a:cubicBezTo>
                  <a:cubicBezTo>
                    <a:pt x="268" y="230"/>
                    <a:pt x="517" y="249"/>
                    <a:pt x="575" y="345"/>
                  </a:cubicBezTo>
                  <a:cubicBezTo>
                    <a:pt x="594" y="402"/>
                    <a:pt x="613" y="422"/>
                    <a:pt x="670" y="422"/>
                  </a:cubicBezTo>
                  <a:cubicBezTo>
                    <a:pt x="670" y="422"/>
                    <a:pt x="689" y="422"/>
                    <a:pt x="728" y="402"/>
                  </a:cubicBezTo>
                  <a:cubicBezTo>
                    <a:pt x="804" y="345"/>
                    <a:pt x="804" y="288"/>
                    <a:pt x="785" y="230"/>
                  </a:cubicBezTo>
                  <a:cubicBezTo>
                    <a:pt x="651" y="1"/>
                    <a:pt x="21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3" name="Google Shape;3923;p45"/>
          <p:cNvGrpSpPr/>
          <p:nvPr/>
        </p:nvGrpSpPr>
        <p:grpSpPr>
          <a:xfrm flipH="1">
            <a:off x="1253210" y="539491"/>
            <a:ext cx="912444" cy="643251"/>
            <a:chOff x="7168004" y="618516"/>
            <a:chExt cx="912444" cy="643251"/>
          </a:xfrm>
        </p:grpSpPr>
        <p:grpSp>
          <p:nvGrpSpPr>
            <p:cNvPr id="3924" name="Google Shape;3924;p45"/>
            <p:cNvGrpSpPr/>
            <p:nvPr/>
          </p:nvGrpSpPr>
          <p:grpSpPr>
            <a:xfrm>
              <a:off x="7168004" y="618516"/>
              <a:ext cx="912444" cy="643251"/>
              <a:chOff x="7168004" y="618516"/>
              <a:chExt cx="912444" cy="643251"/>
            </a:xfrm>
          </p:grpSpPr>
          <p:sp>
            <p:nvSpPr>
              <p:cNvPr id="3925" name="Google Shape;3925;p45"/>
              <p:cNvSpPr/>
              <p:nvPr/>
            </p:nvSpPr>
            <p:spPr>
              <a:xfrm>
                <a:off x="7168004" y="618516"/>
                <a:ext cx="912444" cy="643251"/>
              </a:xfrm>
              <a:custGeom>
                <a:rect b="b" l="l" r="r" t="t"/>
                <a:pathLst>
                  <a:path extrusionOk="0" h="6815" w="9667">
                    <a:moveTo>
                      <a:pt x="5839" y="1"/>
                    </a:moveTo>
                    <a:cubicBezTo>
                      <a:pt x="5437" y="1"/>
                      <a:pt x="5054" y="116"/>
                      <a:pt x="4729" y="326"/>
                    </a:cubicBezTo>
                    <a:cubicBezTo>
                      <a:pt x="4633" y="288"/>
                      <a:pt x="4499" y="269"/>
                      <a:pt x="4384" y="211"/>
                    </a:cubicBezTo>
                    <a:cubicBezTo>
                      <a:pt x="4078" y="97"/>
                      <a:pt x="3791" y="39"/>
                      <a:pt x="3523" y="39"/>
                    </a:cubicBezTo>
                    <a:cubicBezTo>
                      <a:pt x="3025" y="39"/>
                      <a:pt x="2585" y="231"/>
                      <a:pt x="2279" y="575"/>
                    </a:cubicBezTo>
                    <a:lnTo>
                      <a:pt x="2260" y="594"/>
                    </a:lnTo>
                    <a:cubicBezTo>
                      <a:pt x="2068" y="843"/>
                      <a:pt x="1972" y="1092"/>
                      <a:pt x="1896" y="1341"/>
                    </a:cubicBezTo>
                    <a:cubicBezTo>
                      <a:pt x="1207" y="1532"/>
                      <a:pt x="575" y="2145"/>
                      <a:pt x="307" y="2949"/>
                    </a:cubicBezTo>
                    <a:cubicBezTo>
                      <a:pt x="1" y="3867"/>
                      <a:pt x="269" y="4805"/>
                      <a:pt x="1035" y="5360"/>
                    </a:cubicBezTo>
                    <a:cubicBezTo>
                      <a:pt x="1303" y="5571"/>
                      <a:pt x="1609" y="5743"/>
                      <a:pt x="1915" y="5839"/>
                    </a:cubicBezTo>
                    <a:cubicBezTo>
                      <a:pt x="2260" y="6451"/>
                      <a:pt x="2872" y="6815"/>
                      <a:pt x="3638" y="6815"/>
                    </a:cubicBezTo>
                    <a:lnTo>
                      <a:pt x="3638" y="6777"/>
                    </a:lnTo>
                    <a:lnTo>
                      <a:pt x="3791" y="6777"/>
                    </a:lnTo>
                    <a:cubicBezTo>
                      <a:pt x="4461" y="6777"/>
                      <a:pt x="5054" y="6643"/>
                      <a:pt x="5533" y="6451"/>
                    </a:cubicBezTo>
                    <a:cubicBezTo>
                      <a:pt x="5820" y="6643"/>
                      <a:pt x="6126" y="6738"/>
                      <a:pt x="6490" y="6738"/>
                    </a:cubicBezTo>
                    <a:cubicBezTo>
                      <a:pt x="7561" y="6738"/>
                      <a:pt x="8825" y="5839"/>
                      <a:pt x="9342" y="4709"/>
                    </a:cubicBezTo>
                    <a:cubicBezTo>
                      <a:pt x="9667" y="3867"/>
                      <a:pt x="9552" y="3063"/>
                      <a:pt x="8997" y="2470"/>
                    </a:cubicBezTo>
                    <a:cubicBezTo>
                      <a:pt x="8729" y="2202"/>
                      <a:pt x="8461" y="2011"/>
                      <a:pt x="8174" y="1896"/>
                    </a:cubicBezTo>
                    <a:cubicBezTo>
                      <a:pt x="7983" y="1264"/>
                      <a:pt x="7561" y="709"/>
                      <a:pt x="6987" y="365"/>
                    </a:cubicBezTo>
                    <a:cubicBezTo>
                      <a:pt x="6643" y="116"/>
                      <a:pt x="6260" y="1"/>
                      <a:pt x="5839" y="1"/>
                    </a:cubicBezTo>
                    <a:close/>
                  </a:path>
                </a:pathLst>
              </a:custGeom>
              <a:solidFill>
                <a:schemeClr val="lt1"/>
              </a:solidFill>
              <a:ln>
                <a:noFill/>
              </a:ln>
              <a:effectLst>
                <a:outerShdw blurRad="71438" rotWithShape="0" algn="bl" dir="5100000" dist="952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45"/>
              <p:cNvSpPr/>
              <p:nvPr/>
            </p:nvSpPr>
            <p:spPr>
              <a:xfrm>
                <a:off x="7206137" y="697992"/>
                <a:ext cx="847222" cy="482792"/>
              </a:xfrm>
              <a:custGeom>
                <a:rect b="b" l="l" r="r" t="t"/>
                <a:pathLst>
                  <a:path extrusionOk="0" h="5115" w="8976">
                    <a:moveTo>
                      <a:pt x="5465" y="1"/>
                    </a:moveTo>
                    <a:cubicBezTo>
                      <a:pt x="5046" y="1"/>
                      <a:pt x="4674" y="236"/>
                      <a:pt x="4420" y="544"/>
                    </a:cubicBezTo>
                    <a:lnTo>
                      <a:pt x="4420" y="544"/>
                    </a:lnTo>
                    <a:cubicBezTo>
                      <a:pt x="4251" y="408"/>
                      <a:pt x="4031" y="286"/>
                      <a:pt x="3750" y="192"/>
                    </a:cubicBezTo>
                    <a:cubicBezTo>
                      <a:pt x="3513" y="113"/>
                      <a:pt x="3313" y="79"/>
                      <a:pt x="3145" y="79"/>
                    </a:cubicBezTo>
                    <a:cubicBezTo>
                      <a:pt x="2087" y="79"/>
                      <a:pt x="2257" y="1417"/>
                      <a:pt x="2257" y="1417"/>
                    </a:cubicBezTo>
                    <a:cubicBezTo>
                      <a:pt x="2148" y="1352"/>
                      <a:pt x="2030" y="1323"/>
                      <a:pt x="1911" y="1323"/>
                    </a:cubicBezTo>
                    <a:cubicBezTo>
                      <a:pt x="1013" y="1323"/>
                      <a:pt x="0" y="3003"/>
                      <a:pt x="1166" y="3848"/>
                    </a:cubicBezTo>
                    <a:cubicBezTo>
                      <a:pt x="1526" y="4118"/>
                      <a:pt x="1869" y="4241"/>
                      <a:pt x="2164" y="4262"/>
                    </a:cubicBezTo>
                    <a:lnTo>
                      <a:pt x="2164" y="4262"/>
                    </a:lnTo>
                    <a:cubicBezTo>
                      <a:pt x="2265" y="4709"/>
                      <a:pt x="2587" y="5098"/>
                      <a:pt x="3272" y="5112"/>
                    </a:cubicBezTo>
                    <a:cubicBezTo>
                      <a:pt x="3333" y="5114"/>
                      <a:pt x="3394" y="5114"/>
                      <a:pt x="3453" y="5114"/>
                    </a:cubicBezTo>
                    <a:cubicBezTo>
                      <a:pt x="4324" y="5114"/>
                      <a:pt x="4917" y="4910"/>
                      <a:pt x="5259" y="4603"/>
                    </a:cubicBezTo>
                    <a:lnTo>
                      <a:pt x="5259" y="4603"/>
                    </a:lnTo>
                    <a:cubicBezTo>
                      <a:pt x="5331" y="4700"/>
                      <a:pt x="5420" y="4794"/>
                      <a:pt x="5531" y="4882"/>
                    </a:cubicBezTo>
                    <a:cubicBezTo>
                      <a:pt x="5686" y="5004"/>
                      <a:pt x="5875" y="5058"/>
                      <a:pt x="6080" y="5058"/>
                    </a:cubicBezTo>
                    <a:cubicBezTo>
                      <a:pt x="7261" y="5058"/>
                      <a:pt x="8975" y="3259"/>
                      <a:pt x="7981" y="2183"/>
                    </a:cubicBezTo>
                    <a:cubicBezTo>
                      <a:pt x="7700" y="1875"/>
                      <a:pt x="7399" y="1759"/>
                      <a:pt x="7118" y="1759"/>
                    </a:cubicBezTo>
                    <a:cubicBezTo>
                      <a:pt x="7086" y="1759"/>
                      <a:pt x="7055" y="1761"/>
                      <a:pt x="7024" y="1763"/>
                    </a:cubicBezTo>
                    <a:lnTo>
                      <a:pt x="7024" y="1763"/>
                    </a:lnTo>
                    <a:cubicBezTo>
                      <a:pt x="7040" y="1237"/>
                      <a:pt x="6785" y="627"/>
                      <a:pt x="6143" y="212"/>
                    </a:cubicBezTo>
                    <a:cubicBezTo>
                      <a:pt x="5911" y="64"/>
                      <a:pt x="5681" y="1"/>
                      <a:pt x="5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27" name="Google Shape;3927;p45"/>
            <p:cNvSpPr/>
            <p:nvPr/>
          </p:nvSpPr>
          <p:spPr>
            <a:xfrm>
              <a:off x="7240306" y="690818"/>
              <a:ext cx="766143" cy="504124"/>
            </a:xfrm>
            <a:custGeom>
              <a:rect b="b" l="l" r="r" t="t"/>
              <a:pathLst>
                <a:path extrusionOk="0" h="5341" w="8117">
                  <a:moveTo>
                    <a:pt x="4078" y="824"/>
                  </a:moveTo>
                  <a:cubicBezTo>
                    <a:pt x="4403" y="1130"/>
                    <a:pt x="4460" y="1493"/>
                    <a:pt x="4365" y="1723"/>
                  </a:cubicBezTo>
                  <a:cubicBezTo>
                    <a:pt x="4317" y="1853"/>
                    <a:pt x="4234" y="1925"/>
                    <a:pt x="4141" y="1925"/>
                  </a:cubicBezTo>
                  <a:cubicBezTo>
                    <a:pt x="4083" y="1925"/>
                    <a:pt x="4021" y="1897"/>
                    <a:pt x="3963" y="1838"/>
                  </a:cubicBezTo>
                  <a:cubicBezTo>
                    <a:pt x="3733" y="1647"/>
                    <a:pt x="3790" y="1206"/>
                    <a:pt x="4078" y="824"/>
                  </a:cubicBezTo>
                  <a:close/>
                  <a:moveTo>
                    <a:pt x="6547" y="2010"/>
                  </a:moveTo>
                  <a:lnTo>
                    <a:pt x="6547" y="2010"/>
                  </a:lnTo>
                  <a:cubicBezTo>
                    <a:pt x="6489" y="2451"/>
                    <a:pt x="6221" y="2776"/>
                    <a:pt x="5877" y="2833"/>
                  </a:cubicBezTo>
                  <a:lnTo>
                    <a:pt x="5800" y="2833"/>
                  </a:lnTo>
                  <a:cubicBezTo>
                    <a:pt x="5704" y="2833"/>
                    <a:pt x="5704" y="2795"/>
                    <a:pt x="5704" y="2776"/>
                  </a:cubicBezTo>
                  <a:cubicBezTo>
                    <a:pt x="5685" y="2585"/>
                    <a:pt x="6030" y="2125"/>
                    <a:pt x="6547" y="2010"/>
                  </a:cubicBezTo>
                  <a:close/>
                  <a:moveTo>
                    <a:pt x="2278" y="3120"/>
                  </a:moveTo>
                  <a:cubicBezTo>
                    <a:pt x="2355" y="3120"/>
                    <a:pt x="2393" y="3178"/>
                    <a:pt x="2451" y="3235"/>
                  </a:cubicBezTo>
                  <a:cubicBezTo>
                    <a:pt x="2623" y="3446"/>
                    <a:pt x="2661" y="3714"/>
                    <a:pt x="2565" y="3905"/>
                  </a:cubicBezTo>
                  <a:cubicBezTo>
                    <a:pt x="2451" y="4116"/>
                    <a:pt x="2202" y="4250"/>
                    <a:pt x="1895" y="4250"/>
                  </a:cubicBezTo>
                  <a:cubicBezTo>
                    <a:pt x="1819" y="3848"/>
                    <a:pt x="1934" y="3427"/>
                    <a:pt x="2106" y="3235"/>
                  </a:cubicBezTo>
                  <a:cubicBezTo>
                    <a:pt x="2163" y="3159"/>
                    <a:pt x="2221" y="3120"/>
                    <a:pt x="2278" y="3120"/>
                  </a:cubicBezTo>
                  <a:close/>
                  <a:moveTo>
                    <a:pt x="4977" y="3465"/>
                  </a:moveTo>
                  <a:cubicBezTo>
                    <a:pt x="5015" y="3465"/>
                    <a:pt x="5054" y="3522"/>
                    <a:pt x="5111" y="3637"/>
                  </a:cubicBezTo>
                  <a:cubicBezTo>
                    <a:pt x="5207" y="3943"/>
                    <a:pt x="5149" y="4250"/>
                    <a:pt x="4939" y="4499"/>
                  </a:cubicBezTo>
                  <a:cubicBezTo>
                    <a:pt x="4747" y="4173"/>
                    <a:pt x="4767" y="3809"/>
                    <a:pt x="4862" y="3599"/>
                  </a:cubicBezTo>
                  <a:cubicBezTo>
                    <a:pt x="4920" y="3503"/>
                    <a:pt x="4958" y="3465"/>
                    <a:pt x="4977" y="3465"/>
                  </a:cubicBezTo>
                  <a:close/>
                  <a:moveTo>
                    <a:pt x="5084" y="267"/>
                  </a:moveTo>
                  <a:cubicBezTo>
                    <a:pt x="5293" y="267"/>
                    <a:pt x="5505" y="329"/>
                    <a:pt x="5704" y="460"/>
                  </a:cubicBezTo>
                  <a:cubicBezTo>
                    <a:pt x="6202" y="766"/>
                    <a:pt x="6508" y="1264"/>
                    <a:pt x="6547" y="1800"/>
                  </a:cubicBezTo>
                  <a:cubicBezTo>
                    <a:pt x="5915" y="1895"/>
                    <a:pt x="5417" y="2470"/>
                    <a:pt x="5437" y="2795"/>
                  </a:cubicBezTo>
                  <a:cubicBezTo>
                    <a:pt x="5437" y="2948"/>
                    <a:pt x="5532" y="3082"/>
                    <a:pt x="5781" y="3082"/>
                  </a:cubicBezTo>
                  <a:lnTo>
                    <a:pt x="5877" y="3082"/>
                  </a:lnTo>
                  <a:cubicBezTo>
                    <a:pt x="6374" y="3025"/>
                    <a:pt x="6719" y="2585"/>
                    <a:pt x="6776" y="2010"/>
                  </a:cubicBezTo>
                  <a:cubicBezTo>
                    <a:pt x="7044" y="2029"/>
                    <a:pt x="7312" y="2163"/>
                    <a:pt x="7523" y="2393"/>
                  </a:cubicBezTo>
                  <a:cubicBezTo>
                    <a:pt x="7906" y="2795"/>
                    <a:pt x="7810" y="3274"/>
                    <a:pt x="7657" y="3618"/>
                  </a:cubicBezTo>
                  <a:cubicBezTo>
                    <a:pt x="7331" y="4384"/>
                    <a:pt x="6394" y="5073"/>
                    <a:pt x="5704" y="5073"/>
                  </a:cubicBezTo>
                  <a:cubicBezTo>
                    <a:pt x="5513" y="5073"/>
                    <a:pt x="5341" y="4996"/>
                    <a:pt x="5226" y="4901"/>
                  </a:cubicBezTo>
                  <a:cubicBezTo>
                    <a:pt x="5149" y="4843"/>
                    <a:pt x="5073" y="4786"/>
                    <a:pt x="5035" y="4709"/>
                  </a:cubicBezTo>
                  <a:cubicBezTo>
                    <a:pt x="5322" y="4403"/>
                    <a:pt x="5417" y="4001"/>
                    <a:pt x="5303" y="3599"/>
                  </a:cubicBezTo>
                  <a:cubicBezTo>
                    <a:pt x="5207" y="3312"/>
                    <a:pt x="5054" y="3254"/>
                    <a:pt x="4958" y="3254"/>
                  </a:cubicBezTo>
                  <a:cubicBezTo>
                    <a:pt x="4843" y="3254"/>
                    <a:pt x="4728" y="3350"/>
                    <a:pt x="4633" y="3522"/>
                  </a:cubicBezTo>
                  <a:cubicBezTo>
                    <a:pt x="4479" y="3809"/>
                    <a:pt x="4460" y="4269"/>
                    <a:pt x="4728" y="4690"/>
                  </a:cubicBezTo>
                  <a:cubicBezTo>
                    <a:pt x="4460" y="4901"/>
                    <a:pt x="3924" y="5130"/>
                    <a:pt x="3006" y="5130"/>
                  </a:cubicBezTo>
                  <a:lnTo>
                    <a:pt x="2910" y="5130"/>
                  </a:lnTo>
                  <a:cubicBezTo>
                    <a:pt x="2297" y="5092"/>
                    <a:pt x="2049" y="4805"/>
                    <a:pt x="1953" y="4499"/>
                  </a:cubicBezTo>
                  <a:cubicBezTo>
                    <a:pt x="2336" y="4479"/>
                    <a:pt x="2642" y="4288"/>
                    <a:pt x="2757" y="4039"/>
                  </a:cubicBezTo>
                  <a:cubicBezTo>
                    <a:pt x="2910" y="3752"/>
                    <a:pt x="2853" y="3427"/>
                    <a:pt x="2623" y="3140"/>
                  </a:cubicBezTo>
                  <a:cubicBezTo>
                    <a:pt x="2489" y="2967"/>
                    <a:pt x="2374" y="2948"/>
                    <a:pt x="2278" y="2948"/>
                  </a:cubicBezTo>
                  <a:cubicBezTo>
                    <a:pt x="2144" y="2948"/>
                    <a:pt x="2010" y="3006"/>
                    <a:pt x="1915" y="3140"/>
                  </a:cubicBezTo>
                  <a:cubicBezTo>
                    <a:pt x="1723" y="3369"/>
                    <a:pt x="1589" y="3829"/>
                    <a:pt x="1628" y="4288"/>
                  </a:cubicBezTo>
                  <a:cubicBezTo>
                    <a:pt x="1379" y="4231"/>
                    <a:pt x="1111" y="4097"/>
                    <a:pt x="843" y="3905"/>
                  </a:cubicBezTo>
                  <a:cubicBezTo>
                    <a:pt x="230" y="3446"/>
                    <a:pt x="364" y="2814"/>
                    <a:pt x="441" y="2565"/>
                  </a:cubicBezTo>
                  <a:cubicBezTo>
                    <a:pt x="613" y="2010"/>
                    <a:pt x="1111" y="1551"/>
                    <a:pt x="1513" y="1551"/>
                  </a:cubicBezTo>
                  <a:cubicBezTo>
                    <a:pt x="1608" y="1551"/>
                    <a:pt x="1704" y="1570"/>
                    <a:pt x="1800" y="1627"/>
                  </a:cubicBezTo>
                  <a:cubicBezTo>
                    <a:pt x="1809" y="1637"/>
                    <a:pt x="1829" y="1642"/>
                    <a:pt x="1850" y="1642"/>
                  </a:cubicBezTo>
                  <a:cubicBezTo>
                    <a:pt x="1872" y="1642"/>
                    <a:pt x="1895" y="1637"/>
                    <a:pt x="1915" y="1627"/>
                  </a:cubicBezTo>
                  <a:cubicBezTo>
                    <a:pt x="1953" y="1608"/>
                    <a:pt x="1972" y="1551"/>
                    <a:pt x="1972" y="1513"/>
                  </a:cubicBezTo>
                  <a:cubicBezTo>
                    <a:pt x="1972" y="1513"/>
                    <a:pt x="1876" y="862"/>
                    <a:pt x="2183" y="517"/>
                  </a:cubicBezTo>
                  <a:cubicBezTo>
                    <a:pt x="2326" y="385"/>
                    <a:pt x="2501" y="323"/>
                    <a:pt x="2726" y="323"/>
                  </a:cubicBezTo>
                  <a:cubicBezTo>
                    <a:pt x="2891" y="323"/>
                    <a:pt x="3084" y="357"/>
                    <a:pt x="3312" y="422"/>
                  </a:cubicBezTo>
                  <a:cubicBezTo>
                    <a:pt x="3522" y="498"/>
                    <a:pt x="3714" y="575"/>
                    <a:pt x="3867" y="690"/>
                  </a:cubicBezTo>
                  <a:cubicBezTo>
                    <a:pt x="3542" y="1149"/>
                    <a:pt x="3427" y="1742"/>
                    <a:pt x="3790" y="2049"/>
                  </a:cubicBezTo>
                  <a:cubicBezTo>
                    <a:pt x="3886" y="2144"/>
                    <a:pt x="4001" y="2202"/>
                    <a:pt x="4116" y="2202"/>
                  </a:cubicBezTo>
                  <a:cubicBezTo>
                    <a:pt x="4345" y="2202"/>
                    <a:pt x="4499" y="2049"/>
                    <a:pt x="4575" y="1838"/>
                  </a:cubicBezTo>
                  <a:cubicBezTo>
                    <a:pt x="4690" y="1532"/>
                    <a:pt x="4633" y="1053"/>
                    <a:pt x="4212" y="670"/>
                  </a:cubicBezTo>
                  <a:cubicBezTo>
                    <a:pt x="4464" y="407"/>
                    <a:pt x="4771" y="267"/>
                    <a:pt x="5084" y="267"/>
                  </a:cubicBezTo>
                  <a:close/>
                  <a:moveTo>
                    <a:pt x="5073" y="1"/>
                  </a:moveTo>
                  <a:cubicBezTo>
                    <a:pt x="4690" y="1"/>
                    <a:pt x="4307" y="173"/>
                    <a:pt x="4020" y="479"/>
                  </a:cubicBezTo>
                  <a:cubicBezTo>
                    <a:pt x="3867" y="364"/>
                    <a:pt x="3637" y="230"/>
                    <a:pt x="3408" y="173"/>
                  </a:cubicBezTo>
                  <a:cubicBezTo>
                    <a:pt x="3162" y="83"/>
                    <a:pt x="2945" y="40"/>
                    <a:pt x="2755" y="40"/>
                  </a:cubicBezTo>
                  <a:cubicBezTo>
                    <a:pt x="2456" y="40"/>
                    <a:pt x="2224" y="146"/>
                    <a:pt x="2049" y="345"/>
                  </a:cubicBezTo>
                  <a:cubicBezTo>
                    <a:pt x="1800" y="632"/>
                    <a:pt x="1742" y="1053"/>
                    <a:pt x="1742" y="1302"/>
                  </a:cubicBezTo>
                  <a:cubicBezTo>
                    <a:pt x="1685" y="1264"/>
                    <a:pt x="1608" y="1264"/>
                    <a:pt x="1532" y="1264"/>
                  </a:cubicBezTo>
                  <a:cubicBezTo>
                    <a:pt x="1015" y="1264"/>
                    <a:pt x="441" y="1800"/>
                    <a:pt x="230" y="2431"/>
                  </a:cubicBezTo>
                  <a:cubicBezTo>
                    <a:pt x="1" y="3063"/>
                    <a:pt x="173" y="3656"/>
                    <a:pt x="709" y="4039"/>
                  </a:cubicBezTo>
                  <a:cubicBezTo>
                    <a:pt x="1015" y="4288"/>
                    <a:pt x="1379" y="4422"/>
                    <a:pt x="1685" y="4479"/>
                  </a:cubicBezTo>
                  <a:cubicBezTo>
                    <a:pt x="1819" y="4996"/>
                    <a:pt x="2259" y="5341"/>
                    <a:pt x="2872" y="5341"/>
                  </a:cubicBezTo>
                  <a:lnTo>
                    <a:pt x="3006" y="5341"/>
                  </a:lnTo>
                  <a:cubicBezTo>
                    <a:pt x="3810" y="5341"/>
                    <a:pt x="4460" y="5168"/>
                    <a:pt x="4862" y="4881"/>
                  </a:cubicBezTo>
                  <a:cubicBezTo>
                    <a:pt x="4901" y="4958"/>
                    <a:pt x="5015" y="5034"/>
                    <a:pt x="5073" y="5092"/>
                  </a:cubicBezTo>
                  <a:cubicBezTo>
                    <a:pt x="5245" y="5245"/>
                    <a:pt x="5456" y="5302"/>
                    <a:pt x="5704" y="5302"/>
                  </a:cubicBezTo>
                  <a:cubicBezTo>
                    <a:pt x="6489" y="5302"/>
                    <a:pt x="7485" y="4575"/>
                    <a:pt x="7887" y="3714"/>
                  </a:cubicBezTo>
                  <a:cubicBezTo>
                    <a:pt x="8116" y="3140"/>
                    <a:pt x="8040" y="2604"/>
                    <a:pt x="7695" y="2221"/>
                  </a:cubicBezTo>
                  <a:cubicBezTo>
                    <a:pt x="7427" y="1934"/>
                    <a:pt x="7121" y="1761"/>
                    <a:pt x="6776" y="1761"/>
                  </a:cubicBezTo>
                  <a:cubicBezTo>
                    <a:pt x="6738" y="1168"/>
                    <a:pt x="6394" y="594"/>
                    <a:pt x="5819" y="230"/>
                  </a:cubicBezTo>
                  <a:cubicBezTo>
                    <a:pt x="5590" y="77"/>
                    <a:pt x="5341" y="1"/>
                    <a:pt x="50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28" name="Google Shape;3928;p45"/>
          <p:cNvSpPr/>
          <p:nvPr/>
        </p:nvSpPr>
        <p:spPr>
          <a:xfrm flipH="1" rot="-5400000">
            <a:off x="7832487" y="896708"/>
            <a:ext cx="156214" cy="157388"/>
          </a:xfrm>
          <a:custGeom>
            <a:rect b="b" l="l" r="r" t="t"/>
            <a:pathLst>
              <a:path extrusionOk="0" h="2681" w="2661">
                <a:moveTo>
                  <a:pt x="1417" y="326"/>
                </a:moveTo>
                <a:cubicBezTo>
                  <a:pt x="1436" y="422"/>
                  <a:pt x="1493" y="594"/>
                  <a:pt x="1512" y="690"/>
                </a:cubicBezTo>
                <a:cubicBezTo>
                  <a:pt x="1589" y="977"/>
                  <a:pt x="1608" y="1034"/>
                  <a:pt x="1627" y="1073"/>
                </a:cubicBezTo>
                <a:cubicBezTo>
                  <a:pt x="1685" y="1130"/>
                  <a:pt x="1723" y="1149"/>
                  <a:pt x="1991" y="1245"/>
                </a:cubicBezTo>
                <a:cubicBezTo>
                  <a:pt x="2086" y="1264"/>
                  <a:pt x="2220" y="1321"/>
                  <a:pt x="2316" y="1360"/>
                </a:cubicBezTo>
                <a:cubicBezTo>
                  <a:pt x="2182" y="1436"/>
                  <a:pt x="1933" y="1532"/>
                  <a:pt x="1723" y="1608"/>
                </a:cubicBezTo>
                <a:lnTo>
                  <a:pt x="1665" y="1666"/>
                </a:lnTo>
                <a:cubicBezTo>
                  <a:pt x="1570" y="1915"/>
                  <a:pt x="1436" y="2183"/>
                  <a:pt x="1340" y="2336"/>
                </a:cubicBezTo>
                <a:cubicBezTo>
                  <a:pt x="1283" y="2183"/>
                  <a:pt x="1206" y="1896"/>
                  <a:pt x="1129" y="1628"/>
                </a:cubicBezTo>
                <a:cubicBezTo>
                  <a:pt x="1110" y="1570"/>
                  <a:pt x="1091" y="1532"/>
                  <a:pt x="1034" y="1532"/>
                </a:cubicBezTo>
                <a:cubicBezTo>
                  <a:pt x="804" y="1474"/>
                  <a:pt x="517" y="1436"/>
                  <a:pt x="345" y="1379"/>
                </a:cubicBezTo>
                <a:cubicBezTo>
                  <a:pt x="517" y="1283"/>
                  <a:pt x="823" y="1149"/>
                  <a:pt x="1091" y="1034"/>
                </a:cubicBezTo>
                <a:cubicBezTo>
                  <a:pt x="1110" y="996"/>
                  <a:pt x="1149" y="977"/>
                  <a:pt x="1149" y="958"/>
                </a:cubicBezTo>
                <a:cubicBezTo>
                  <a:pt x="1225" y="747"/>
                  <a:pt x="1340" y="479"/>
                  <a:pt x="1417" y="326"/>
                </a:cubicBezTo>
                <a:close/>
                <a:moveTo>
                  <a:pt x="1436" y="1"/>
                </a:moveTo>
                <a:cubicBezTo>
                  <a:pt x="1359" y="1"/>
                  <a:pt x="1244" y="1"/>
                  <a:pt x="938" y="843"/>
                </a:cubicBezTo>
                <a:cubicBezTo>
                  <a:pt x="58" y="1187"/>
                  <a:pt x="19" y="1321"/>
                  <a:pt x="0" y="1360"/>
                </a:cubicBezTo>
                <a:cubicBezTo>
                  <a:pt x="0" y="1379"/>
                  <a:pt x="0" y="1455"/>
                  <a:pt x="19" y="1474"/>
                </a:cubicBezTo>
                <a:cubicBezTo>
                  <a:pt x="58" y="1513"/>
                  <a:pt x="134" y="1608"/>
                  <a:pt x="919" y="1742"/>
                </a:cubicBezTo>
                <a:cubicBezTo>
                  <a:pt x="1149" y="2680"/>
                  <a:pt x="1225" y="2680"/>
                  <a:pt x="1321" y="2680"/>
                </a:cubicBezTo>
                <a:cubicBezTo>
                  <a:pt x="1397" y="2680"/>
                  <a:pt x="1493" y="2680"/>
                  <a:pt x="1838" y="1819"/>
                </a:cubicBezTo>
                <a:cubicBezTo>
                  <a:pt x="2067" y="1742"/>
                  <a:pt x="2508" y="1570"/>
                  <a:pt x="2603" y="1474"/>
                </a:cubicBezTo>
                <a:cubicBezTo>
                  <a:pt x="2642" y="1455"/>
                  <a:pt x="2661" y="1417"/>
                  <a:pt x="2661" y="1360"/>
                </a:cubicBezTo>
                <a:cubicBezTo>
                  <a:pt x="2642" y="1245"/>
                  <a:pt x="2508" y="1187"/>
                  <a:pt x="2067" y="1034"/>
                </a:cubicBezTo>
                <a:cubicBezTo>
                  <a:pt x="1972" y="977"/>
                  <a:pt x="1876" y="958"/>
                  <a:pt x="1819" y="939"/>
                </a:cubicBezTo>
                <a:cubicBezTo>
                  <a:pt x="1799" y="862"/>
                  <a:pt x="1780" y="747"/>
                  <a:pt x="1742" y="651"/>
                </a:cubicBezTo>
                <a:cubicBezTo>
                  <a:pt x="1685" y="326"/>
                  <a:pt x="1608" y="115"/>
                  <a:pt x="1551" y="39"/>
                </a:cubicBezTo>
                <a:cubicBezTo>
                  <a:pt x="1531" y="20"/>
                  <a:pt x="1493" y="1"/>
                  <a:pt x="1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29" name="Google Shape;3929;p45"/>
          <p:cNvGrpSpPr/>
          <p:nvPr/>
        </p:nvGrpSpPr>
        <p:grpSpPr>
          <a:xfrm>
            <a:off x="2080921" y="2458648"/>
            <a:ext cx="2156549" cy="2089006"/>
            <a:chOff x="5724437" y="1711257"/>
            <a:chExt cx="2149670" cy="2082343"/>
          </a:xfrm>
        </p:grpSpPr>
        <p:sp>
          <p:nvSpPr>
            <p:cNvPr id="3930" name="Google Shape;3930;p45"/>
            <p:cNvSpPr/>
            <p:nvPr/>
          </p:nvSpPr>
          <p:spPr>
            <a:xfrm>
              <a:off x="5724437" y="1711257"/>
              <a:ext cx="2149670" cy="2082343"/>
            </a:xfrm>
            <a:custGeom>
              <a:rect b="b" l="l" r="r" t="t"/>
              <a:pathLst>
                <a:path extrusionOk="0" h="43795" w="45211">
                  <a:moveTo>
                    <a:pt x="31391" y="1"/>
                  </a:moveTo>
                  <a:cubicBezTo>
                    <a:pt x="30568" y="1"/>
                    <a:pt x="29439" y="307"/>
                    <a:pt x="25993" y="3944"/>
                  </a:cubicBezTo>
                  <a:lnTo>
                    <a:pt x="24787" y="3944"/>
                  </a:lnTo>
                  <a:cubicBezTo>
                    <a:pt x="24692" y="3925"/>
                    <a:pt x="24596" y="3925"/>
                    <a:pt x="24500" y="3925"/>
                  </a:cubicBezTo>
                  <a:cubicBezTo>
                    <a:pt x="24405" y="3925"/>
                    <a:pt x="24309" y="3925"/>
                    <a:pt x="24213" y="3944"/>
                  </a:cubicBezTo>
                  <a:lnTo>
                    <a:pt x="23027" y="3944"/>
                  </a:lnTo>
                  <a:cubicBezTo>
                    <a:pt x="22778" y="3829"/>
                    <a:pt x="22491" y="3752"/>
                    <a:pt x="22204" y="3752"/>
                  </a:cubicBezTo>
                  <a:cubicBezTo>
                    <a:pt x="21897" y="3752"/>
                    <a:pt x="21610" y="3829"/>
                    <a:pt x="21380" y="3982"/>
                  </a:cubicBezTo>
                  <a:lnTo>
                    <a:pt x="19428" y="3982"/>
                  </a:lnTo>
                  <a:cubicBezTo>
                    <a:pt x="16748" y="1322"/>
                    <a:pt x="16213" y="1015"/>
                    <a:pt x="15945" y="862"/>
                  </a:cubicBezTo>
                  <a:cubicBezTo>
                    <a:pt x="15657" y="690"/>
                    <a:pt x="15313" y="594"/>
                    <a:pt x="14968" y="594"/>
                  </a:cubicBezTo>
                  <a:cubicBezTo>
                    <a:pt x="13973" y="594"/>
                    <a:pt x="12901" y="1168"/>
                    <a:pt x="10375" y="4001"/>
                  </a:cubicBezTo>
                  <a:lnTo>
                    <a:pt x="9035" y="4001"/>
                  </a:lnTo>
                  <a:cubicBezTo>
                    <a:pt x="8939" y="3982"/>
                    <a:pt x="8805" y="3982"/>
                    <a:pt x="8709" y="3982"/>
                  </a:cubicBezTo>
                  <a:cubicBezTo>
                    <a:pt x="8595" y="3982"/>
                    <a:pt x="8480" y="3982"/>
                    <a:pt x="8384" y="4001"/>
                  </a:cubicBezTo>
                  <a:lnTo>
                    <a:pt x="4824" y="4020"/>
                  </a:lnTo>
                  <a:cubicBezTo>
                    <a:pt x="4020" y="4020"/>
                    <a:pt x="3350" y="4575"/>
                    <a:pt x="3197" y="5341"/>
                  </a:cubicBezTo>
                  <a:lnTo>
                    <a:pt x="134" y="19122"/>
                  </a:lnTo>
                  <a:cubicBezTo>
                    <a:pt x="0" y="19601"/>
                    <a:pt x="134" y="20118"/>
                    <a:pt x="460" y="20539"/>
                  </a:cubicBezTo>
                  <a:cubicBezTo>
                    <a:pt x="766" y="20941"/>
                    <a:pt x="1245" y="21151"/>
                    <a:pt x="1761" y="21151"/>
                  </a:cubicBezTo>
                  <a:lnTo>
                    <a:pt x="2297" y="21151"/>
                  </a:lnTo>
                  <a:lnTo>
                    <a:pt x="2355" y="30358"/>
                  </a:lnTo>
                  <a:cubicBezTo>
                    <a:pt x="2259" y="30434"/>
                    <a:pt x="2182" y="30549"/>
                    <a:pt x="2087" y="30645"/>
                  </a:cubicBezTo>
                  <a:cubicBezTo>
                    <a:pt x="2048" y="30683"/>
                    <a:pt x="2010" y="30722"/>
                    <a:pt x="1991" y="30779"/>
                  </a:cubicBezTo>
                  <a:cubicBezTo>
                    <a:pt x="1972" y="30798"/>
                    <a:pt x="1398" y="31698"/>
                    <a:pt x="919" y="32827"/>
                  </a:cubicBezTo>
                  <a:cubicBezTo>
                    <a:pt x="154" y="34626"/>
                    <a:pt x="0" y="36062"/>
                    <a:pt x="479" y="37210"/>
                  </a:cubicBezTo>
                  <a:cubicBezTo>
                    <a:pt x="613" y="37497"/>
                    <a:pt x="747" y="37727"/>
                    <a:pt x="919" y="37957"/>
                  </a:cubicBezTo>
                  <a:lnTo>
                    <a:pt x="1206" y="41708"/>
                  </a:lnTo>
                  <a:cubicBezTo>
                    <a:pt x="1283" y="42589"/>
                    <a:pt x="1991" y="43259"/>
                    <a:pt x="2852" y="43259"/>
                  </a:cubicBezTo>
                  <a:lnTo>
                    <a:pt x="4843" y="43297"/>
                  </a:lnTo>
                  <a:cubicBezTo>
                    <a:pt x="5111" y="43297"/>
                    <a:pt x="5360" y="43239"/>
                    <a:pt x="5589" y="43125"/>
                  </a:cubicBezTo>
                  <a:lnTo>
                    <a:pt x="7561" y="43125"/>
                  </a:lnTo>
                  <a:cubicBezTo>
                    <a:pt x="7752" y="43182"/>
                    <a:pt x="7944" y="43220"/>
                    <a:pt x="8173" y="43220"/>
                  </a:cubicBezTo>
                  <a:cubicBezTo>
                    <a:pt x="8384" y="43220"/>
                    <a:pt x="8575" y="43182"/>
                    <a:pt x="8767" y="43125"/>
                  </a:cubicBezTo>
                  <a:lnTo>
                    <a:pt x="12308" y="43125"/>
                  </a:lnTo>
                  <a:cubicBezTo>
                    <a:pt x="12499" y="43163"/>
                    <a:pt x="12710" y="43220"/>
                    <a:pt x="12939" y="43220"/>
                  </a:cubicBezTo>
                  <a:cubicBezTo>
                    <a:pt x="13150" y="43220"/>
                    <a:pt x="13361" y="43163"/>
                    <a:pt x="13552" y="43086"/>
                  </a:cubicBezTo>
                  <a:lnTo>
                    <a:pt x="13858" y="43086"/>
                  </a:lnTo>
                  <a:cubicBezTo>
                    <a:pt x="14088" y="43220"/>
                    <a:pt x="14318" y="43259"/>
                    <a:pt x="14566" y="43259"/>
                  </a:cubicBezTo>
                  <a:lnTo>
                    <a:pt x="16346" y="43297"/>
                  </a:lnTo>
                  <a:cubicBezTo>
                    <a:pt x="16634" y="43507"/>
                    <a:pt x="16997" y="43641"/>
                    <a:pt x="17380" y="43641"/>
                  </a:cubicBezTo>
                  <a:lnTo>
                    <a:pt x="17495" y="43641"/>
                  </a:lnTo>
                  <a:cubicBezTo>
                    <a:pt x="17725" y="43737"/>
                    <a:pt x="17954" y="43795"/>
                    <a:pt x="18203" y="43795"/>
                  </a:cubicBezTo>
                  <a:cubicBezTo>
                    <a:pt x="18356" y="43795"/>
                    <a:pt x="18548" y="43775"/>
                    <a:pt x="18701" y="43661"/>
                  </a:cubicBezTo>
                  <a:cubicBezTo>
                    <a:pt x="18739" y="43641"/>
                    <a:pt x="18796" y="43641"/>
                    <a:pt x="18835" y="43622"/>
                  </a:cubicBezTo>
                  <a:lnTo>
                    <a:pt x="19505" y="43622"/>
                  </a:lnTo>
                  <a:cubicBezTo>
                    <a:pt x="19581" y="43641"/>
                    <a:pt x="19658" y="43641"/>
                    <a:pt x="19715" y="43641"/>
                  </a:cubicBezTo>
                  <a:lnTo>
                    <a:pt x="19907" y="43641"/>
                  </a:lnTo>
                  <a:lnTo>
                    <a:pt x="24309" y="43661"/>
                  </a:lnTo>
                  <a:lnTo>
                    <a:pt x="26568" y="43661"/>
                  </a:lnTo>
                  <a:cubicBezTo>
                    <a:pt x="26970" y="43661"/>
                    <a:pt x="27371" y="43507"/>
                    <a:pt x="27659" y="43239"/>
                  </a:cubicBezTo>
                  <a:cubicBezTo>
                    <a:pt x="27735" y="43259"/>
                    <a:pt x="27812" y="43259"/>
                    <a:pt x="27888" y="43259"/>
                  </a:cubicBezTo>
                  <a:cubicBezTo>
                    <a:pt x="27946" y="43259"/>
                    <a:pt x="28041" y="43239"/>
                    <a:pt x="28118" y="43239"/>
                  </a:cubicBezTo>
                  <a:lnTo>
                    <a:pt x="29439" y="43259"/>
                  </a:lnTo>
                  <a:cubicBezTo>
                    <a:pt x="29726" y="43259"/>
                    <a:pt x="29994" y="43182"/>
                    <a:pt x="30223" y="43067"/>
                  </a:cubicBezTo>
                  <a:lnTo>
                    <a:pt x="33382" y="43067"/>
                  </a:lnTo>
                  <a:cubicBezTo>
                    <a:pt x="33554" y="43144"/>
                    <a:pt x="33745" y="43163"/>
                    <a:pt x="33937" y="43163"/>
                  </a:cubicBezTo>
                  <a:cubicBezTo>
                    <a:pt x="34128" y="43163"/>
                    <a:pt x="34320" y="43125"/>
                    <a:pt x="34492" y="43067"/>
                  </a:cubicBezTo>
                  <a:lnTo>
                    <a:pt x="39028" y="43067"/>
                  </a:lnTo>
                  <a:cubicBezTo>
                    <a:pt x="39220" y="43144"/>
                    <a:pt x="39411" y="43163"/>
                    <a:pt x="39602" y="43163"/>
                  </a:cubicBezTo>
                  <a:cubicBezTo>
                    <a:pt x="39775" y="43163"/>
                    <a:pt x="39947" y="43144"/>
                    <a:pt x="40100" y="43086"/>
                  </a:cubicBezTo>
                  <a:cubicBezTo>
                    <a:pt x="40330" y="43182"/>
                    <a:pt x="40559" y="43259"/>
                    <a:pt x="40827" y="43259"/>
                  </a:cubicBezTo>
                  <a:lnTo>
                    <a:pt x="42780" y="43278"/>
                  </a:lnTo>
                  <a:cubicBezTo>
                    <a:pt x="43660" y="43278"/>
                    <a:pt x="44368" y="42646"/>
                    <a:pt x="44464" y="41804"/>
                  </a:cubicBezTo>
                  <a:lnTo>
                    <a:pt x="44923" y="37823"/>
                  </a:lnTo>
                  <a:cubicBezTo>
                    <a:pt x="44943" y="37612"/>
                    <a:pt x="44923" y="37402"/>
                    <a:pt x="44866" y="37210"/>
                  </a:cubicBezTo>
                  <a:cubicBezTo>
                    <a:pt x="45077" y="36655"/>
                    <a:pt x="45211" y="36004"/>
                    <a:pt x="45211" y="35296"/>
                  </a:cubicBezTo>
                  <a:cubicBezTo>
                    <a:pt x="45211" y="33363"/>
                    <a:pt x="44311" y="30702"/>
                    <a:pt x="42684" y="29956"/>
                  </a:cubicBezTo>
                  <a:lnTo>
                    <a:pt x="42665" y="29401"/>
                  </a:lnTo>
                  <a:cubicBezTo>
                    <a:pt x="42646" y="29267"/>
                    <a:pt x="42627" y="29114"/>
                    <a:pt x="42569" y="28980"/>
                  </a:cubicBezTo>
                  <a:lnTo>
                    <a:pt x="42148" y="20481"/>
                  </a:lnTo>
                  <a:lnTo>
                    <a:pt x="42780" y="20481"/>
                  </a:lnTo>
                  <a:cubicBezTo>
                    <a:pt x="43316" y="20481"/>
                    <a:pt x="43794" y="20213"/>
                    <a:pt x="44100" y="19811"/>
                  </a:cubicBezTo>
                  <a:cubicBezTo>
                    <a:pt x="44407" y="19409"/>
                    <a:pt x="44541" y="18874"/>
                    <a:pt x="44387" y="18376"/>
                  </a:cubicBezTo>
                  <a:lnTo>
                    <a:pt x="40827" y="5131"/>
                  </a:lnTo>
                  <a:cubicBezTo>
                    <a:pt x="40617" y="4384"/>
                    <a:pt x="39966" y="3886"/>
                    <a:pt x="39200" y="3886"/>
                  </a:cubicBezTo>
                  <a:cubicBezTo>
                    <a:pt x="39181" y="3886"/>
                    <a:pt x="36444" y="3906"/>
                    <a:pt x="36444" y="3906"/>
                  </a:cubicBezTo>
                  <a:cubicBezTo>
                    <a:pt x="33305" y="767"/>
                    <a:pt x="32673" y="403"/>
                    <a:pt x="32386" y="250"/>
                  </a:cubicBezTo>
                  <a:cubicBezTo>
                    <a:pt x="32099" y="97"/>
                    <a:pt x="31755" y="1"/>
                    <a:pt x="31391" y="1"/>
                  </a:cubicBezTo>
                  <a:close/>
                </a:path>
              </a:pathLst>
            </a:custGeom>
            <a:solidFill>
              <a:schemeClr val="lt1"/>
            </a:solidFill>
            <a:ln>
              <a:noFill/>
            </a:ln>
            <a:effectLst>
              <a:outerShdw blurRad="85725" rotWithShape="0" algn="bl" dir="4500000" dist="123825">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45"/>
            <p:cNvSpPr/>
            <p:nvPr/>
          </p:nvSpPr>
          <p:spPr>
            <a:xfrm>
              <a:off x="6483441" y="1776302"/>
              <a:ext cx="32808" cy="20588"/>
            </a:xfrm>
            <a:custGeom>
              <a:rect b="b" l="l" r="r" t="t"/>
              <a:pathLst>
                <a:path extrusionOk="0" h="433" w="690">
                  <a:moveTo>
                    <a:pt x="569" y="1"/>
                  </a:moveTo>
                  <a:cubicBezTo>
                    <a:pt x="533" y="1"/>
                    <a:pt x="496" y="25"/>
                    <a:pt x="460" y="49"/>
                  </a:cubicBezTo>
                  <a:cubicBezTo>
                    <a:pt x="445" y="110"/>
                    <a:pt x="383" y="182"/>
                    <a:pt x="301" y="182"/>
                  </a:cubicBezTo>
                  <a:cubicBezTo>
                    <a:pt x="278" y="182"/>
                    <a:pt x="255" y="176"/>
                    <a:pt x="230" y="164"/>
                  </a:cubicBezTo>
                  <a:cubicBezTo>
                    <a:pt x="209" y="153"/>
                    <a:pt x="188" y="149"/>
                    <a:pt x="167" y="149"/>
                  </a:cubicBezTo>
                  <a:cubicBezTo>
                    <a:pt x="116" y="149"/>
                    <a:pt x="72" y="180"/>
                    <a:pt x="58" y="222"/>
                  </a:cubicBezTo>
                  <a:cubicBezTo>
                    <a:pt x="1" y="298"/>
                    <a:pt x="58" y="356"/>
                    <a:pt x="96" y="394"/>
                  </a:cubicBezTo>
                  <a:cubicBezTo>
                    <a:pt x="154" y="413"/>
                    <a:pt x="230" y="432"/>
                    <a:pt x="269" y="432"/>
                  </a:cubicBezTo>
                  <a:cubicBezTo>
                    <a:pt x="422" y="432"/>
                    <a:pt x="556" y="336"/>
                    <a:pt x="651" y="202"/>
                  </a:cubicBezTo>
                  <a:cubicBezTo>
                    <a:pt x="690" y="145"/>
                    <a:pt x="671" y="68"/>
                    <a:pt x="632" y="30"/>
                  </a:cubicBezTo>
                  <a:cubicBezTo>
                    <a:pt x="611" y="9"/>
                    <a:pt x="590" y="1"/>
                    <a:pt x="5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45"/>
            <p:cNvSpPr/>
            <p:nvPr/>
          </p:nvSpPr>
          <p:spPr>
            <a:xfrm>
              <a:off x="6469795" y="1742210"/>
              <a:ext cx="15500" cy="35566"/>
            </a:xfrm>
            <a:custGeom>
              <a:rect b="b" l="l" r="r" t="t"/>
              <a:pathLst>
                <a:path extrusionOk="0" h="748" w="326">
                  <a:moveTo>
                    <a:pt x="135" y="1"/>
                  </a:moveTo>
                  <a:cubicBezTo>
                    <a:pt x="77" y="1"/>
                    <a:pt x="1" y="58"/>
                    <a:pt x="1" y="116"/>
                  </a:cubicBezTo>
                  <a:lnTo>
                    <a:pt x="1" y="249"/>
                  </a:lnTo>
                  <a:cubicBezTo>
                    <a:pt x="1" y="383"/>
                    <a:pt x="39" y="537"/>
                    <a:pt x="58" y="651"/>
                  </a:cubicBezTo>
                  <a:cubicBezTo>
                    <a:pt x="77" y="728"/>
                    <a:pt x="135" y="747"/>
                    <a:pt x="173" y="747"/>
                  </a:cubicBezTo>
                  <a:cubicBezTo>
                    <a:pt x="173" y="747"/>
                    <a:pt x="192" y="747"/>
                    <a:pt x="230" y="690"/>
                  </a:cubicBezTo>
                  <a:cubicBezTo>
                    <a:pt x="269" y="671"/>
                    <a:pt x="326" y="632"/>
                    <a:pt x="288" y="556"/>
                  </a:cubicBezTo>
                  <a:cubicBezTo>
                    <a:pt x="269" y="460"/>
                    <a:pt x="249" y="345"/>
                    <a:pt x="249" y="211"/>
                  </a:cubicBezTo>
                  <a:lnTo>
                    <a:pt x="249" y="116"/>
                  </a:lnTo>
                  <a:cubicBezTo>
                    <a:pt x="249" y="77"/>
                    <a:pt x="192" y="1"/>
                    <a:pt x="1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45"/>
            <p:cNvSpPr/>
            <p:nvPr/>
          </p:nvSpPr>
          <p:spPr>
            <a:xfrm>
              <a:off x="5893707" y="3102795"/>
              <a:ext cx="1816600" cy="578891"/>
            </a:xfrm>
            <a:custGeom>
              <a:rect b="b" l="l" r="r" t="t"/>
              <a:pathLst>
                <a:path extrusionOk="0" h="12175" w="38206">
                  <a:moveTo>
                    <a:pt x="575" y="1"/>
                  </a:moveTo>
                  <a:lnTo>
                    <a:pt x="1" y="12174"/>
                  </a:lnTo>
                  <a:lnTo>
                    <a:pt x="1" y="12174"/>
                  </a:lnTo>
                  <a:lnTo>
                    <a:pt x="38205" y="12136"/>
                  </a:lnTo>
                  <a:lnTo>
                    <a:pt x="37440" y="269"/>
                  </a:lnTo>
                  <a:lnTo>
                    <a:pt x="57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45"/>
            <p:cNvSpPr/>
            <p:nvPr/>
          </p:nvSpPr>
          <p:spPr>
            <a:xfrm>
              <a:off x="5809072" y="1975195"/>
              <a:ext cx="1950351" cy="663525"/>
            </a:xfrm>
            <a:custGeom>
              <a:rect b="b" l="l" r="r" t="t"/>
              <a:pathLst>
                <a:path extrusionOk="0" h="13955" w="41019">
                  <a:moveTo>
                    <a:pt x="37440" y="1"/>
                  </a:moveTo>
                  <a:lnTo>
                    <a:pt x="3063" y="173"/>
                  </a:lnTo>
                  <a:lnTo>
                    <a:pt x="0" y="13954"/>
                  </a:lnTo>
                  <a:lnTo>
                    <a:pt x="41019" y="13265"/>
                  </a:lnTo>
                  <a:lnTo>
                    <a:pt x="374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45"/>
            <p:cNvSpPr/>
            <p:nvPr/>
          </p:nvSpPr>
          <p:spPr>
            <a:xfrm>
              <a:off x="6035684" y="2722649"/>
              <a:ext cx="296744" cy="253381"/>
            </a:xfrm>
            <a:custGeom>
              <a:rect b="b" l="l" r="r" t="t"/>
              <a:pathLst>
                <a:path extrusionOk="0" h="5329" w="6241">
                  <a:moveTo>
                    <a:pt x="3937" y="1"/>
                  </a:moveTo>
                  <a:cubicBezTo>
                    <a:pt x="2367" y="1"/>
                    <a:pt x="364" y="129"/>
                    <a:pt x="364" y="129"/>
                  </a:cubicBezTo>
                  <a:cubicBezTo>
                    <a:pt x="1" y="129"/>
                    <a:pt x="20" y="4857"/>
                    <a:pt x="20" y="5125"/>
                  </a:cubicBezTo>
                  <a:cubicBezTo>
                    <a:pt x="20" y="5261"/>
                    <a:pt x="1429" y="5328"/>
                    <a:pt x="2864" y="5328"/>
                  </a:cubicBezTo>
                  <a:cubicBezTo>
                    <a:pt x="4246" y="5328"/>
                    <a:pt x="5651" y="5266"/>
                    <a:pt x="5838" y="5144"/>
                  </a:cubicBezTo>
                  <a:cubicBezTo>
                    <a:pt x="6240" y="4914"/>
                    <a:pt x="5838" y="646"/>
                    <a:pt x="5781" y="225"/>
                  </a:cubicBezTo>
                  <a:cubicBezTo>
                    <a:pt x="5766" y="53"/>
                    <a:pt x="4940" y="1"/>
                    <a:pt x="39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45"/>
            <p:cNvSpPr/>
            <p:nvPr/>
          </p:nvSpPr>
          <p:spPr>
            <a:xfrm>
              <a:off x="6063928" y="2739100"/>
              <a:ext cx="232983" cy="217435"/>
            </a:xfrm>
            <a:custGeom>
              <a:rect b="b" l="l" r="r" t="t"/>
              <a:pathLst>
                <a:path extrusionOk="0" h="4573" w="4900">
                  <a:moveTo>
                    <a:pt x="3115" y="1"/>
                  </a:moveTo>
                  <a:cubicBezTo>
                    <a:pt x="1873" y="1"/>
                    <a:pt x="287" y="108"/>
                    <a:pt x="287" y="108"/>
                  </a:cubicBezTo>
                  <a:cubicBezTo>
                    <a:pt x="286" y="108"/>
                    <a:pt x="286" y="108"/>
                    <a:pt x="285" y="108"/>
                  </a:cubicBezTo>
                  <a:cubicBezTo>
                    <a:pt x="0" y="108"/>
                    <a:pt x="57" y="4186"/>
                    <a:pt x="19" y="4415"/>
                  </a:cubicBezTo>
                  <a:cubicBezTo>
                    <a:pt x="9" y="4520"/>
                    <a:pt x="1077" y="4573"/>
                    <a:pt x="2184" y="4573"/>
                  </a:cubicBezTo>
                  <a:cubicBezTo>
                    <a:pt x="3292" y="4573"/>
                    <a:pt x="4440" y="4520"/>
                    <a:pt x="4594" y="4415"/>
                  </a:cubicBezTo>
                  <a:cubicBezTo>
                    <a:pt x="4900" y="4205"/>
                    <a:pt x="4613" y="549"/>
                    <a:pt x="4574" y="185"/>
                  </a:cubicBezTo>
                  <a:cubicBezTo>
                    <a:pt x="4552" y="44"/>
                    <a:pt x="3903" y="1"/>
                    <a:pt x="311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45"/>
            <p:cNvSpPr/>
            <p:nvPr/>
          </p:nvSpPr>
          <p:spPr>
            <a:xfrm>
              <a:off x="6041152" y="2805192"/>
              <a:ext cx="262129" cy="14645"/>
            </a:xfrm>
            <a:custGeom>
              <a:rect b="b" l="l" r="r" t="t"/>
              <a:pathLst>
                <a:path extrusionOk="0" h="308" w="5513">
                  <a:moveTo>
                    <a:pt x="5379" y="1"/>
                  </a:moveTo>
                  <a:lnTo>
                    <a:pt x="115" y="58"/>
                  </a:lnTo>
                  <a:cubicBezTo>
                    <a:pt x="39" y="58"/>
                    <a:pt x="0" y="116"/>
                    <a:pt x="0" y="192"/>
                  </a:cubicBezTo>
                  <a:cubicBezTo>
                    <a:pt x="0" y="250"/>
                    <a:pt x="39" y="307"/>
                    <a:pt x="115" y="307"/>
                  </a:cubicBezTo>
                  <a:lnTo>
                    <a:pt x="5379" y="231"/>
                  </a:lnTo>
                  <a:cubicBezTo>
                    <a:pt x="5455" y="231"/>
                    <a:pt x="5513" y="192"/>
                    <a:pt x="5513" y="116"/>
                  </a:cubicBezTo>
                  <a:cubicBezTo>
                    <a:pt x="5513" y="39"/>
                    <a:pt x="5455" y="1"/>
                    <a:pt x="53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45"/>
            <p:cNvSpPr/>
            <p:nvPr/>
          </p:nvSpPr>
          <p:spPr>
            <a:xfrm>
              <a:off x="6159451" y="2727832"/>
              <a:ext cx="18258" cy="247627"/>
            </a:xfrm>
            <a:custGeom>
              <a:rect b="b" l="l" r="r" t="t"/>
              <a:pathLst>
                <a:path extrusionOk="0" h="5208" w="384">
                  <a:moveTo>
                    <a:pt x="115" y="1"/>
                  </a:moveTo>
                  <a:cubicBezTo>
                    <a:pt x="39" y="1"/>
                    <a:pt x="1" y="39"/>
                    <a:pt x="1" y="116"/>
                  </a:cubicBezTo>
                  <a:lnTo>
                    <a:pt x="154" y="5092"/>
                  </a:lnTo>
                  <a:cubicBezTo>
                    <a:pt x="154" y="5169"/>
                    <a:pt x="192" y="5207"/>
                    <a:pt x="269" y="5207"/>
                  </a:cubicBezTo>
                  <a:cubicBezTo>
                    <a:pt x="345" y="5207"/>
                    <a:pt x="383" y="5169"/>
                    <a:pt x="383" y="5092"/>
                  </a:cubicBezTo>
                  <a:lnTo>
                    <a:pt x="249" y="116"/>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45"/>
            <p:cNvSpPr/>
            <p:nvPr/>
          </p:nvSpPr>
          <p:spPr>
            <a:xfrm>
              <a:off x="6055702" y="2888021"/>
              <a:ext cx="249434" cy="17355"/>
            </a:xfrm>
            <a:custGeom>
              <a:rect b="b" l="l" r="r" t="t"/>
              <a:pathLst>
                <a:path extrusionOk="0" h="365" w="5246">
                  <a:moveTo>
                    <a:pt x="5130" y="1"/>
                  </a:moveTo>
                  <a:lnTo>
                    <a:pt x="135" y="116"/>
                  </a:lnTo>
                  <a:cubicBezTo>
                    <a:pt x="58" y="116"/>
                    <a:pt x="1" y="173"/>
                    <a:pt x="1" y="230"/>
                  </a:cubicBezTo>
                  <a:cubicBezTo>
                    <a:pt x="1" y="307"/>
                    <a:pt x="58" y="364"/>
                    <a:pt x="135" y="364"/>
                  </a:cubicBezTo>
                  <a:lnTo>
                    <a:pt x="5130" y="230"/>
                  </a:lnTo>
                  <a:cubicBezTo>
                    <a:pt x="5207" y="230"/>
                    <a:pt x="5245" y="192"/>
                    <a:pt x="5245" y="116"/>
                  </a:cubicBezTo>
                  <a:cubicBezTo>
                    <a:pt x="5245" y="39"/>
                    <a:pt x="5207" y="1"/>
                    <a:pt x="5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45"/>
            <p:cNvSpPr/>
            <p:nvPr/>
          </p:nvSpPr>
          <p:spPr>
            <a:xfrm>
              <a:off x="5994746" y="2742239"/>
              <a:ext cx="86489" cy="213203"/>
            </a:xfrm>
            <a:custGeom>
              <a:rect b="b" l="l" r="r" t="t"/>
              <a:pathLst>
                <a:path extrusionOk="0" h="4484" w="1819">
                  <a:moveTo>
                    <a:pt x="761" y="0"/>
                  </a:moveTo>
                  <a:cubicBezTo>
                    <a:pt x="397" y="0"/>
                    <a:pt x="64" y="26"/>
                    <a:pt x="38" y="119"/>
                  </a:cubicBezTo>
                  <a:cubicBezTo>
                    <a:pt x="0" y="329"/>
                    <a:pt x="267" y="4483"/>
                    <a:pt x="363" y="4483"/>
                  </a:cubicBezTo>
                  <a:cubicBezTo>
                    <a:pt x="363" y="4483"/>
                    <a:pt x="364" y="4483"/>
                    <a:pt x="364" y="4483"/>
                  </a:cubicBezTo>
                  <a:cubicBezTo>
                    <a:pt x="460" y="4445"/>
                    <a:pt x="1819" y="4330"/>
                    <a:pt x="1819" y="4330"/>
                  </a:cubicBezTo>
                  <a:lnTo>
                    <a:pt x="1742" y="42"/>
                  </a:lnTo>
                  <a:cubicBezTo>
                    <a:pt x="1742" y="42"/>
                    <a:pt x="1226" y="0"/>
                    <a:pt x="761" y="0"/>
                  </a:cubicBezTo>
                  <a:close/>
                </a:path>
              </a:pathLst>
            </a:custGeom>
            <a:solidFill>
              <a:srgbClr val="D65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45"/>
            <p:cNvSpPr/>
            <p:nvPr/>
          </p:nvSpPr>
          <p:spPr>
            <a:xfrm>
              <a:off x="6002020" y="2770625"/>
              <a:ext cx="67375" cy="13694"/>
            </a:xfrm>
            <a:custGeom>
              <a:rect b="b" l="l" r="r" t="t"/>
              <a:pathLst>
                <a:path extrusionOk="0" h="288" w="1417">
                  <a:moveTo>
                    <a:pt x="134" y="1"/>
                  </a:moveTo>
                  <a:cubicBezTo>
                    <a:pt x="58" y="1"/>
                    <a:pt x="0" y="58"/>
                    <a:pt x="0" y="115"/>
                  </a:cubicBezTo>
                  <a:cubicBezTo>
                    <a:pt x="0" y="192"/>
                    <a:pt x="58" y="230"/>
                    <a:pt x="134" y="230"/>
                  </a:cubicBezTo>
                  <a:lnTo>
                    <a:pt x="1302" y="288"/>
                  </a:lnTo>
                  <a:cubicBezTo>
                    <a:pt x="1378" y="288"/>
                    <a:pt x="1417" y="249"/>
                    <a:pt x="1398" y="173"/>
                  </a:cubicBezTo>
                  <a:cubicBezTo>
                    <a:pt x="1398" y="96"/>
                    <a:pt x="1359" y="58"/>
                    <a:pt x="1283" y="58"/>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45"/>
            <p:cNvSpPr/>
            <p:nvPr/>
          </p:nvSpPr>
          <p:spPr>
            <a:xfrm>
              <a:off x="6012909" y="2816128"/>
              <a:ext cx="59244" cy="13694"/>
            </a:xfrm>
            <a:custGeom>
              <a:rect b="b" l="l" r="r" t="t"/>
              <a:pathLst>
                <a:path extrusionOk="0" h="288" w="1246">
                  <a:moveTo>
                    <a:pt x="1111" y="1"/>
                  </a:moveTo>
                  <a:lnTo>
                    <a:pt x="116" y="58"/>
                  </a:lnTo>
                  <a:cubicBezTo>
                    <a:pt x="39" y="58"/>
                    <a:pt x="1" y="96"/>
                    <a:pt x="1" y="173"/>
                  </a:cubicBezTo>
                  <a:cubicBezTo>
                    <a:pt x="1" y="230"/>
                    <a:pt x="39" y="288"/>
                    <a:pt x="116" y="288"/>
                  </a:cubicBezTo>
                  <a:lnTo>
                    <a:pt x="1111" y="230"/>
                  </a:lnTo>
                  <a:cubicBezTo>
                    <a:pt x="1188" y="230"/>
                    <a:pt x="1245" y="192"/>
                    <a:pt x="1245" y="115"/>
                  </a:cubicBezTo>
                  <a:cubicBezTo>
                    <a:pt x="1245" y="58"/>
                    <a:pt x="1188" y="1"/>
                    <a:pt x="11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45"/>
            <p:cNvSpPr/>
            <p:nvPr/>
          </p:nvSpPr>
          <p:spPr>
            <a:xfrm>
              <a:off x="6021135" y="2860728"/>
              <a:ext cx="51922" cy="10983"/>
            </a:xfrm>
            <a:custGeom>
              <a:rect b="b" l="l" r="r" t="t"/>
              <a:pathLst>
                <a:path extrusionOk="0" h="231" w="1092">
                  <a:moveTo>
                    <a:pt x="115" y="0"/>
                  </a:moveTo>
                  <a:cubicBezTo>
                    <a:pt x="39" y="0"/>
                    <a:pt x="0" y="39"/>
                    <a:pt x="0" y="115"/>
                  </a:cubicBezTo>
                  <a:cubicBezTo>
                    <a:pt x="0" y="192"/>
                    <a:pt x="39" y="230"/>
                    <a:pt x="115" y="230"/>
                  </a:cubicBezTo>
                  <a:lnTo>
                    <a:pt x="976" y="230"/>
                  </a:lnTo>
                  <a:cubicBezTo>
                    <a:pt x="1034" y="230"/>
                    <a:pt x="1091" y="192"/>
                    <a:pt x="1091" y="115"/>
                  </a:cubicBezTo>
                  <a:cubicBezTo>
                    <a:pt x="1091" y="39"/>
                    <a:pt x="1053" y="0"/>
                    <a:pt x="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45"/>
            <p:cNvSpPr/>
            <p:nvPr/>
          </p:nvSpPr>
          <p:spPr>
            <a:xfrm>
              <a:off x="6022038" y="2894392"/>
              <a:ext cx="51922" cy="18258"/>
            </a:xfrm>
            <a:custGeom>
              <a:rect b="b" l="l" r="r" t="t"/>
              <a:pathLst>
                <a:path extrusionOk="0" h="384" w="1092">
                  <a:moveTo>
                    <a:pt x="957" y="1"/>
                  </a:moveTo>
                  <a:lnTo>
                    <a:pt x="96" y="154"/>
                  </a:lnTo>
                  <a:cubicBezTo>
                    <a:pt x="20" y="173"/>
                    <a:pt x="0" y="230"/>
                    <a:pt x="0" y="288"/>
                  </a:cubicBezTo>
                  <a:cubicBezTo>
                    <a:pt x="0" y="345"/>
                    <a:pt x="77" y="383"/>
                    <a:pt x="115" y="383"/>
                  </a:cubicBezTo>
                  <a:lnTo>
                    <a:pt x="996" y="249"/>
                  </a:lnTo>
                  <a:cubicBezTo>
                    <a:pt x="1072" y="230"/>
                    <a:pt x="1091" y="173"/>
                    <a:pt x="1091" y="96"/>
                  </a:cubicBezTo>
                  <a:cubicBezTo>
                    <a:pt x="1072" y="39"/>
                    <a:pt x="1034" y="1"/>
                    <a:pt x="9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45"/>
            <p:cNvSpPr/>
            <p:nvPr/>
          </p:nvSpPr>
          <p:spPr>
            <a:xfrm>
              <a:off x="6275039" y="2742239"/>
              <a:ext cx="87392" cy="213203"/>
            </a:xfrm>
            <a:custGeom>
              <a:rect b="b" l="l" r="r" t="t"/>
              <a:pathLst>
                <a:path extrusionOk="0" h="4484" w="1838">
                  <a:moveTo>
                    <a:pt x="1066" y="0"/>
                  </a:moveTo>
                  <a:cubicBezTo>
                    <a:pt x="599" y="0"/>
                    <a:pt x="77" y="42"/>
                    <a:pt x="77" y="42"/>
                  </a:cubicBezTo>
                  <a:lnTo>
                    <a:pt x="0" y="4330"/>
                  </a:lnTo>
                  <a:cubicBezTo>
                    <a:pt x="0" y="4330"/>
                    <a:pt x="1379" y="4445"/>
                    <a:pt x="1474" y="4483"/>
                  </a:cubicBezTo>
                  <a:cubicBezTo>
                    <a:pt x="1475" y="4483"/>
                    <a:pt x="1475" y="4483"/>
                    <a:pt x="1475" y="4483"/>
                  </a:cubicBezTo>
                  <a:cubicBezTo>
                    <a:pt x="1571" y="4483"/>
                    <a:pt x="1838" y="329"/>
                    <a:pt x="1781" y="119"/>
                  </a:cubicBezTo>
                  <a:cubicBezTo>
                    <a:pt x="1764" y="26"/>
                    <a:pt x="1432" y="0"/>
                    <a:pt x="1066" y="0"/>
                  </a:cubicBezTo>
                  <a:close/>
                </a:path>
              </a:pathLst>
            </a:custGeom>
            <a:solidFill>
              <a:srgbClr val="D65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45"/>
            <p:cNvSpPr/>
            <p:nvPr/>
          </p:nvSpPr>
          <p:spPr>
            <a:xfrm>
              <a:off x="6286879" y="2770625"/>
              <a:ext cx="66471" cy="13694"/>
            </a:xfrm>
            <a:custGeom>
              <a:rect b="b" l="l" r="r" t="t"/>
              <a:pathLst>
                <a:path extrusionOk="0" h="288" w="1398">
                  <a:moveTo>
                    <a:pt x="1264" y="1"/>
                  </a:moveTo>
                  <a:lnTo>
                    <a:pt x="115" y="58"/>
                  </a:lnTo>
                  <a:cubicBezTo>
                    <a:pt x="39" y="58"/>
                    <a:pt x="0" y="96"/>
                    <a:pt x="0" y="173"/>
                  </a:cubicBezTo>
                  <a:cubicBezTo>
                    <a:pt x="0" y="230"/>
                    <a:pt x="39" y="288"/>
                    <a:pt x="115" y="288"/>
                  </a:cubicBezTo>
                  <a:lnTo>
                    <a:pt x="1264" y="230"/>
                  </a:lnTo>
                  <a:cubicBezTo>
                    <a:pt x="1340" y="230"/>
                    <a:pt x="1398" y="192"/>
                    <a:pt x="1398" y="115"/>
                  </a:cubicBezTo>
                  <a:cubicBezTo>
                    <a:pt x="1398" y="58"/>
                    <a:pt x="1340" y="1"/>
                    <a:pt x="1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45"/>
            <p:cNvSpPr/>
            <p:nvPr/>
          </p:nvSpPr>
          <p:spPr>
            <a:xfrm>
              <a:off x="6285072" y="2816128"/>
              <a:ext cx="59197" cy="13694"/>
            </a:xfrm>
            <a:custGeom>
              <a:rect b="b" l="l" r="r" t="t"/>
              <a:pathLst>
                <a:path extrusionOk="0" h="288" w="1245">
                  <a:moveTo>
                    <a:pt x="115" y="1"/>
                  </a:moveTo>
                  <a:cubicBezTo>
                    <a:pt x="57" y="1"/>
                    <a:pt x="0" y="77"/>
                    <a:pt x="0" y="115"/>
                  </a:cubicBezTo>
                  <a:cubicBezTo>
                    <a:pt x="0" y="173"/>
                    <a:pt x="38" y="230"/>
                    <a:pt x="115" y="230"/>
                  </a:cubicBezTo>
                  <a:lnTo>
                    <a:pt x="1110" y="288"/>
                  </a:lnTo>
                  <a:cubicBezTo>
                    <a:pt x="1187" y="288"/>
                    <a:pt x="1244" y="249"/>
                    <a:pt x="1244" y="173"/>
                  </a:cubicBezTo>
                  <a:cubicBezTo>
                    <a:pt x="1244" y="115"/>
                    <a:pt x="1187" y="58"/>
                    <a:pt x="1110" y="58"/>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45"/>
            <p:cNvSpPr/>
            <p:nvPr/>
          </p:nvSpPr>
          <p:spPr>
            <a:xfrm>
              <a:off x="6283218" y="2860728"/>
              <a:ext cx="52825" cy="10983"/>
            </a:xfrm>
            <a:custGeom>
              <a:rect b="b" l="l" r="r" t="t"/>
              <a:pathLst>
                <a:path extrusionOk="0" h="231" w="1111">
                  <a:moveTo>
                    <a:pt x="135" y="0"/>
                  </a:moveTo>
                  <a:cubicBezTo>
                    <a:pt x="58" y="0"/>
                    <a:pt x="1" y="39"/>
                    <a:pt x="1" y="115"/>
                  </a:cubicBezTo>
                  <a:cubicBezTo>
                    <a:pt x="1" y="192"/>
                    <a:pt x="58" y="230"/>
                    <a:pt x="135" y="230"/>
                  </a:cubicBezTo>
                  <a:lnTo>
                    <a:pt x="996" y="230"/>
                  </a:lnTo>
                  <a:cubicBezTo>
                    <a:pt x="1053" y="230"/>
                    <a:pt x="1111" y="192"/>
                    <a:pt x="1111" y="115"/>
                  </a:cubicBezTo>
                  <a:cubicBezTo>
                    <a:pt x="1111" y="39"/>
                    <a:pt x="1053" y="0"/>
                    <a:pt x="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45"/>
            <p:cNvSpPr/>
            <p:nvPr/>
          </p:nvSpPr>
          <p:spPr>
            <a:xfrm>
              <a:off x="6281411" y="2894202"/>
              <a:ext cx="54632" cy="18448"/>
            </a:xfrm>
            <a:custGeom>
              <a:rect b="b" l="l" r="r" t="t"/>
              <a:pathLst>
                <a:path extrusionOk="0" h="388" w="1149">
                  <a:moveTo>
                    <a:pt x="142" y="1"/>
                  </a:moveTo>
                  <a:cubicBezTo>
                    <a:pt x="77" y="1"/>
                    <a:pt x="20" y="51"/>
                    <a:pt x="20" y="100"/>
                  </a:cubicBezTo>
                  <a:cubicBezTo>
                    <a:pt x="0" y="177"/>
                    <a:pt x="39" y="253"/>
                    <a:pt x="115" y="253"/>
                  </a:cubicBezTo>
                  <a:lnTo>
                    <a:pt x="996" y="387"/>
                  </a:lnTo>
                  <a:cubicBezTo>
                    <a:pt x="1053" y="387"/>
                    <a:pt x="1130" y="349"/>
                    <a:pt x="1130" y="292"/>
                  </a:cubicBezTo>
                  <a:cubicBezTo>
                    <a:pt x="1149" y="234"/>
                    <a:pt x="1091" y="158"/>
                    <a:pt x="1034" y="158"/>
                  </a:cubicBezTo>
                  <a:lnTo>
                    <a:pt x="173" y="5"/>
                  </a:lnTo>
                  <a:cubicBezTo>
                    <a:pt x="162" y="2"/>
                    <a:pt x="15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45"/>
            <p:cNvSpPr/>
            <p:nvPr/>
          </p:nvSpPr>
          <p:spPr>
            <a:xfrm>
              <a:off x="6009295" y="2915313"/>
              <a:ext cx="336779" cy="105651"/>
            </a:xfrm>
            <a:custGeom>
              <a:rect b="b" l="l" r="r" t="t"/>
              <a:pathLst>
                <a:path extrusionOk="0" h="2222" w="7083">
                  <a:moveTo>
                    <a:pt x="5915" y="211"/>
                  </a:moveTo>
                  <a:cubicBezTo>
                    <a:pt x="6470" y="211"/>
                    <a:pt x="6680" y="231"/>
                    <a:pt x="6757" y="231"/>
                  </a:cubicBezTo>
                  <a:cubicBezTo>
                    <a:pt x="6795" y="441"/>
                    <a:pt x="6814" y="1207"/>
                    <a:pt x="6853" y="1934"/>
                  </a:cubicBezTo>
                  <a:cubicBezTo>
                    <a:pt x="6470" y="1953"/>
                    <a:pt x="5264" y="1953"/>
                    <a:pt x="3982" y="1953"/>
                  </a:cubicBezTo>
                  <a:cubicBezTo>
                    <a:pt x="1206" y="1953"/>
                    <a:pt x="460" y="1915"/>
                    <a:pt x="268" y="1877"/>
                  </a:cubicBezTo>
                  <a:cubicBezTo>
                    <a:pt x="268" y="1666"/>
                    <a:pt x="326" y="996"/>
                    <a:pt x="383" y="326"/>
                  </a:cubicBezTo>
                  <a:cubicBezTo>
                    <a:pt x="1015" y="307"/>
                    <a:pt x="4288" y="211"/>
                    <a:pt x="5915" y="211"/>
                  </a:cubicBezTo>
                  <a:close/>
                  <a:moveTo>
                    <a:pt x="5915" y="1"/>
                  </a:moveTo>
                  <a:cubicBezTo>
                    <a:pt x="4135" y="1"/>
                    <a:pt x="326" y="116"/>
                    <a:pt x="288" y="116"/>
                  </a:cubicBezTo>
                  <a:cubicBezTo>
                    <a:pt x="211" y="116"/>
                    <a:pt x="173" y="173"/>
                    <a:pt x="173" y="211"/>
                  </a:cubicBezTo>
                  <a:cubicBezTo>
                    <a:pt x="115" y="709"/>
                    <a:pt x="0" y="1858"/>
                    <a:pt x="58" y="2011"/>
                  </a:cubicBezTo>
                  <a:cubicBezTo>
                    <a:pt x="77" y="2126"/>
                    <a:pt x="96" y="2202"/>
                    <a:pt x="3982" y="2202"/>
                  </a:cubicBezTo>
                  <a:cubicBezTo>
                    <a:pt x="4757" y="2202"/>
                    <a:pt x="5503" y="2197"/>
                    <a:pt x="6056" y="2197"/>
                  </a:cubicBezTo>
                  <a:cubicBezTo>
                    <a:pt x="6609" y="2197"/>
                    <a:pt x="6968" y="2202"/>
                    <a:pt x="6968" y="2221"/>
                  </a:cubicBezTo>
                  <a:cubicBezTo>
                    <a:pt x="7006" y="2221"/>
                    <a:pt x="7044" y="2202"/>
                    <a:pt x="7063" y="2183"/>
                  </a:cubicBezTo>
                  <a:cubicBezTo>
                    <a:pt x="7082" y="2145"/>
                    <a:pt x="7082" y="2106"/>
                    <a:pt x="7082" y="2087"/>
                  </a:cubicBezTo>
                  <a:cubicBezTo>
                    <a:pt x="7063" y="1245"/>
                    <a:pt x="7044" y="211"/>
                    <a:pt x="6948" y="97"/>
                  </a:cubicBezTo>
                  <a:cubicBezTo>
                    <a:pt x="6891" y="20"/>
                    <a:pt x="6872" y="1"/>
                    <a:pt x="5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45"/>
            <p:cNvSpPr/>
            <p:nvPr/>
          </p:nvSpPr>
          <p:spPr>
            <a:xfrm>
              <a:off x="6017473" y="2916882"/>
              <a:ext cx="324940" cy="100420"/>
            </a:xfrm>
            <a:custGeom>
              <a:rect b="b" l="l" r="r" t="t"/>
              <a:pathLst>
                <a:path extrusionOk="0" h="2112" w="6834">
                  <a:moveTo>
                    <a:pt x="4222" y="1"/>
                  </a:moveTo>
                  <a:cubicBezTo>
                    <a:pt x="4200" y="1"/>
                    <a:pt x="4177" y="3"/>
                    <a:pt x="4154" y="6"/>
                  </a:cubicBezTo>
                  <a:cubicBezTo>
                    <a:pt x="3925" y="25"/>
                    <a:pt x="3676" y="695"/>
                    <a:pt x="3484" y="1423"/>
                  </a:cubicBezTo>
                  <a:cubicBezTo>
                    <a:pt x="3350" y="887"/>
                    <a:pt x="3063" y="102"/>
                    <a:pt x="2604" y="64"/>
                  </a:cubicBezTo>
                  <a:cubicBezTo>
                    <a:pt x="2591" y="61"/>
                    <a:pt x="2579" y="60"/>
                    <a:pt x="2567" y="60"/>
                  </a:cubicBezTo>
                  <a:cubicBezTo>
                    <a:pt x="2276" y="60"/>
                    <a:pt x="2022" y="702"/>
                    <a:pt x="1838" y="1308"/>
                  </a:cubicBezTo>
                  <a:cubicBezTo>
                    <a:pt x="1762" y="791"/>
                    <a:pt x="1589" y="198"/>
                    <a:pt x="1341" y="64"/>
                  </a:cubicBezTo>
                  <a:cubicBezTo>
                    <a:pt x="1309" y="43"/>
                    <a:pt x="1272" y="27"/>
                    <a:pt x="1229" y="27"/>
                  </a:cubicBezTo>
                  <a:cubicBezTo>
                    <a:pt x="1193" y="27"/>
                    <a:pt x="1154" y="38"/>
                    <a:pt x="1111" y="64"/>
                  </a:cubicBezTo>
                  <a:cubicBezTo>
                    <a:pt x="690" y="217"/>
                    <a:pt x="135" y="1614"/>
                    <a:pt x="20" y="1901"/>
                  </a:cubicBezTo>
                  <a:cubicBezTo>
                    <a:pt x="1" y="1939"/>
                    <a:pt x="20" y="2016"/>
                    <a:pt x="96" y="2035"/>
                  </a:cubicBezTo>
                  <a:cubicBezTo>
                    <a:pt x="107" y="2046"/>
                    <a:pt x="121" y="2050"/>
                    <a:pt x="135" y="2050"/>
                  </a:cubicBezTo>
                  <a:cubicBezTo>
                    <a:pt x="173" y="2050"/>
                    <a:pt x="217" y="2019"/>
                    <a:pt x="230" y="1978"/>
                  </a:cubicBezTo>
                  <a:cubicBezTo>
                    <a:pt x="498" y="1327"/>
                    <a:pt x="958" y="370"/>
                    <a:pt x="1207" y="274"/>
                  </a:cubicBezTo>
                  <a:cubicBezTo>
                    <a:pt x="1455" y="389"/>
                    <a:pt x="1628" y="1327"/>
                    <a:pt x="1666" y="1978"/>
                  </a:cubicBezTo>
                  <a:cubicBezTo>
                    <a:pt x="1685" y="2035"/>
                    <a:pt x="1742" y="2093"/>
                    <a:pt x="1781" y="2093"/>
                  </a:cubicBezTo>
                  <a:cubicBezTo>
                    <a:pt x="1838" y="2093"/>
                    <a:pt x="1876" y="2035"/>
                    <a:pt x="1915" y="1997"/>
                  </a:cubicBezTo>
                  <a:cubicBezTo>
                    <a:pt x="2106" y="1135"/>
                    <a:pt x="2412" y="351"/>
                    <a:pt x="2546" y="312"/>
                  </a:cubicBezTo>
                  <a:cubicBezTo>
                    <a:pt x="2910" y="370"/>
                    <a:pt x="3216" y="1403"/>
                    <a:pt x="3350" y="2016"/>
                  </a:cubicBezTo>
                  <a:cubicBezTo>
                    <a:pt x="3369" y="2073"/>
                    <a:pt x="3408" y="2112"/>
                    <a:pt x="3465" y="2112"/>
                  </a:cubicBezTo>
                  <a:cubicBezTo>
                    <a:pt x="3503" y="2112"/>
                    <a:pt x="3561" y="2073"/>
                    <a:pt x="3580" y="2016"/>
                  </a:cubicBezTo>
                  <a:cubicBezTo>
                    <a:pt x="3752" y="1231"/>
                    <a:pt x="4039" y="351"/>
                    <a:pt x="4154" y="274"/>
                  </a:cubicBezTo>
                  <a:cubicBezTo>
                    <a:pt x="4161" y="274"/>
                    <a:pt x="4168" y="273"/>
                    <a:pt x="4175" y="273"/>
                  </a:cubicBezTo>
                  <a:cubicBezTo>
                    <a:pt x="4603" y="273"/>
                    <a:pt x="4882" y="1432"/>
                    <a:pt x="4939" y="1997"/>
                  </a:cubicBezTo>
                  <a:cubicBezTo>
                    <a:pt x="4939" y="2035"/>
                    <a:pt x="4996" y="2093"/>
                    <a:pt x="5073" y="2093"/>
                  </a:cubicBezTo>
                  <a:cubicBezTo>
                    <a:pt x="5150" y="2093"/>
                    <a:pt x="5188" y="2054"/>
                    <a:pt x="5188" y="1978"/>
                  </a:cubicBezTo>
                  <a:cubicBezTo>
                    <a:pt x="5264" y="1365"/>
                    <a:pt x="5475" y="446"/>
                    <a:pt x="5685" y="293"/>
                  </a:cubicBezTo>
                  <a:lnTo>
                    <a:pt x="5743" y="293"/>
                  </a:lnTo>
                  <a:cubicBezTo>
                    <a:pt x="6049" y="389"/>
                    <a:pt x="6432" y="1365"/>
                    <a:pt x="6604" y="1978"/>
                  </a:cubicBezTo>
                  <a:cubicBezTo>
                    <a:pt x="6619" y="2007"/>
                    <a:pt x="6645" y="2048"/>
                    <a:pt x="6691" y="2048"/>
                  </a:cubicBezTo>
                  <a:cubicBezTo>
                    <a:pt x="6705" y="2048"/>
                    <a:pt x="6720" y="2044"/>
                    <a:pt x="6738" y="2035"/>
                  </a:cubicBezTo>
                  <a:cubicBezTo>
                    <a:pt x="6796" y="2016"/>
                    <a:pt x="6834" y="1978"/>
                    <a:pt x="6815" y="1901"/>
                  </a:cubicBezTo>
                  <a:cubicBezTo>
                    <a:pt x="6738" y="1614"/>
                    <a:pt x="6317" y="217"/>
                    <a:pt x="5800" y="64"/>
                  </a:cubicBezTo>
                  <a:cubicBezTo>
                    <a:pt x="5783" y="52"/>
                    <a:pt x="5763" y="48"/>
                    <a:pt x="5741" y="48"/>
                  </a:cubicBezTo>
                  <a:cubicBezTo>
                    <a:pt x="5688" y="48"/>
                    <a:pt x="5625" y="75"/>
                    <a:pt x="5571" y="102"/>
                  </a:cubicBezTo>
                  <a:cubicBezTo>
                    <a:pt x="5322" y="255"/>
                    <a:pt x="5169" y="791"/>
                    <a:pt x="5073" y="1269"/>
                  </a:cubicBezTo>
                  <a:cubicBezTo>
                    <a:pt x="4927" y="705"/>
                    <a:pt x="4660" y="1"/>
                    <a:pt x="42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aseline="-25000"/>
            </a:p>
          </p:txBody>
        </p:sp>
        <p:sp>
          <p:nvSpPr>
            <p:cNvPr id="3952" name="Google Shape;3952;p45"/>
            <p:cNvSpPr/>
            <p:nvPr/>
          </p:nvSpPr>
          <p:spPr>
            <a:xfrm>
              <a:off x="6638161" y="2722649"/>
              <a:ext cx="298551" cy="253381"/>
            </a:xfrm>
            <a:custGeom>
              <a:rect b="b" l="l" r="r" t="t"/>
              <a:pathLst>
                <a:path extrusionOk="0" h="5329" w="6279">
                  <a:moveTo>
                    <a:pt x="3968" y="1"/>
                  </a:moveTo>
                  <a:cubicBezTo>
                    <a:pt x="2393" y="1"/>
                    <a:pt x="383" y="129"/>
                    <a:pt x="383" y="129"/>
                  </a:cubicBezTo>
                  <a:cubicBezTo>
                    <a:pt x="1" y="129"/>
                    <a:pt x="77" y="4895"/>
                    <a:pt x="58" y="5125"/>
                  </a:cubicBezTo>
                  <a:cubicBezTo>
                    <a:pt x="58" y="5261"/>
                    <a:pt x="1463" y="5328"/>
                    <a:pt x="2892" y="5328"/>
                  </a:cubicBezTo>
                  <a:cubicBezTo>
                    <a:pt x="4270" y="5328"/>
                    <a:pt x="5670" y="5266"/>
                    <a:pt x="5858" y="5144"/>
                  </a:cubicBezTo>
                  <a:cubicBezTo>
                    <a:pt x="6279" y="4914"/>
                    <a:pt x="5858" y="646"/>
                    <a:pt x="5819" y="225"/>
                  </a:cubicBezTo>
                  <a:cubicBezTo>
                    <a:pt x="5804" y="53"/>
                    <a:pt x="4975" y="1"/>
                    <a:pt x="39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45"/>
            <p:cNvSpPr/>
            <p:nvPr/>
          </p:nvSpPr>
          <p:spPr>
            <a:xfrm>
              <a:off x="6667308" y="2739100"/>
              <a:ext cx="233934" cy="217435"/>
            </a:xfrm>
            <a:custGeom>
              <a:rect b="b" l="l" r="r" t="t"/>
              <a:pathLst>
                <a:path extrusionOk="0" h="4573" w="4920">
                  <a:moveTo>
                    <a:pt x="3135" y="1"/>
                  </a:moveTo>
                  <a:cubicBezTo>
                    <a:pt x="1892" y="1"/>
                    <a:pt x="306" y="108"/>
                    <a:pt x="306" y="108"/>
                  </a:cubicBezTo>
                  <a:cubicBezTo>
                    <a:pt x="306" y="108"/>
                    <a:pt x="305" y="108"/>
                    <a:pt x="304" y="108"/>
                  </a:cubicBezTo>
                  <a:cubicBezTo>
                    <a:pt x="0" y="108"/>
                    <a:pt x="38" y="4186"/>
                    <a:pt x="38" y="4415"/>
                  </a:cubicBezTo>
                  <a:cubicBezTo>
                    <a:pt x="29" y="4520"/>
                    <a:pt x="1096" y="4573"/>
                    <a:pt x="2204" y="4573"/>
                  </a:cubicBezTo>
                  <a:cubicBezTo>
                    <a:pt x="3311" y="4573"/>
                    <a:pt x="4460" y="4520"/>
                    <a:pt x="4613" y="4415"/>
                  </a:cubicBezTo>
                  <a:cubicBezTo>
                    <a:pt x="4919" y="4205"/>
                    <a:pt x="4632" y="549"/>
                    <a:pt x="4594" y="185"/>
                  </a:cubicBezTo>
                  <a:cubicBezTo>
                    <a:pt x="4572" y="44"/>
                    <a:pt x="3922" y="1"/>
                    <a:pt x="313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45"/>
            <p:cNvSpPr/>
            <p:nvPr/>
          </p:nvSpPr>
          <p:spPr>
            <a:xfrm>
              <a:off x="6644533" y="2805192"/>
              <a:ext cx="261226" cy="14645"/>
            </a:xfrm>
            <a:custGeom>
              <a:rect b="b" l="l" r="r" t="t"/>
              <a:pathLst>
                <a:path extrusionOk="0" h="308" w="5494">
                  <a:moveTo>
                    <a:pt x="5379" y="1"/>
                  </a:moveTo>
                  <a:lnTo>
                    <a:pt x="115" y="58"/>
                  </a:lnTo>
                  <a:cubicBezTo>
                    <a:pt x="39" y="58"/>
                    <a:pt x="1" y="116"/>
                    <a:pt x="1" y="192"/>
                  </a:cubicBezTo>
                  <a:cubicBezTo>
                    <a:pt x="1" y="250"/>
                    <a:pt x="39" y="307"/>
                    <a:pt x="115" y="307"/>
                  </a:cubicBezTo>
                  <a:lnTo>
                    <a:pt x="5379" y="231"/>
                  </a:lnTo>
                  <a:cubicBezTo>
                    <a:pt x="5456" y="231"/>
                    <a:pt x="5494" y="192"/>
                    <a:pt x="5494" y="116"/>
                  </a:cubicBezTo>
                  <a:cubicBezTo>
                    <a:pt x="5494" y="39"/>
                    <a:pt x="5456" y="1"/>
                    <a:pt x="53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45"/>
            <p:cNvSpPr/>
            <p:nvPr/>
          </p:nvSpPr>
          <p:spPr>
            <a:xfrm>
              <a:off x="6763735" y="2727832"/>
              <a:ext cx="18258" cy="247627"/>
            </a:xfrm>
            <a:custGeom>
              <a:rect b="b" l="l" r="r" t="t"/>
              <a:pathLst>
                <a:path extrusionOk="0" h="5208" w="384">
                  <a:moveTo>
                    <a:pt x="116" y="1"/>
                  </a:moveTo>
                  <a:cubicBezTo>
                    <a:pt x="39" y="1"/>
                    <a:pt x="1" y="39"/>
                    <a:pt x="1" y="116"/>
                  </a:cubicBezTo>
                  <a:lnTo>
                    <a:pt x="135" y="5092"/>
                  </a:lnTo>
                  <a:cubicBezTo>
                    <a:pt x="135" y="5169"/>
                    <a:pt x="192" y="5207"/>
                    <a:pt x="269" y="5207"/>
                  </a:cubicBezTo>
                  <a:cubicBezTo>
                    <a:pt x="326" y="5207"/>
                    <a:pt x="384" y="5169"/>
                    <a:pt x="384" y="5092"/>
                  </a:cubicBezTo>
                  <a:lnTo>
                    <a:pt x="231" y="116"/>
                  </a:lnTo>
                  <a:cubicBezTo>
                    <a:pt x="231" y="39"/>
                    <a:pt x="192" y="1"/>
                    <a:pt x="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45"/>
            <p:cNvSpPr/>
            <p:nvPr/>
          </p:nvSpPr>
          <p:spPr>
            <a:xfrm>
              <a:off x="6659986" y="2888021"/>
              <a:ext cx="249434" cy="17355"/>
            </a:xfrm>
            <a:custGeom>
              <a:rect b="b" l="l" r="r" t="t"/>
              <a:pathLst>
                <a:path extrusionOk="0" h="365" w="5246">
                  <a:moveTo>
                    <a:pt x="5131" y="1"/>
                  </a:moveTo>
                  <a:lnTo>
                    <a:pt x="116" y="116"/>
                  </a:lnTo>
                  <a:cubicBezTo>
                    <a:pt x="58" y="116"/>
                    <a:pt x="1" y="173"/>
                    <a:pt x="1" y="230"/>
                  </a:cubicBezTo>
                  <a:cubicBezTo>
                    <a:pt x="1" y="307"/>
                    <a:pt x="58" y="364"/>
                    <a:pt x="116" y="364"/>
                  </a:cubicBezTo>
                  <a:lnTo>
                    <a:pt x="5131" y="230"/>
                  </a:lnTo>
                  <a:cubicBezTo>
                    <a:pt x="5188" y="230"/>
                    <a:pt x="5245" y="192"/>
                    <a:pt x="5245" y="116"/>
                  </a:cubicBezTo>
                  <a:cubicBezTo>
                    <a:pt x="5245" y="39"/>
                    <a:pt x="5188" y="1"/>
                    <a:pt x="51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45"/>
            <p:cNvSpPr/>
            <p:nvPr/>
          </p:nvSpPr>
          <p:spPr>
            <a:xfrm>
              <a:off x="6599029" y="2742239"/>
              <a:ext cx="86489" cy="213203"/>
            </a:xfrm>
            <a:custGeom>
              <a:rect b="b" l="l" r="r" t="t"/>
              <a:pathLst>
                <a:path extrusionOk="0" h="4484" w="1819">
                  <a:moveTo>
                    <a:pt x="762" y="0"/>
                  </a:moveTo>
                  <a:cubicBezTo>
                    <a:pt x="397" y="0"/>
                    <a:pt x="64" y="26"/>
                    <a:pt x="39" y="119"/>
                  </a:cubicBezTo>
                  <a:cubicBezTo>
                    <a:pt x="1" y="329"/>
                    <a:pt x="248" y="4483"/>
                    <a:pt x="344" y="4483"/>
                  </a:cubicBezTo>
                  <a:cubicBezTo>
                    <a:pt x="345" y="4483"/>
                    <a:pt x="345" y="4483"/>
                    <a:pt x="345" y="4483"/>
                  </a:cubicBezTo>
                  <a:cubicBezTo>
                    <a:pt x="441" y="4445"/>
                    <a:pt x="1819" y="4330"/>
                    <a:pt x="1819" y="4330"/>
                  </a:cubicBezTo>
                  <a:lnTo>
                    <a:pt x="1742" y="42"/>
                  </a:lnTo>
                  <a:cubicBezTo>
                    <a:pt x="1742" y="42"/>
                    <a:pt x="1226" y="0"/>
                    <a:pt x="762" y="0"/>
                  </a:cubicBezTo>
                  <a:close/>
                </a:path>
              </a:pathLst>
            </a:custGeom>
            <a:solidFill>
              <a:srgbClr val="D65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45"/>
            <p:cNvSpPr/>
            <p:nvPr/>
          </p:nvSpPr>
          <p:spPr>
            <a:xfrm>
              <a:off x="6606304" y="2770625"/>
              <a:ext cx="67422" cy="13694"/>
            </a:xfrm>
            <a:custGeom>
              <a:rect b="b" l="l" r="r" t="t"/>
              <a:pathLst>
                <a:path extrusionOk="0" h="288" w="1418">
                  <a:moveTo>
                    <a:pt x="135" y="1"/>
                  </a:moveTo>
                  <a:cubicBezTo>
                    <a:pt x="58" y="1"/>
                    <a:pt x="1" y="58"/>
                    <a:pt x="1" y="115"/>
                  </a:cubicBezTo>
                  <a:cubicBezTo>
                    <a:pt x="1" y="192"/>
                    <a:pt x="58" y="230"/>
                    <a:pt x="135" y="230"/>
                  </a:cubicBezTo>
                  <a:lnTo>
                    <a:pt x="1302" y="288"/>
                  </a:lnTo>
                  <a:cubicBezTo>
                    <a:pt x="1379" y="288"/>
                    <a:pt x="1417" y="249"/>
                    <a:pt x="1398" y="173"/>
                  </a:cubicBezTo>
                  <a:cubicBezTo>
                    <a:pt x="1398" y="96"/>
                    <a:pt x="1341" y="58"/>
                    <a:pt x="1283" y="58"/>
                  </a:cubicBezTo>
                  <a:lnTo>
                    <a:pt x="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45"/>
            <p:cNvSpPr/>
            <p:nvPr/>
          </p:nvSpPr>
          <p:spPr>
            <a:xfrm>
              <a:off x="6617240" y="2816128"/>
              <a:ext cx="58293" cy="13694"/>
            </a:xfrm>
            <a:custGeom>
              <a:rect b="b" l="l" r="r" t="t"/>
              <a:pathLst>
                <a:path extrusionOk="0" h="288" w="1226">
                  <a:moveTo>
                    <a:pt x="1111" y="1"/>
                  </a:moveTo>
                  <a:lnTo>
                    <a:pt x="115" y="58"/>
                  </a:lnTo>
                  <a:cubicBezTo>
                    <a:pt x="39" y="58"/>
                    <a:pt x="0" y="96"/>
                    <a:pt x="0" y="173"/>
                  </a:cubicBezTo>
                  <a:cubicBezTo>
                    <a:pt x="0" y="230"/>
                    <a:pt x="39" y="288"/>
                    <a:pt x="115" y="288"/>
                  </a:cubicBezTo>
                  <a:lnTo>
                    <a:pt x="1111" y="230"/>
                  </a:lnTo>
                  <a:cubicBezTo>
                    <a:pt x="1187" y="230"/>
                    <a:pt x="1225" y="192"/>
                    <a:pt x="1225" y="115"/>
                  </a:cubicBezTo>
                  <a:cubicBezTo>
                    <a:pt x="1225" y="58"/>
                    <a:pt x="1187" y="1"/>
                    <a:pt x="11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45"/>
            <p:cNvSpPr/>
            <p:nvPr/>
          </p:nvSpPr>
          <p:spPr>
            <a:xfrm>
              <a:off x="6623612" y="2860728"/>
              <a:ext cx="52825" cy="10983"/>
            </a:xfrm>
            <a:custGeom>
              <a:rect b="b" l="l" r="r" t="t"/>
              <a:pathLst>
                <a:path extrusionOk="0" h="231" w="1111">
                  <a:moveTo>
                    <a:pt x="115" y="0"/>
                  </a:moveTo>
                  <a:cubicBezTo>
                    <a:pt x="58" y="0"/>
                    <a:pt x="0" y="39"/>
                    <a:pt x="0" y="115"/>
                  </a:cubicBezTo>
                  <a:cubicBezTo>
                    <a:pt x="0" y="192"/>
                    <a:pt x="58" y="230"/>
                    <a:pt x="115" y="230"/>
                  </a:cubicBezTo>
                  <a:lnTo>
                    <a:pt x="977" y="230"/>
                  </a:lnTo>
                  <a:cubicBezTo>
                    <a:pt x="1053" y="230"/>
                    <a:pt x="1110" y="192"/>
                    <a:pt x="1110" y="115"/>
                  </a:cubicBezTo>
                  <a:cubicBezTo>
                    <a:pt x="1110" y="39"/>
                    <a:pt x="1053"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45"/>
            <p:cNvSpPr/>
            <p:nvPr/>
          </p:nvSpPr>
          <p:spPr>
            <a:xfrm>
              <a:off x="6626322" y="2894392"/>
              <a:ext cx="51922" cy="18258"/>
            </a:xfrm>
            <a:custGeom>
              <a:rect b="b" l="l" r="r" t="t"/>
              <a:pathLst>
                <a:path extrusionOk="0" h="384" w="1092">
                  <a:moveTo>
                    <a:pt x="958" y="1"/>
                  </a:moveTo>
                  <a:lnTo>
                    <a:pt x="96" y="154"/>
                  </a:lnTo>
                  <a:cubicBezTo>
                    <a:pt x="20" y="173"/>
                    <a:pt x="1" y="230"/>
                    <a:pt x="1" y="288"/>
                  </a:cubicBezTo>
                  <a:cubicBezTo>
                    <a:pt x="1" y="345"/>
                    <a:pt x="58" y="383"/>
                    <a:pt x="116" y="383"/>
                  </a:cubicBezTo>
                  <a:lnTo>
                    <a:pt x="996" y="249"/>
                  </a:lnTo>
                  <a:cubicBezTo>
                    <a:pt x="1073" y="230"/>
                    <a:pt x="1092" y="173"/>
                    <a:pt x="1092" y="96"/>
                  </a:cubicBezTo>
                  <a:cubicBezTo>
                    <a:pt x="1073" y="39"/>
                    <a:pt x="1015" y="1"/>
                    <a:pt x="9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45"/>
            <p:cNvSpPr/>
            <p:nvPr/>
          </p:nvSpPr>
          <p:spPr>
            <a:xfrm>
              <a:off x="6879323" y="2742239"/>
              <a:ext cx="86536" cy="213203"/>
            </a:xfrm>
            <a:custGeom>
              <a:rect b="b" l="l" r="r" t="t"/>
              <a:pathLst>
                <a:path extrusionOk="0" h="4484" w="1820">
                  <a:moveTo>
                    <a:pt x="1058" y="0"/>
                  </a:moveTo>
                  <a:cubicBezTo>
                    <a:pt x="594" y="0"/>
                    <a:pt x="77" y="42"/>
                    <a:pt x="77" y="42"/>
                  </a:cubicBezTo>
                  <a:lnTo>
                    <a:pt x="1" y="4330"/>
                  </a:lnTo>
                  <a:cubicBezTo>
                    <a:pt x="1" y="4330"/>
                    <a:pt x="1360" y="4445"/>
                    <a:pt x="1456" y="4483"/>
                  </a:cubicBezTo>
                  <a:cubicBezTo>
                    <a:pt x="1456" y="4483"/>
                    <a:pt x="1456" y="4483"/>
                    <a:pt x="1456" y="4483"/>
                  </a:cubicBezTo>
                  <a:cubicBezTo>
                    <a:pt x="1572" y="4483"/>
                    <a:pt x="1819" y="329"/>
                    <a:pt x="1781" y="119"/>
                  </a:cubicBezTo>
                  <a:cubicBezTo>
                    <a:pt x="1756" y="26"/>
                    <a:pt x="1423" y="0"/>
                    <a:pt x="1058" y="0"/>
                  </a:cubicBezTo>
                  <a:close/>
                </a:path>
              </a:pathLst>
            </a:custGeom>
            <a:solidFill>
              <a:srgbClr val="D65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45"/>
            <p:cNvSpPr/>
            <p:nvPr/>
          </p:nvSpPr>
          <p:spPr>
            <a:xfrm>
              <a:off x="6891163" y="2770625"/>
              <a:ext cx="65568" cy="13694"/>
            </a:xfrm>
            <a:custGeom>
              <a:rect b="b" l="l" r="r" t="t"/>
              <a:pathLst>
                <a:path extrusionOk="0" h="288" w="1379">
                  <a:moveTo>
                    <a:pt x="1264" y="1"/>
                  </a:moveTo>
                  <a:lnTo>
                    <a:pt x="116" y="58"/>
                  </a:lnTo>
                  <a:cubicBezTo>
                    <a:pt x="39" y="58"/>
                    <a:pt x="1" y="96"/>
                    <a:pt x="1" y="173"/>
                  </a:cubicBezTo>
                  <a:cubicBezTo>
                    <a:pt x="1" y="230"/>
                    <a:pt x="39" y="288"/>
                    <a:pt x="116" y="288"/>
                  </a:cubicBezTo>
                  <a:lnTo>
                    <a:pt x="1264" y="230"/>
                  </a:lnTo>
                  <a:cubicBezTo>
                    <a:pt x="1341" y="230"/>
                    <a:pt x="1379" y="192"/>
                    <a:pt x="1379" y="115"/>
                  </a:cubicBezTo>
                  <a:cubicBezTo>
                    <a:pt x="1379" y="58"/>
                    <a:pt x="1341" y="1"/>
                    <a:pt x="1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45"/>
            <p:cNvSpPr/>
            <p:nvPr/>
          </p:nvSpPr>
          <p:spPr>
            <a:xfrm>
              <a:off x="6888452" y="2816128"/>
              <a:ext cx="59197" cy="13694"/>
            </a:xfrm>
            <a:custGeom>
              <a:rect b="b" l="l" r="r" t="t"/>
              <a:pathLst>
                <a:path extrusionOk="0" h="288" w="1245">
                  <a:moveTo>
                    <a:pt x="134" y="1"/>
                  </a:moveTo>
                  <a:cubicBezTo>
                    <a:pt x="77" y="1"/>
                    <a:pt x="0" y="58"/>
                    <a:pt x="0" y="115"/>
                  </a:cubicBezTo>
                  <a:cubicBezTo>
                    <a:pt x="0" y="173"/>
                    <a:pt x="58" y="230"/>
                    <a:pt x="134" y="230"/>
                  </a:cubicBezTo>
                  <a:lnTo>
                    <a:pt x="1130" y="288"/>
                  </a:lnTo>
                  <a:cubicBezTo>
                    <a:pt x="1206" y="288"/>
                    <a:pt x="1244" y="249"/>
                    <a:pt x="1244" y="173"/>
                  </a:cubicBezTo>
                  <a:cubicBezTo>
                    <a:pt x="1244" y="115"/>
                    <a:pt x="1206" y="58"/>
                    <a:pt x="1130" y="58"/>
                  </a:cubicBezTo>
                  <a:lnTo>
                    <a:pt x="1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45"/>
            <p:cNvSpPr/>
            <p:nvPr/>
          </p:nvSpPr>
          <p:spPr>
            <a:xfrm>
              <a:off x="6887549" y="2860728"/>
              <a:ext cx="52825" cy="10983"/>
            </a:xfrm>
            <a:custGeom>
              <a:rect b="b" l="l" r="r" t="t"/>
              <a:pathLst>
                <a:path extrusionOk="0" h="231" w="1111">
                  <a:moveTo>
                    <a:pt x="115" y="0"/>
                  </a:moveTo>
                  <a:cubicBezTo>
                    <a:pt x="58" y="0"/>
                    <a:pt x="0" y="39"/>
                    <a:pt x="0" y="115"/>
                  </a:cubicBezTo>
                  <a:cubicBezTo>
                    <a:pt x="0" y="192"/>
                    <a:pt x="58" y="230"/>
                    <a:pt x="115" y="230"/>
                  </a:cubicBezTo>
                  <a:lnTo>
                    <a:pt x="976" y="230"/>
                  </a:lnTo>
                  <a:cubicBezTo>
                    <a:pt x="1053" y="230"/>
                    <a:pt x="1110" y="192"/>
                    <a:pt x="1110" y="115"/>
                  </a:cubicBezTo>
                  <a:cubicBezTo>
                    <a:pt x="1110" y="39"/>
                    <a:pt x="1053" y="0"/>
                    <a:pt x="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45"/>
            <p:cNvSpPr/>
            <p:nvPr/>
          </p:nvSpPr>
          <p:spPr>
            <a:xfrm>
              <a:off x="6885695" y="2894202"/>
              <a:ext cx="54680" cy="18448"/>
            </a:xfrm>
            <a:custGeom>
              <a:rect b="b" l="l" r="r" t="t"/>
              <a:pathLst>
                <a:path extrusionOk="0" h="388" w="1150">
                  <a:moveTo>
                    <a:pt x="130" y="1"/>
                  </a:moveTo>
                  <a:cubicBezTo>
                    <a:pt x="77" y="1"/>
                    <a:pt x="20" y="51"/>
                    <a:pt x="20" y="100"/>
                  </a:cubicBezTo>
                  <a:cubicBezTo>
                    <a:pt x="1" y="177"/>
                    <a:pt x="39" y="253"/>
                    <a:pt x="116" y="253"/>
                  </a:cubicBezTo>
                  <a:lnTo>
                    <a:pt x="996" y="387"/>
                  </a:lnTo>
                  <a:cubicBezTo>
                    <a:pt x="1054" y="387"/>
                    <a:pt x="1092" y="349"/>
                    <a:pt x="1111" y="292"/>
                  </a:cubicBezTo>
                  <a:cubicBezTo>
                    <a:pt x="1149" y="234"/>
                    <a:pt x="1092" y="158"/>
                    <a:pt x="1015" y="158"/>
                  </a:cubicBezTo>
                  <a:lnTo>
                    <a:pt x="154" y="5"/>
                  </a:lnTo>
                  <a:cubicBezTo>
                    <a:pt x="146" y="2"/>
                    <a:pt x="138" y="1"/>
                    <a:pt x="1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45"/>
            <p:cNvSpPr/>
            <p:nvPr/>
          </p:nvSpPr>
          <p:spPr>
            <a:xfrm>
              <a:off x="6613579" y="2915313"/>
              <a:ext cx="336779" cy="105651"/>
            </a:xfrm>
            <a:custGeom>
              <a:rect b="b" l="l" r="r" t="t"/>
              <a:pathLst>
                <a:path extrusionOk="0" h="2222" w="7083">
                  <a:moveTo>
                    <a:pt x="5915" y="211"/>
                  </a:moveTo>
                  <a:cubicBezTo>
                    <a:pt x="6451" y="211"/>
                    <a:pt x="6681" y="231"/>
                    <a:pt x="6738" y="231"/>
                  </a:cubicBezTo>
                  <a:cubicBezTo>
                    <a:pt x="6796" y="441"/>
                    <a:pt x="6815" y="1207"/>
                    <a:pt x="6834" y="1934"/>
                  </a:cubicBezTo>
                  <a:cubicBezTo>
                    <a:pt x="6451" y="1953"/>
                    <a:pt x="5264" y="1953"/>
                    <a:pt x="3963" y="1953"/>
                  </a:cubicBezTo>
                  <a:cubicBezTo>
                    <a:pt x="1188" y="1953"/>
                    <a:pt x="460" y="1915"/>
                    <a:pt x="269" y="1877"/>
                  </a:cubicBezTo>
                  <a:cubicBezTo>
                    <a:pt x="269" y="1666"/>
                    <a:pt x="307" y="996"/>
                    <a:pt x="384" y="326"/>
                  </a:cubicBezTo>
                  <a:cubicBezTo>
                    <a:pt x="996" y="307"/>
                    <a:pt x="4288" y="211"/>
                    <a:pt x="5915" y="211"/>
                  </a:cubicBezTo>
                  <a:close/>
                  <a:moveTo>
                    <a:pt x="5915" y="1"/>
                  </a:moveTo>
                  <a:cubicBezTo>
                    <a:pt x="4135" y="1"/>
                    <a:pt x="326" y="116"/>
                    <a:pt x="288" y="116"/>
                  </a:cubicBezTo>
                  <a:cubicBezTo>
                    <a:pt x="211" y="116"/>
                    <a:pt x="173" y="173"/>
                    <a:pt x="173" y="211"/>
                  </a:cubicBezTo>
                  <a:cubicBezTo>
                    <a:pt x="116" y="709"/>
                    <a:pt x="1" y="1858"/>
                    <a:pt x="39" y="2011"/>
                  </a:cubicBezTo>
                  <a:cubicBezTo>
                    <a:pt x="77" y="2126"/>
                    <a:pt x="96" y="2202"/>
                    <a:pt x="3963" y="2202"/>
                  </a:cubicBezTo>
                  <a:cubicBezTo>
                    <a:pt x="4748" y="2202"/>
                    <a:pt x="5499" y="2197"/>
                    <a:pt x="6054" y="2197"/>
                  </a:cubicBezTo>
                  <a:cubicBezTo>
                    <a:pt x="6609" y="2197"/>
                    <a:pt x="6968" y="2202"/>
                    <a:pt x="6968" y="2221"/>
                  </a:cubicBezTo>
                  <a:cubicBezTo>
                    <a:pt x="7006" y="2221"/>
                    <a:pt x="7025" y="2202"/>
                    <a:pt x="7064" y="2183"/>
                  </a:cubicBezTo>
                  <a:cubicBezTo>
                    <a:pt x="7083" y="2145"/>
                    <a:pt x="7083" y="2106"/>
                    <a:pt x="7083" y="2087"/>
                  </a:cubicBezTo>
                  <a:cubicBezTo>
                    <a:pt x="7064" y="1245"/>
                    <a:pt x="7025" y="211"/>
                    <a:pt x="6930" y="97"/>
                  </a:cubicBezTo>
                  <a:cubicBezTo>
                    <a:pt x="6891" y="20"/>
                    <a:pt x="6872" y="1"/>
                    <a:pt x="59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45"/>
            <p:cNvSpPr/>
            <p:nvPr/>
          </p:nvSpPr>
          <p:spPr>
            <a:xfrm>
              <a:off x="6621805" y="2915979"/>
              <a:ext cx="324940" cy="100420"/>
            </a:xfrm>
            <a:custGeom>
              <a:rect b="b" l="l" r="r" t="t"/>
              <a:pathLst>
                <a:path extrusionOk="0" h="2112" w="6834">
                  <a:moveTo>
                    <a:pt x="4221" y="1"/>
                  </a:moveTo>
                  <a:cubicBezTo>
                    <a:pt x="4199" y="1"/>
                    <a:pt x="4176" y="2"/>
                    <a:pt x="4154" y="6"/>
                  </a:cubicBezTo>
                  <a:cubicBezTo>
                    <a:pt x="3905" y="25"/>
                    <a:pt x="3675" y="695"/>
                    <a:pt x="3484" y="1422"/>
                  </a:cubicBezTo>
                  <a:cubicBezTo>
                    <a:pt x="3331" y="887"/>
                    <a:pt x="3043" y="102"/>
                    <a:pt x="2603" y="44"/>
                  </a:cubicBezTo>
                  <a:cubicBezTo>
                    <a:pt x="2595" y="43"/>
                    <a:pt x="2586" y="43"/>
                    <a:pt x="2578" y="43"/>
                  </a:cubicBezTo>
                  <a:cubicBezTo>
                    <a:pt x="2282" y="43"/>
                    <a:pt x="2024" y="693"/>
                    <a:pt x="1838" y="1288"/>
                  </a:cubicBezTo>
                  <a:cubicBezTo>
                    <a:pt x="1761" y="791"/>
                    <a:pt x="1589" y="197"/>
                    <a:pt x="1340" y="44"/>
                  </a:cubicBezTo>
                  <a:cubicBezTo>
                    <a:pt x="1307" y="33"/>
                    <a:pt x="1267" y="22"/>
                    <a:pt x="1221" y="22"/>
                  </a:cubicBezTo>
                  <a:cubicBezTo>
                    <a:pt x="1188" y="22"/>
                    <a:pt x="1151" y="28"/>
                    <a:pt x="1110" y="44"/>
                  </a:cubicBezTo>
                  <a:cubicBezTo>
                    <a:pt x="689" y="217"/>
                    <a:pt x="134" y="1614"/>
                    <a:pt x="19" y="1901"/>
                  </a:cubicBezTo>
                  <a:cubicBezTo>
                    <a:pt x="0" y="1939"/>
                    <a:pt x="19" y="2016"/>
                    <a:pt x="96" y="2035"/>
                  </a:cubicBezTo>
                  <a:cubicBezTo>
                    <a:pt x="105" y="2039"/>
                    <a:pt x="116" y="2042"/>
                    <a:pt x="128" y="2042"/>
                  </a:cubicBezTo>
                  <a:cubicBezTo>
                    <a:pt x="167" y="2042"/>
                    <a:pt x="215" y="2017"/>
                    <a:pt x="230" y="1958"/>
                  </a:cubicBezTo>
                  <a:cubicBezTo>
                    <a:pt x="498" y="1327"/>
                    <a:pt x="957" y="370"/>
                    <a:pt x="1206" y="274"/>
                  </a:cubicBezTo>
                  <a:cubicBezTo>
                    <a:pt x="1455" y="389"/>
                    <a:pt x="1627" y="1327"/>
                    <a:pt x="1665" y="1958"/>
                  </a:cubicBezTo>
                  <a:cubicBezTo>
                    <a:pt x="1684" y="2035"/>
                    <a:pt x="1742" y="2092"/>
                    <a:pt x="1780" y="2092"/>
                  </a:cubicBezTo>
                  <a:cubicBezTo>
                    <a:pt x="1838" y="2092"/>
                    <a:pt x="1876" y="2035"/>
                    <a:pt x="1914" y="1997"/>
                  </a:cubicBezTo>
                  <a:cubicBezTo>
                    <a:pt x="2086" y="1135"/>
                    <a:pt x="2412" y="351"/>
                    <a:pt x="2546" y="312"/>
                  </a:cubicBezTo>
                  <a:cubicBezTo>
                    <a:pt x="2909" y="370"/>
                    <a:pt x="3216" y="1384"/>
                    <a:pt x="3350" y="2016"/>
                  </a:cubicBezTo>
                  <a:cubicBezTo>
                    <a:pt x="3350" y="2054"/>
                    <a:pt x="3388" y="2112"/>
                    <a:pt x="3464" y="2112"/>
                  </a:cubicBezTo>
                  <a:cubicBezTo>
                    <a:pt x="3503" y="2112"/>
                    <a:pt x="3560" y="2073"/>
                    <a:pt x="3579" y="1997"/>
                  </a:cubicBezTo>
                  <a:cubicBezTo>
                    <a:pt x="3752" y="1193"/>
                    <a:pt x="4039" y="312"/>
                    <a:pt x="4154" y="236"/>
                  </a:cubicBezTo>
                  <a:cubicBezTo>
                    <a:pt x="4161" y="235"/>
                    <a:pt x="4167" y="235"/>
                    <a:pt x="4174" y="235"/>
                  </a:cubicBezTo>
                  <a:cubicBezTo>
                    <a:pt x="4602" y="235"/>
                    <a:pt x="4863" y="1393"/>
                    <a:pt x="4938" y="1958"/>
                  </a:cubicBezTo>
                  <a:cubicBezTo>
                    <a:pt x="4938" y="2016"/>
                    <a:pt x="4996" y="2054"/>
                    <a:pt x="5072" y="2054"/>
                  </a:cubicBezTo>
                  <a:cubicBezTo>
                    <a:pt x="5130" y="2054"/>
                    <a:pt x="5187" y="2016"/>
                    <a:pt x="5187" y="1958"/>
                  </a:cubicBezTo>
                  <a:cubicBezTo>
                    <a:pt x="5245" y="1384"/>
                    <a:pt x="5436" y="427"/>
                    <a:pt x="5685" y="293"/>
                  </a:cubicBezTo>
                  <a:lnTo>
                    <a:pt x="5723" y="293"/>
                  </a:lnTo>
                  <a:cubicBezTo>
                    <a:pt x="6048" y="389"/>
                    <a:pt x="6431" y="1365"/>
                    <a:pt x="6584" y="1958"/>
                  </a:cubicBezTo>
                  <a:cubicBezTo>
                    <a:pt x="6616" y="2006"/>
                    <a:pt x="6647" y="2040"/>
                    <a:pt x="6700" y="2040"/>
                  </a:cubicBezTo>
                  <a:cubicBezTo>
                    <a:pt x="6712" y="2040"/>
                    <a:pt x="6724" y="2038"/>
                    <a:pt x="6738" y="2035"/>
                  </a:cubicBezTo>
                  <a:cubicBezTo>
                    <a:pt x="6776" y="2016"/>
                    <a:pt x="6833" y="1958"/>
                    <a:pt x="6814" y="1901"/>
                  </a:cubicBezTo>
                  <a:cubicBezTo>
                    <a:pt x="6738" y="1614"/>
                    <a:pt x="6297" y="217"/>
                    <a:pt x="5800" y="44"/>
                  </a:cubicBezTo>
                  <a:cubicBezTo>
                    <a:pt x="5781" y="40"/>
                    <a:pt x="5761" y="37"/>
                    <a:pt x="5742" y="37"/>
                  </a:cubicBezTo>
                  <a:cubicBezTo>
                    <a:pt x="5685" y="37"/>
                    <a:pt x="5627" y="59"/>
                    <a:pt x="5570" y="102"/>
                  </a:cubicBezTo>
                  <a:cubicBezTo>
                    <a:pt x="5321" y="236"/>
                    <a:pt x="5168" y="791"/>
                    <a:pt x="5072" y="1269"/>
                  </a:cubicBezTo>
                  <a:cubicBezTo>
                    <a:pt x="4927" y="704"/>
                    <a:pt x="4659" y="1"/>
                    <a:pt x="42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45"/>
            <p:cNvSpPr/>
            <p:nvPr/>
          </p:nvSpPr>
          <p:spPr>
            <a:xfrm>
              <a:off x="7237025" y="2722649"/>
              <a:ext cx="296696" cy="253381"/>
            </a:xfrm>
            <a:custGeom>
              <a:rect b="b" l="l" r="r" t="t"/>
              <a:pathLst>
                <a:path extrusionOk="0" h="5329" w="6240">
                  <a:moveTo>
                    <a:pt x="3936" y="1"/>
                  </a:moveTo>
                  <a:cubicBezTo>
                    <a:pt x="2366" y="1"/>
                    <a:pt x="364" y="129"/>
                    <a:pt x="364" y="129"/>
                  </a:cubicBezTo>
                  <a:cubicBezTo>
                    <a:pt x="0" y="129"/>
                    <a:pt x="19" y="4857"/>
                    <a:pt x="19" y="5125"/>
                  </a:cubicBezTo>
                  <a:cubicBezTo>
                    <a:pt x="19" y="5261"/>
                    <a:pt x="1429" y="5328"/>
                    <a:pt x="2863" y="5328"/>
                  </a:cubicBezTo>
                  <a:cubicBezTo>
                    <a:pt x="4245" y="5328"/>
                    <a:pt x="5650" y="5266"/>
                    <a:pt x="5838" y="5144"/>
                  </a:cubicBezTo>
                  <a:cubicBezTo>
                    <a:pt x="6240" y="4914"/>
                    <a:pt x="5838" y="646"/>
                    <a:pt x="5781" y="225"/>
                  </a:cubicBezTo>
                  <a:cubicBezTo>
                    <a:pt x="5766" y="53"/>
                    <a:pt x="4939" y="1"/>
                    <a:pt x="39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45"/>
            <p:cNvSpPr/>
            <p:nvPr/>
          </p:nvSpPr>
          <p:spPr>
            <a:xfrm>
              <a:off x="7265220" y="2739100"/>
              <a:ext cx="233030" cy="217815"/>
            </a:xfrm>
            <a:custGeom>
              <a:rect b="b" l="l" r="r" t="t"/>
              <a:pathLst>
                <a:path extrusionOk="0" h="4581" w="4901">
                  <a:moveTo>
                    <a:pt x="3116" y="1"/>
                  </a:moveTo>
                  <a:cubicBezTo>
                    <a:pt x="1873" y="1"/>
                    <a:pt x="288" y="108"/>
                    <a:pt x="288" y="108"/>
                  </a:cubicBezTo>
                  <a:cubicBezTo>
                    <a:pt x="287" y="108"/>
                    <a:pt x="286" y="108"/>
                    <a:pt x="286" y="108"/>
                  </a:cubicBezTo>
                  <a:cubicBezTo>
                    <a:pt x="1" y="108"/>
                    <a:pt x="20" y="4186"/>
                    <a:pt x="20" y="4415"/>
                  </a:cubicBezTo>
                  <a:cubicBezTo>
                    <a:pt x="10" y="4523"/>
                    <a:pt x="1124" y="4580"/>
                    <a:pt x="2257" y="4580"/>
                  </a:cubicBezTo>
                  <a:cubicBezTo>
                    <a:pt x="3342" y="4580"/>
                    <a:pt x="4444" y="4527"/>
                    <a:pt x="4594" y="4415"/>
                  </a:cubicBezTo>
                  <a:cubicBezTo>
                    <a:pt x="4900" y="4205"/>
                    <a:pt x="4613" y="549"/>
                    <a:pt x="4575" y="185"/>
                  </a:cubicBezTo>
                  <a:cubicBezTo>
                    <a:pt x="4553" y="44"/>
                    <a:pt x="3903" y="1"/>
                    <a:pt x="311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45"/>
            <p:cNvSpPr/>
            <p:nvPr/>
          </p:nvSpPr>
          <p:spPr>
            <a:xfrm>
              <a:off x="7242445" y="2805192"/>
              <a:ext cx="262177" cy="14645"/>
            </a:xfrm>
            <a:custGeom>
              <a:rect b="b" l="l" r="r" t="t"/>
              <a:pathLst>
                <a:path extrusionOk="0" h="308" w="5514">
                  <a:moveTo>
                    <a:pt x="5379" y="1"/>
                  </a:moveTo>
                  <a:lnTo>
                    <a:pt x="116" y="58"/>
                  </a:lnTo>
                  <a:cubicBezTo>
                    <a:pt x="39" y="58"/>
                    <a:pt x="1" y="116"/>
                    <a:pt x="1" y="192"/>
                  </a:cubicBezTo>
                  <a:cubicBezTo>
                    <a:pt x="1" y="250"/>
                    <a:pt x="39" y="307"/>
                    <a:pt x="116" y="307"/>
                  </a:cubicBezTo>
                  <a:lnTo>
                    <a:pt x="5379" y="231"/>
                  </a:lnTo>
                  <a:cubicBezTo>
                    <a:pt x="5456" y="231"/>
                    <a:pt x="5513" y="192"/>
                    <a:pt x="5513" y="116"/>
                  </a:cubicBezTo>
                  <a:cubicBezTo>
                    <a:pt x="5513" y="39"/>
                    <a:pt x="5437" y="1"/>
                    <a:pt x="53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45"/>
            <p:cNvSpPr/>
            <p:nvPr/>
          </p:nvSpPr>
          <p:spPr>
            <a:xfrm>
              <a:off x="7360791" y="2727832"/>
              <a:ext cx="18258" cy="247627"/>
            </a:xfrm>
            <a:custGeom>
              <a:rect b="b" l="l" r="r" t="t"/>
              <a:pathLst>
                <a:path extrusionOk="0" h="5208" w="384">
                  <a:moveTo>
                    <a:pt x="115" y="1"/>
                  </a:moveTo>
                  <a:cubicBezTo>
                    <a:pt x="58" y="1"/>
                    <a:pt x="0" y="39"/>
                    <a:pt x="0" y="116"/>
                  </a:cubicBezTo>
                  <a:lnTo>
                    <a:pt x="153" y="5092"/>
                  </a:lnTo>
                  <a:cubicBezTo>
                    <a:pt x="153" y="5169"/>
                    <a:pt x="192" y="5207"/>
                    <a:pt x="268" y="5207"/>
                  </a:cubicBezTo>
                  <a:cubicBezTo>
                    <a:pt x="345" y="5207"/>
                    <a:pt x="383" y="5169"/>
                    <a:pt x="383" y="5092"/>
                  </a:cubicBezTo>
                  <a:lnTo>
                    <a:pt x="249" y="116"/>
                  </a:lnTo>
                  <a:cubicBezTo>
                    <a:pt x="249" y="39"/>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45"/>
            <p:cNvSpPr/>
            <p:nvPr/>
          </p:nvSpPr>
          <p:spPr>
            <a:xfrm>
              <a:off x="7257042" y="2888021"/>
              <a:ext cx="249387" cy="17355"/>
            </a:xfrm>
            <a:custGeom>
              <a:rect b="b" l="l" r="r" t="t"/>
              <a:pathLst>
                <a:path extrusionOk="0" h="365" w="5245">
                  <a:moveTo>
                    <a:pt x="5130" y="1"/>
                  </a:moveTo>
                  <a:lnTo>
                    <a:pt x="134" y="116"/>
                  </a:lnTo>
                  <a:cubicBezTo>
                    <a:pt x="58" y="116"/>
                    <a:pt x="0" y="173"/>
                    <a:pt x="0" y="230"/>
                  </a:cubicBezTo>
                  <a:cubicBezTo>
                    <a:pt x="0" y="307"/>
                    <a:pt x="58" y="364"/>
                    <a:pt x="134" y="364"/>
                  </a:cubicBezTo>
                  <a:lnTo>
                    <a:pt x="5130" y="230"/>
                  </a:lnTo>
                  <a:cubicBezTo>
                    <a:pt x="5206" y="230"/>
                    <a:pt x="5245" y="192"/>
                    <a:pt x="5245" y="116"/>
                  </a:cubicBezTo>
                  <a:cubicBezTo>
                    <a:pt x="5245" y="39"/>
                    <a:pt x="5206" y="1"/>
                    <a:pt x="5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45"/>
            <p:cNvSpPr/>
            <p:nvPr/>
          </p:nvSpPr>
          <p:spPr>
            <a:xfrm>
              <a:off x="7196039" y="2742239"/>
              <a:ext cx="86536" cy="213203"/>
            </a:xfrm>
            <a:custGeom>
              <a:rect b="b" l="l" r="r" t="t"/>
              <a:pathLst>
                <a:path extrusionOk="0" h="4484" w="1820">
                  <a:moveTo>
                    <a:pt x="762" y="0"/>
                  </a:moveTo>
                  <a:cubicBezTo>
                    <a:pt x="397" y="0"/>
                    <a:pt x="64" y="26"/>
                    <a:pt x="39" y="119"/>
                  </a:cubicBezTo>
                  <a:cubicBezTo>
                    <a:pt x="1" y="329"/>
                    <a:pt x="268" y="4483"/>
                    <a:pt x="364" y="4483"/>
                  </a:cubicBezTo>
                  <a:cubicBezTo>
                    <a:pt x="364" y="4483"/>
                    <a:pt x="364" y="4483"/>
                    <a:pt x="364" y="4483"/>
                  </a:cubicBezTo>
                  <a:cubicBezTo>
                    <a:pt x="460" y="4445"/>
                    <a:pt x="1819" y="4330"/>
                    <a:pt x="1819" y="4330"/>
                  </a:cubicBezTo>
                  <a:lnTo>
                    <a:pt x="1743" y="42"/>
                  </a:lnTo>
                  <a:cubicBezTo>
                    <a:pt x="1743" y="42"/>
                    <a:pt x="1226" y="0"/>
                    <a:pt x="762" y="0"/>
                  </a:cubicBezTo>
                  <a:close/>
                </a:path>
              </a:pathLst>
            </a:custGeom>
            <a:solidFill>
              <a:srgbClr val="D65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45"/>
            <p:cNvSpPr/>
            <p:nvPr/>
          </p:nvSpPr>
          <p:spPr>
            <a:xfrm>
              <a:off x="7204264" y="2770625"/>
              <a:ext cx="66471" cy="13694"/>
            </a:xfrm>
            <a:custGeom>
              <a:rect b="b" l="l" r="r" t="t"/>
              <a:pathLst>
                <a:path extrusionOk="0" h="288" w="1398">
                  <a:moveTo>
                    <a:pt x="115" y="1"/>
                  </a:moveTo>
                  <a:cubicBezTo>
                    <a:pt x="57" y="1"/>
                    <a:pt x="0" y="58"/>
                    <a:pt x="0" y="115"/>
                  </a:cubicBezTo>
                  <a:cubicBezTo>
                    <a:pt x="0" y="192"/>
                    <a:pt x="38" y="230"/>
                    <a:pt x="115" y="230"/>
                  </a:cubicBezTo>
                  <a:lnTo>
                    <a:pt x="1282" y="288"/>
                  </a:lnTo>
                  <a:cubicBezTo>
                    <a:pt x="1359" y="288"/>
                    <a:pt x="1397" y="249"/>
                    <a:pt x="1378" y="173"/>
                  </a:cubicBezTo>
                  <a:cubicBezTo>
                    <a:pt x="1378" y="96"/>
                    <a:pt x="1340" y="58"/>
                    <a:pt x="1263" y="58"/>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45"/>
            <p:cNvSpPr/>
            <p:nvPr/>
          </p:nvSpPr>
          <p:spPr>
            <a:xfrm>
              <a:off x="7214249" y="2816128"/>
              <a:ext cx="59197" cy="13694"/>
            </a:xfrm>
            <a:custGeom>
              <a:rect b="b" l="l" r="r" t="t"/>
              <a:pathLst>
                <a:path extrusionOk="0" h="288" w="1245">
                  <a:moveTo>
                    <a:pt x="1111" y="1"/>
                  </a:moveTo>
                  <a:lnTo>
                    <a:pt x="115" y="58"/>
                  </a:lnTo>
                  <a:cubicBezTo>
                    <a:pt x="39" y="58"/>
                    <a:pt x="1" y="96"/>
                    <a:pt x="1" y="173"/>
                  </a:cubicBezTo>
                  <a:cubicBezTo>
                    <a:pt x="1" y="230"/>
                    <a:pt x="39" y="288"/>
                    <a:pt x="115" y="288"/>
                  </a:cubicBezTo>
                  <a:lnTo>
                    <a:pt x="1111" y="230"/>
                  </a:lnTo>
                  <a:cubicBezTo>
                    <a:pt x="1187" y="230"/>
                    <a:pt x="1245" y="192"/>
                    <a:pt x="1245" y="115"/>
                  </a:cubicBezTo>
                  <a:cubicBezTo>
                    <a:pt x="1245" y="58"/>
                    <a:pt x="1187" y="1"/>
                    <a:pt x="11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45"/>
            <p:cNvSpPr/>
            <p:nvPr/>
          </p:nvSpPr>
          <p:spPr>
            <a:xfrm>
              <a:off x="7222427" y="2860728"/>
              <a:ext cx="51922" cy="10983"/>
            </a:xfrm>
            <a:custGeom>
              <a:rect b="b" l="l" r="r" t="t"/>
              <a:pathLst>
                <a:path extrusionOk="0" h="231" w="1092">
                  <a:moveTo>
                    <a:pt x="116" y="0"/>
                  </a:moveTo>
                  <a:cubicBezTo>
                    <a:pt x="39" y="0"/>
                    <a:pt x="1" y="39"/>
                    <a:pt x="1" y="115"/>
                  </a:cubicBezTo>
                  <a:cubicBezTo>
                    <a:pt x="1" y="192"/>
                    <a:pt x="39" y="230"/>
                    <a:pt x="116" y="230"/>
                  </a:cubicBezTo>
                  <a:lnTo>
                    <a:pt x="977" y="230"/>
                  </a:lnTo>
                  <a:cubicBezTo>
                    <a:pt x="1015" y="230"/>
                    <a:pt x="1092" y="192"/>
                    <a:pt x="1092" y="115"/>
                  </a:cubicBezTo>
                  <a:cubicBezTo>
                    <a:pt x="1092" y="39"/>
                    <a:pt x="1054" y="0"/>
                    <a:pt x="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45"/>
            <p:cNvSpPr/>
            <p:nvPr/>
          </p:nvSpPr>
          <p:spPr>
            <a:xfrm>
              <a:off x="7223331" y="2894392"/>
              <a:ext cx="51922" cy="18258"/>
            </a:xfrm>
            <a:custGeom>
              <a:rect b="b" l="l" r="r" t="t"/>
              <a:pathLst>
                <a:path extrusionOk="0" h="384" w="1092">
                  <a:moveTo>
                    <a:pt x="958" y="1"/>
                  </a:moveTo>
                  <a:lnTo>
                    <a:pt x="97" y="154"/>
                  </a:lnTo>
                  <a:cubicBezTo>
                    <a:pt x="20" y="173"/>
                    <a:pt x="1" y="230"/>
                    <a:pt x="1" y="288"/>
                  </a:cubicBezTo>
                  <a:cubicBezTo>
                    <a:pt x="1" y="345"/>
                    <a:pt x="78" y="383"/>
                    <a:pt x="116" y="383"/>
                  </a:cubicBezTo>
                  <a:lnTo>
                    <a:pt x="996" y="249"/>
                  </a:lnTo>
                  <a:cubicBezTo>
                    <a:pt x="1073" y="230"/>
                    <a:pt x="1092" y="173"/>
                    <a:pt x="1092" y="96"/>
                  </a:cubicBezTo>
                  <a:cubicBezTo>
                    <a:pt x="1073" y="39"/>
                    <a:pt x="1035" y="1"/>
                    <a:pt x="9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45"/>
            <p:cNvSpPr/>
            <p:nvPr/>
          </p:nvSpPr>
          <p:spPr>
            <a:xfrm>
              <a:off x="7477283" y="2742239"/>
              <a:ext cx="86489" cy="213203"/>
            </a:xfrm>
            <a:custGeom>
              <a:rect b="b" l="l" r="r" t="t"/>
              <a:pathLst>
                <a:path extrusionOk="0" h="4484" w="1819">
                  <a:moveTo>
                    <a:pt x="1046" y="0"/>
                  </a:moveTo>
                  <a:cubicBezTo>
                    <a:pt x="580" y="0"/>
                    <a:pt x="58" y="42"/>
                    <a:pt x="58" y="42"/>
                  </a:cubicBezTo>
                  <a:lnTo>
                    <a:pt x="0" y="4330"/>
                  </a:lnTo>
                  <a:cubicBezTo>
                    <a:pt x="0" y="4330"/>
                    <a:pt x="1359" y="4445"/>
                    <a:pt x="1455" y="4483"/>
                  </a:cubicBezTo>
                  <a:cubicBezTo>
                    <a:pt x="1455" y="4483"/>
                    <a:pt x="1455" y="4483"/>
                    <a:pt x="1456" y="4483"/>
                  </a:cubicBezTo>
                  <a:cubicBezTo>
                    <a:pt x="1552" y="4483"/>
                    <a:pt x="1818" y="329"/>
                    <a:pt x="1761" y="119"/>
                  </a:cubicBezTo>
                  <a:cubicBezTo>
                    <a:pt x="1744" y="26"/>
                    <a:pt x="1412" y="0"/>
                    <a:pt x="1046" y="0"/>
                  </a:cubicBezTo>
                  <a:close/>
                </a:path>
              </a:pathLst>
            </a:custGeom>
            <a:solidFill>
              <a:srgbClr val="D65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45"/>
            <p:cNvSpPr/>
            <p:nvPr/>
          </p:nvSpPr>
          <p:spPr>
            <a:xfrm>
              <a:off x="7488172" y="2770625"/>
              <a:ext cx="66519" cy="13694"/>
            </a:xfrm>
            <a:custGeom>
              <a:rect b="b" l="l" r="r" t="t"/>
              <a:pathLst>
                <a:path extrusionOk="0" h="288" w="1399">
                  <a:moveTo>
                    <a:pt x="1264" y="1"/>
                  </a:moveTo>
                  <a:lnTo>
                    <a:pt x="116" y="58"/>
                  </a:lnTo>
                  <a:cubicBezTo>
                    <a:pt x="58" y="58"/>
                    <a:pt x="1" y="96"/>
                    <a:pt x="1" y="173"/>
                  </a:cubicBezTo>
                  <a:cubicBezTo>
                    <a:pt x="1" y="230"/>
                    <a:pt x="58" y="288"/>
                    <a:pt x="116" y="288"/>
                  </a:cubicBezTo>
                  <a:lnTo>
                    <a:pt x="1264" y="230"/>
                  </a:lnTo>
                  <a:cubicBezTo>
                    <a:pt x="1341" y="230"/>
                    <a:pt x="1398" y="192"/>
                    <a:pt x="1398" y="115"/>
                  </a:cubicBezTo>
                  <a:cubicBezTo>
                    <a:pt x="1398" y="58"/>
                    <a:pt x="1341" y="1"/>
                    <a:pt x="12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45"/>
            <p:cNvSpPr/>
            <p:nvPr/>
          </p:nvSpPr>
          <p:spPr>
            <a:xfrm>
              <a:off x="7486365" y="2816128"/>
              <a:ext cx="59197" cy="13694"/>
            </a:xfrm>
            <a:custGeom>
              <a:rect b="b" l="l" r="r" t="t"/>
              <a:pathLst>
                <a:path extrusionOk="0" h="288" w="1245">
                  <a:moveTo>
                    <a:pt x="115" y="1"/>
                  </a:moveTo>
                  <a:cubicBezTo>
                    <a:pt x="58" y="1"/>
                    <a:pt x="1" y="58"/>
                    <a:pt x="1" y="115"/>
                  </a:cubicBezTo>
                  <a:cubicBezTo>
                    <a:pt x="1" y="173"/>
                    <a:pt x="39" y="230"/>
                    <a:pt x="115" y="230"/>
                  </a:cubicBezTo>
                  <a:lnTo>
                    <a:pt x="1111" y="288"/>
                  </a:lnTo>
                  <a:cubicBezTo>
                    <a:pt x="1187" y="288"/>
                    <a:pt x="1245" y="249"/>
                    <a:pt x="1245" y="173"/>
                  </a:cubicBezTo>
                  <a:cubicBezTo>
                    <a:pt x="1245" y="115"/>
                    <a:pt x="1187" y="58"/>
                    <a:pt x="1111" y="58"/>
                  </a:cubicBezTo>
                  <a:lnTo>
                    <a:pt x="1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45"/>
            <p:cNvSpPr/>
            <p:nvPr/>
          </p:nvSpPr>
          <p:spPr>
            <a:xfrm>
              <a:off x="7484558" y="2860728"/>
              <a:ext cx="52825" cy="10983"/>
            </a:xfrm>
            <a:custGeom>
              <a:rect b="b" l="l" r="r" t="t"/>
              <a:pathLst>
                <a:path extrusionOk="0" h="231" w="1111">
                  <a:moveTo>
                    <a:pt x="134" y="0"/>
                  </a:moveTo>
                  <a:cubicBezTo>
                    <a:pt x="58" y="0"/>
                    <a:pt x="0" y="39"/>
                    <a:pt x="0" y="115"/>
                  </a:cubicBezTo>
                  <a:cubicBezTo>
                    <a:pt x="0" y="192"/>
                    <a:pt x="58" y="230"/>
                    <a:pt x="134" y="230"/>
                  </a:cubicBezTo>
                  <a:lnTo>
                    <a:pt x="996" y="230"/>
                  </a:lnTo>
                  <a:cubicBezTo>
                    <a:pt x="1053" y="230"/>
                    <a:pt x="1110" y="192"/>
                    <a:pt x="1110" y="115"/>
                  </a:cubicBezTo>
                  <a:cubicBezTo>
                    <a:pt x="1110" y="39"/>
                    <a:pt x="1053" y="0"/>
                    <a:pt x="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45"/>
            <p:cNvSpPr/>
            <p:nvPr/>
          </p:nvSpPr>
          <p:spPr>
            <a:xfrm>
              <a:off x="7482751" y="2894202"/>
              <a:ext cx="54632" cy="18448"/>
            </a:xfrm>
            <a:custGeom>
              <a:rect b="b" l="l" r="r" t="t"/>
              <a:pathLst>
                <a:path extrusionOk="0" h="388" w="1149">
                  <a:moveTo>
                    <a:pt x="142" y="1"/>
                  </a:moveTo>
                  <a:cubicBezTo>
                    <a:pt x="77" y="1"/>
                    <a:pt x="19" y="51"/>
                    <a:pt x="19" y="100"/>
                  </a:cubicBezTo>
                  <a:cubicBezTo>
                    <a:pt x="0" y="177"/>
                    <a:pt x="38" y="253"/>
                    <a:pt x="115" y="253"/>
                  </a:cubicBezTo>
                  <a:lnTo>
                    <a:pt x="995" y="387"/>
                  </a:lnTo>
                  <a:cubicBezTo>
                    <a:pt x="1053" y="387"/>
                    <a:pt x="1091" y="349"/>
                    <a:pt x="1129" y="292"/>
                  </a:cubicBezTo>
                  <a:cubicBezTo>
                    <a:pt x="1148" y="234"/>
                    <a:pt x="1091" y="158"/>
                    <a:pt x="1034" y="158"/>
                  </a:cubicBezTo>
                  <a:lnTo>
                    <a:pt x="172" y="5"/>
                  </a:lnTo>
                  <a:cubicBezTo>
                    <a:pt x="162" y="2"/>
                    <a:pt x="15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45"/>
            <p:cNvSpPr/>
            <p:nvPr/>
          </p:nvSpPr>
          <p:spPr>
            <a:xfrm>
              <a:off x="7210636" y="2915313"/>
              <a:ext cx="336779" cy="105651"/>
            </a:xfrm>
            <a:custGeom>
              <a:rect b="b" l="l" r="r" t="t"/>
              <a:pathLst>
                <a:path extrusionOk="0" h="2222" w="7083">
                  <a:moveTo>
                    <a:pt x="5914" y="211"/>
                  </a:moveTo>
                  <a:cubicBezTo>
                    <a:pt x="6470" y="211"/>
                    <a:pt x="6680" y="231"/>
                    <a:pt x="6757" y="231"/>
                  </a:cubicBezTo>
                  <a:cubicBezTo>
                    <a:pt x="6795" y="441"/>
                    <a:pt x="6814" y="1207"/>
                    <a:pt x="6852" y="1934"/>
                  </a:cubicBezTo>
                  <a:cubicBezTo>
                    <a:pt x="6450" y="1953"/>
                    <a:pt x="5264" y="1953"/>
                    <a:pt x="3981" y="1953"/>
                  </a:cubicBezTo>
                  <a:cubicBezTo>
                    <a:pt x="1206" y="1953"/>
                    <a:pt x="459" y="1915"/>
                    <a:pt x="268" y="1877"/>
                  </a:cubicBezTo>
                  <a:cubicBezTo>
                    <a:pt x="268" y="1666"/>
                    <a:pt x="345" y="996"/>
                    <a:pt x="383" y="326"/>
                  </a:cubicBezTo>
                  <a:cubicBezTo>
                    <a:pt x="1014" y="307"/>
                    <a:pt x="4288" y="211"/>
                    <a:pt x="5914" y="211"/>
                  </a:cubicBezTo>
                  <a:close/>
                  <a:moveTo>
                    <a:pt x="5914" y="1"/>
                  </a:moveTo>
                  <a:cubicBezTo>
                    <a:pt x="4134" y="1"/>
                    <a:pt x="345" y="116"/>
                    <a:pt x="287" y="116"/>
                  </a:cubicBezTo>
                  <a:cubicBezTo>
                    <a:pt x="211" y="116"/>
                    <a:pt x="172" y="173"/>
                    <a:pt x="172" y="211"/>
                  </a:cubicBezTo>
                  <a:cubicBezTo>
                    <a:pt x="115" y="709"/>
                    <a:pt x="0" y="1858"/>
                    <a:pt x="57" y="2011"/>
                  </a:cubicBezTo>
                  <a:cubicBezTo>
                    <a:pt x="77" y="2126"/>
                    <a:pt x="96" y="2202"/>
                    <a:pt x="3981" y="2202"/>
                  </a:cubicBezTo>
                  <a:cubicBezTo>
                    <a:pt x="4756" y="2202"/>
                    <a:pt x="5503" y="2197"/>
                    <a:pt x="6056" y="2197"/>
                  </a:cubicBezTo>
                  <a:cubicBezTo>
                    <a:pt x="6608" y="2197"/>
                    <a:pt x="6967" y="2202"/>
                    <a:pt x="6967" y="2221"/>
                  </a:cubicBezTo>
                  <a:cubicBezTo>
                    <a:pt x="7005" y="2221"/>
                    <a:pt x="7044" y="2202"/>
                    <a:pt x="7063" y="2183"/>
                  </a:cubicBezTo>
                  <a:cubicBezTo>
                    <a:pt x="7082" y="2145"/>
                    <a:pt x="7082" y="2106"/>
                    <a:pt x="7082" y="2087"/>
                  </a:cubicBezTo>
                  <a:cubicBezTo>
                    <a:pt x="7063" y="1245"/>
                    <a:pt x="7044" y="211"/>
                    <a:pt x="6948" y="97"/>
                  </a:cubicBezTo>
                  <a:cubicBezTo>
                    <a:pt x="6891" y="20"/>
                    <a:pt x="6871" y="1"/>
                    <a:pt x="59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45"/>
            <p:cNvSpPr/>
            <p:nvPr/>
          </p:nvSpPr>
          <p:spPr>
            <a:xfrm>
              <a:off x="7218814" y="2916882"/>
              <a:ext cx="324940" cy="100420"/>
            </a:xfrm>
            <a:custGeom>
              <a:rect b="b" l="l" r="r" t="t"/>
              <a:pathLst>
                <a:path extrusionOk="0" h="2112" w="6834">
                  <a:moveTo>
                    <a:pt x="4221" y="1"/>
                  </a:moveTo>
                  <a:cubicBezTo>
                    <a:pt x="4199" y="1"/>
                    <a:pt x="4177" y="3"/>
                    <a:pt x="4154" y="6"/>
                  </a:cubicBezTo>
                  <a:cubicBezTo>
                    <a:pt x="3924" y="25"/>
                    <a:pt x="3675" y="695"/>
                    <a:pt x="3484" y="1423"/>
                  </a:cubicBezTo>
                  <a:cubicBezTo>
                    <a:pt x="3350" y="887"/>
                    <a:pt x="3063" y="102"/>
                    <a:pt x="2603" y="64"/>
                  </a:cubicBezTo>
                  <a:cubicBezTo>
                    <a:pt x="2591" y="61"/>
                    <a:pt x="2579" y="60"/>
                    <a:pt x="2567" y="60"/>
                  </a:cubicBezTo>
                  <a:cubicBezTo>
                    <a:pt x="2276" y="60"/>
                    <a:pt x="2021" y="702"/>
                    <a:pt x="1838" y="1308"/>
                  </a:cubicBezTo>
                  <a:cubicBezTo>
                    <a:pt x="1761" y="791"/>
                    <a:pt x="1608" y="198"/>
                    <a:pt x="1340" y="64"/>
                  </a:cubicBezTo>
                  <a:cubicBezTo>
                    <a:pt x="1309" y="43"/>
                    <a:pt x="1277" y="27"/>
                    <a:pt x="1239" y="27"/>
                  </a:cubicBezTo>
                  <a:cubicBezTo>
                    <a:pt x="1208" y="27"/>
                    <a:pt x="1173" y="38"/>
                    <a:pt x="1130" y="64"/>
                  </a:cubicBezTo>
                  <a:cubicBezTo>
                    <a:pt x="689" y="217"/>
                    <a:pt x="134" y="1614"/>
                    <a:pt x="19" y="1901"/>
                  </a:cubicBezTo>
                  <a:cubicBezTo>
                    <a:pt x="0" y="1939"/>
                    <a:pt x="19" y="2016"/>
                    <a:pt x="96" y="2035"/>
                  </a:cubicBezTo>
                  <a:cubicBezTo>
                    <a:pt x="107" y="2046"/>
                    <a:pt x="120" y="2050"/>
                    <a:pt x="135" y="2050"/>
                  </a:cubicBezTo>
                  <a:cubicBezTo>
                    <a:pt x="173" y="2050"/>
                    <a:pt x="216" y="2019"/>
                    <a:pt x="230" y="1978"/>
                  </a:cubicBezTo>
                  <a:cubicBezTo>
                    <a:pt x="498" y="1327"/>
                    <a:pt x="957" y="370"/>
                    <a:pt x="1225" y="274"/>
                  </a:cubicBezTo>
                  <a:cubicBezTo>
                    <a:pt x="1455" y="389"/>
                    <a:pt x="1627" y="1327"/>
                    <a:pt x="1666" y="1978"/>
                  </a:cubicBezTo>
                  <a:cubicBezTo>
                    <a:pt x="1704" y="2035"/>
                    <a:pt x="1742" y="2093"/>
                    <a:pt x="1800" y="2093"/>
                  </a:cubicBezTo>
                  <a:cubicBezTo>
                    <a:pt x="1838" y="2093"/>
                    <a:pt x="1895" y="2035"/>
                    <a:pt x="1914" y="1997"/>
                  </a:cubicBezTo>
                  <a:cubicBezTo>
                    <a:pt x="2106" y="1135"/>
                    <a:pt x="2412" y="351"/>
                    <a:pt x="2565" y="312"/>
                  </a:cubicBezTo>
                  <a:cubicBezTo>
                    <a:pt x="2910" y="370"/>
                    <a:pt x="3235" y="1403"/>
                    <a:pt x="3350" y="2016"/>
                  </a:cubicBezTo>
                  <a:cubicBezTo>
                    <a:pt x="3369" y="2073"/>
                    <a:pt x="3426" y="2112"/>
                    <a:pt x="3465" y="2112"/>
                  </a:cubicBezTo>
                  <a:cubicBezTo>
                    <a:pt x="3522" y="2112"/>
                    <a:pt x="3560" y="2073"/>
                    <a:pt x="3580" y="2016"/>
                  </a:cubicBezTo>
                  <a:cubicBezTo>
                    <a:pt x="3752" y="1231"/>
                    <a:pt x="4039" y="351"/>
                    <a:pt x="4154" y="274"/>
                  </a:cubicBezTo>
                  <a:cubicBezTo>
                    <a:pt x="4160" y="274"/>
                    <a:pt x="4167" y="273"/>
                    <a:pt x="4174" y="273"/>
                  </a:cubicBezTo>
                  <a:cubicBezTo>
                    <a:pt x="4585" y="273"/>
                    <a:pt x="4882" y="1432"/>
                    <a:pt x="4958" y="1997"/>
                  </a:cubicBezTo>
                  <a:cubicBezTo>
                    <a:pt x="4958" y="2035"/>
                    <a:pt x="4996" y="2093"/>
                    <a:pt x="5073" y="2093"/>
                  </a:cubicBezTo>
                  <a:cubicBezTo>
                    <a:pt x="5149" y="2093"/>
                    <a:pt x="5187" y="2054"/>
                    <a:pt x="5187" y="1978"/>
                  </a:cubicBezTo>
                  <a:cubicBezTo>
                    <a:pt x="5264" y="1365"/>
                    <a:pt x="5474" y="446"/>
                    <a:pt x="5685" y="293"/>
                  </a:cubicBezTo>
                  <a:lnTo>
                    <a:pt x="5742" y="293"/>
                  </a:lnTo>
                  <a:cubicBezTo>
                    <a:pt x="6049" y="389"/>
                    <a:pt x="6432" y="1365"/>
                    <a:pt x="6604" y="1978"/>
                  </a:cubicBezTo>
                  <a:cubicBezTo>
                    <a:pt x="6618" y="2007"/>
                    <a:pt x="6656" y="2048"/>
                    <a:pt x="6698" y="2048"/>
                  </a:cubicBezTo>
                  <a:cubicBezTo>
                    <a:pt x="6711" y="2048"/>
                    <a:pt x="6724" y="2044"/>
                    <a:pt x="6738" y="2035"/>
                  </a:cubicBezTo>
                  <a:cubicBezTo>
                    <a:pt x="6795" y="2016"/>
                    <a:pt x="6833" y="1978"/>
                    <a:pt x="6814" y="1901"/>
                  </a:cubicBezTo>
                  <a:cubicBezTo>
                    <a:pt x="6738" y="1614"/>
                    <a:pt x="6317" y="217"/>
                    <a:pt x="5819" y="64"/>
                  </a:cubicBezTo>
                  <a:cubicBezTo>
                    <a:pt x="5797" y="52"/>
                    <a:pt x="5773" y="48"/>
                    <a:pt x="5748" y="48"/>
                  </a:cubicBezTo>
                  <a:cubicBezTo>
                    <a:pt x="5688" y="48"/>
                    <a:pt x="5624" y="75"/>
                    <a:pt x="5570" y="102"/>
                  </a:cubicBezTo>
                  <a:cubicBezTo>
                    <a:pt x="5341" y="255"/>
                    <a:pt x="5168" y="791"/>
                    <a:pt x="5073" y="1269"/>
                  </a:cubicBezTo>
                  <a:cubicBezTo>
                    <a:pt x="4927" y="705"/>
                    <a:pt x="4659" y="1"/>
                    <a:pt x="42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45"/>
            <p:cNvSpPr/>
            <p:nvPr/>
          </p:nvSpPr>
          <p:spPr>
            <a:xfrm>
              <a:off x="6440696" y="2738863"/>
              <a:ext cx="46454" cy="11792"/>
            </a:xfrm>
            <a:custGeom>
              <a:rect b="b" l="l" r="r" t="t"/>
              <a:pathLst>
                <a:path extrusionOk="0" h="248" w="977">
                  <a:moveTo>
                    <a:pt x="622" y="1"/>
                  </a:moveTo>
                  <a:cubicBezTo>
                    <a:pt x="411" y="1"/>
                    <a:pt x="160" y="18"/>
                    <a:pt x="96" y="18"/>
                  </a:cubicBezTo>
                  <a:cubicBezTo>
                    <a:pt x="38" y="18"/>
                    <a:pt x="0" y="94"/>
                    <a:pt x="0" y="152"/>
                  </a:cubicBezTo>
                  <a:cubicBezTo>
                    <a:pt x="0" y="190"/>
                    <a:pt x="38" y="247"/>
                    <a:pt x="115" y="247"/>
                  </a:cubicBezTo>
                  <a:cubicBezTo>
                    <a:pt x="249" y="228"/>
                    <a:pt x="397" y="219"/>
                    <a:pt x="522" y="219"/>
                  </a:cubicBezTo>
                  <a:cubicBezTo>
                    <a:pt x="646" y="219"/>
                    <a:pt x="747" y="228"/>
                    <a:pt x="785" y="247"/>
                  </a:cubicBezTo>
                  <a:lnTo>
                    <a:pt x="842" y="247"/>
                  </a:lnTo>
                  <a:cubicBezTo>
                    <a:pt x="881" y="247"/>
                    <a:pt x="938" y="209"/>
                    <a:pt x="957" y="171"/>
                  </a:cubicBezTo>
                  <a:cubicBezTo>
                    <a:pt x="976" y="113"/>
                    <a:pt x="957" y="56"/>
                    <a:pt x="881" y="18"/>
                  </a:cubicBezTo>
                  <a:cubicBezTo>
                    <a:pt x="823" y="5"/>
                    <a:pt x="727" y="1"/>
                    <a:pt x="6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45"/>
            <p:cNvSpPr/>
            <p:nvPr/>
          </p:nvSpPr>
          <p:spPr>
            <a:xfrm>
              <a:off x="6410645" y="2772146"/>
              <a:ext cx="47357" cy="11269"/>
            </a:xfrm>
            <a:custGeom>
              <a:rect b="b" l="l" r="r" t="t"/>
              <a:pathLst>
                <a:path extrusionOk="0" h="237" w="996">
                  <a:moveTo>
                    <a:pt x="636" y="0"/>
                  </a:moveTo>
                  <a:cubicBezTo>
                    <a:pt x="419" y="0"/>
                    <a:pt x="160" y="26"/>
                    <a:pt x="96" y="26"/>
                  </a:cubicBezTo>
                  <a:cubicBezTo>
                    <a:pt x="58" y="26"/>
                    <a:pt x="0" y="64"/>
                    <a:pt x="0" y="141"/>
                  </a:cubicBezTo>
                  <a:cubicBezTo>
                    <a:pt x="0" y="179"/>
                    <a:pt x="58" y="237"/>
                    <a:pt x="134" y="237"/>
                  </a:cubicBezTo>
                  <a:cubicBezTo>
                    <a:pt x="259" y="217"/>
                    <a:pt x="407" y="208"/>
                    <a:pt x="534" y="208"/>
                  </a:cubicBezTo>
                  <a:cubicBezTo>
                    <a:pt x="661" y="208"/>
                    <a:pt x="766" y="217"/>
                    <a:pt x="804" y="237"/>
                  </a:cubicBezTo>
                  <a:lnTo>
                    <a:pt x="843" y="237"/>
                  </a:lnTo>
                  <a:cubicBezTo>
                    <a:pt x="900" y="237"/>
                    <a:pt x="938" y="217"/>
                    <a:pt x="957" y="160"/>
                  </a:cubicBezTo>
                  <a:cubicBezTo>
                    <a:pt x="996" y="103"/>
                    <a:pt x="957" y="45"/>
                    <a:pt x="900" y="26"/>
                  </a:cubicBezTo>
                  <a:cubicBezTo>
                    <a:pt x="843" y="7"/>
                    <a:pt x="745" y="0"/>
                    <a:pt x="6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45"/>
            <p:cNvSpPr/>
            <p:nvPr/>
          </p:nvSpPr>
          <p:spPr>
            <a:xfrm>
              <a:off x="6472505" y="2767582"/>
              <a:ext cx="46501" cy="11269"/>
            </a:xfrm>
            <a:custGeom>
              <a:rect b="b" l="l" r="r" t="t"/>
              <a:pathLst>
                <a:path extrusionOk="0" h="237" w="978">
                  <a:moveTo>
                    <a:pt x="623" y="1"/>
                  </a:moveTo>
                  <a:cubicBezTo>
                    <a:pt x="411" y="1"/>
                    <a:pt x="160" y="26"/>
                    <a:pt x="97" y="26"/>
                  </a:cubicBezTo>
                  <a:cubicBezTo>
                    <a:pt x="39" y="26"/>
                    <a:pt x="1" y="65"/>
                    <a:pt x="1" y="141"/>
                  </a:cubicBezTo>
                  <a:cubicBezTo>
                    <a:pt x="1" y="179"/>
                    <a:pt x="39" y="237"/>
                    <a:pt x="116" y="237"/>
                  </a:cubicBezTo>
                  <a:cubicBezTo>
                    <a:pt x="250" y="218"/>
                    <a:pt x="398" y="208"/>
                    <a:pt x="523" y="208"/>
                  </a:cubicBezTo>
                  <a:cubicBezTo>
                    <a:pt x="647" y="208"/>
                    <a:pt x="747" y="218"/>
                    <a:pt x="786" y="237"/>
                  </a:cubicBezTo>
                  <a:lnTo>
                    <a:pt x="843" y="237"/>
                  </a:lnTo>
                  <a:cubicBezTo>
                    <a:pt x="881" y="237"/>
                    <a:pt x="939" y="179"/>
                    <a:pt x="958" y="160"/>
                  </a:cubicBezTo>
                  <a:cubicBezTo>
                    <a:pt x="977" y="122"/>
                    <a:pt x="958" y="45"/>
                    <a:pt x="881" y="26"/>
                  </a:cubicBezTo>
                  <a:cubicBezTo>
                    <a:pt x="824" y="7"/>
                    <a:pt x="728" y="1"/>
                    <a:pt x="6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45"/>
            <p:cNvSpPr/>
            <p:nvPr/>
          </p:nvSpPr>
          <p:spPr>
            <a:xfrm>
              <a:off x="6444309" y="2795825"/>
              <a:ext cx="46454" cy="11269"/>
            </a:xfrm>
            <a:custGeom>
              <a:rect b="b" l="l" r="r" t="t"/>
              <a:pathLst>
                <a:path extrusionOk="0" h="237" w="977">
                  <a:moveTo>
                    <a:pt x="622" y="0"/>
                  </a:moveTo>
                  <a:cubicBezTo>
                    <a:pt x="411" y="0"/>
                    <a:pt x="160" y="26"/>
                    <a:pt x="96" y="26"/>
                  </a:cubicBezTo>
                  <a:cubicBezTo>
                    <a:pt x="39" y="26"/>
                    <a:pt x="1" y="64"/>
                    <a:pt x="1" y="140"/>
                  </a:cubicBezTo>
                  <a:cubicBezTo>
                    <a:pt x="1" y="179"/>
                    <a:pt x="39" y="236"/>
                    <a:pt x="115" y="236"/>
                  </a:cubicBezTo>
                  <a:cubicBezTo>
                    <a:pt x="249" y="227"/>
                    <a:pt x="398" y="222"/>
                    <a:pt x="522" y="222"/>
                  </a:cubicBezTo>
                  <a:cubicBezTo>
                    <a:pt x="647" y="222"/>
                    <a:pt x="747" y="227"/>
                    <a:pt x="785" y="236"/>
                  </a:cubicBezTo>
                  <a:lnTo>
                    <a:pt x="824" y="236"/>
                  </a:lnTo>
                  <a:cubicBezTo>
                    <a:pt x="881" y="236"/>
                    <a:pt x="900" y="217"/>
                    <a:pt x="958" y="160"/>
                  </a:cubicBezTo>
                  <a:cubicBezTo>
                    <a:pt x="977" y="121"/>
                    <a:pt x="958" y="45"/>
                    <a:pt x="881" y="26"/>
                  </a:cubicBezTo>
                  <a:cubicBezTo>
                    <a:pt x="824" y="6"/>
                    <a:pt x="728" y="0"/>
                    <a:pt x="6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45"/>
            <p:cNvSpPr/>
            <p:nvPr/>
          </p:nvSpPr>
          <p:spPr>
            <a:xfrm>
              <a:off x="6509830" y="2744854"/>
              <a:ext cx="46454" cy="11269"/>
            </a:xfrm>
            <a:custGeom>
              <a:rect b="b" l="l" r="r" t="t"/>
              <a:pathLst>
                <a:path extrusionOk="0" h="237" w="977">
                  <a:moveTo>
                    <a:pt x="631" y="0"/>
                  </a:moveTo>
                  <a:cubicBezTo>
                    <a:pt x="420" y="0"/>
                    <a:pt x="160" y="26"/>
                    <a:pt x="96" y="26"/>
                  </a:cubicBezTo>
                  <a:cubicBezTo>
                    <a:pt x="58" y="26"/>
                    <a:pt x="1" y="64"/>
                    <a:pt x="1" y="141"/>
                  </a:cubicBezTo>
                  <a:cubicBezTo>
                    <a:pt x="1" y="179"/>
                    <a:pt x="58" y="236"/>
                    <a:pt x="116" y="236"/>
                  </a:cubicBezTo>
                  <a:cubicBezTo>
                    <a:pt x="250" y="217"/>
                    <a:pt x="403" y="208"/>
                    <a:pt x="530" y="208"/>
                  </a:cubicBezTo>
                  <a:cubicBezTo>
                    <a:pt x="656" y="208"/>
                    <a:pt x="757" y="217"/>
                    <a:pt x="786" y="236"/>
                  </a:cubicBezTo>
                  <a:lnTo>
                    <a:pt x="843" y="236"/>
                  </a:lnTo>
                  <a:cubicBezTo>
                    <a:pt x="881" y="236"/>
                    <a:pt x="939" y="198"/>
                    <a:pt x="958" y="160"/>
                  </a:cubicBezTo>
                  <a:cubicBezTo>
                    <a:pt x="977" y="121"/>
                    <a:pt x="958" y="45"/>
                    <a:pt x="881" y="26"/>
                  </a:cubicBezTo>
                  <a:cubicBezTo>
                    <a:pt x="830" y="7"/>
                    <a:pt x="737" y="0"/>
                    <a:pt x="6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45"/>
            <p:cNvSpPr/>
            <p:nvPr/>
          </p:nvSpPr>
          <p:spPr>
            <a:xfrm>
              <a:off x="6501652" y="2788027"/>
              <a:ext cx="47357" cy="10841"/>
            </a:xfrm>
            <a:custGeom>
              <a:rect b="b" l="l" r="r" t="t"/>
              <a:pathLst>
                <a:path extrusionOk="0" h="228" w="996">
                  <a:moveTo>
                    <a:pt x="636" y="0"/>
                  </a:moveTo>
                  <a:cubicBezTo>
                    <a:pt x="419" y="0"/>
                    <a:pt x="160" y="17"/>
                    <a:pt x="96" y="17"/>
                  </a:cubicBezTo>
                  <a:cubicBezTo>
                    <a:pt x="58" y="17"/>
                    <a:pt x="0" y="75"/>
                    <a:pt x="0" y="132"/>
                  </a:cubicBezTo>
                  <a:cubicBezTo>
                    <a:pt x="0" y="190"/>
                    <a:pt x="58" y="228"/>
                    <a:pt x="134" y="228"/>
                  </a:cubicBezTo>
                  <a:cubicBezTo>
                    <a:pt x="259" y="218"/>
                    <a:pt x="407" y="214"/>
                    <a:pt x="534" y="214"/>
                  </a:cubicBezTo>
                  <a:cubicBezTo>
                    <a:pt x="661" y="214"/>
                    <a:pt x="766" y="218"/>
                    <a:pt x="804" y="228"/>
                  </a:cubicBezTo>
                  <a:lnTo>
                    <a:pt x="843" y="228"/>
                  </a:lnTo>
                  <a:cubicBezTo>
                    <a:pt x="900" y="228"/>
                    <a:pt x="938" y="209"/>
                    <a:pt x="958" y="170"/>
                  </a:cubicBezTo>
                  <a:cubicBezTo>
                    <a:pt x="996" y="113"/>
                    <a:pt x="958" y="36"/>
                    <a:pt x="900" y="17"/>
                  </a:cubicBezTo>
                  <a:cubicBezTo>
                    <a:pt x="843" y="5"/>
                    <a:pt x="745" y="0"/>
                    <a:pt x="6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45"/>
            <p:cNvSpPr/>
            <p:nvPr/>
          </p:nvSpPr>
          <p:spPr>
            <a:xfrm>
              <a:off x="7042269" y="2836764"/>
              <a:ext cx="46454" cy="11269"/>
            </a:xfrm>
            <a:custGeom>
              <a:rect b="b" l="l" r="r" t="t"/>
              <a:pathLst>
                <a:path extrusionOk="0" h="237" w="977">
                  <a:moveTo>
                    <a:pt x="630" y="0"/>
                  </a:moveTo>
                  <a:cubicBezTo>
                    <a:pt x="419" y="0"/>
                    <a:pt x="160" y="26"/>
                    <a:pt x="96" y="26"/>
                  </a:cubicBezTo>
                  <a:cubicBezTo>
                    <a:pt x="57" y="26"/>
                    <a:pt x="0" y="64"/>
                    <a:pt x="0" y="141"/>
                  </a:cubicBezTo>
                  <a:cubicBezTo>
                    <a:pt x="0" y="179"/>
                    <a:pt x="57" y="236"/>
                    <a:pt x="115" y="236"/>
                  </a:cubicBezTo>
                  <a:cubicBezTo>
                    <a:pt x="249" y="227"/>
                    <a:pt x="402" y="222"/>
                    <a:pt x="529" y="222"/>
                  </a:cubicBezTo>
                  <a:cubicBezTo>
                    <a:pt x="656" y="222"/>
                    <a:pt x="756" y="227"/>
                    <a:pt x="785" y="236"/>
                  </a:cubicBezTo>
                  <a:lnTo>
                    <a:pt x="842" y="236"/>
                  </a:lnTo>
                  <a:cubicBezTo>
                    <a:pt x="880" y="236"/>
                    <a:pt x="938" y="179"/>
                    <a:pt x="957" y="160"/>
                  </a:cubicBezTo>
                  <a:cubicBezTo>
                    <a:pt x="976" y="122"/>
                    <a:pt x="957" y="45"/>
                    <a:pt x="880" y="26"/>
                  </a:cubicBezTo>
                  <a:cubicBezTo>
                    <a:pt x="829" y="7"/>
                    <a:pt x="736" y="0"/>
                    <a:pt x="6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45"/>
            <p:cNvSpPr/>
            <p:nvPr/>
          </p:nvSpPr>
          <p:spPr>
            <a:xfrm>
              <a:off x="7011316" y="2869524"/>
              <a:ext cx="47357" cy="11269"/>
            </a:xfrm>
            <a:custGeom>
              <a:rect b="b" l="l" r="r" t="t"/>
              <a:pathLst>
                <a:path extrusionOk="0" h="237" w="996">
                  <a:moveTo>
                    <a:pt x="636" y="0"/>
                  </a:moveTo>
                  <a:cubicBezTo>
                    <a:pt x="419" y="0"/>
                    <a:pt x="160" y="26"/>
                    <a:pt x="96" y="26"/>
                  </a:cubicBezTo>
                  <a:cubicBezTo>
                    <a:pt x="58" y="26"/>
                    <a:pt x="0" y="83"/>
                    <a:pt x="0" y="141"/>
                  </a:cubicBezTo>
                  <a:cubicBezTo>
                    <a:pt x="0" y="198"/>
                    <a:pt x="58" y="237"/>
                    <a:pt x="134" y="237"/>
                  </a:cubicBezTo>
                  <a:cubicBezTo>
                    <a:pt x="259" y="227"/>
                    <a:pt x="407" y="222"/>
                    <a:pt x="534" y="222"/>
                  </a:cubicBezTo>
                  <a:cubicBezTo>
                    <a:pt x="661" y="222"/>
                    <a:pt x="766" y="227"/>
                    <a:pt x="804" y="237"/>
                  </a:cubicBezTo>
                  <a:lnTo>
                    <a:pt x="842" y="237"/>
                  </a:lnTo>
                  <a:cubicBezTo>
                    <a:pt x="900" y="237"/>
                    <a:pt x="938" y="217"/>
                    <a:pt x="957" y="179"/>
                  </a:cubicBezTo>
                  <a:cubicBezTo>
                    <a:pt x="996" y="122"/>
                    <a:pt x="957" y="45"/>
                    <a:pt x="900" y="26"/>
                  </a:cubicBezTo>
                  <a:cubicBezTo>
                    <a:pt x="842" y="7"/>
                    <a:pt x="745" y="0"/>
                    <a:pt x="6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45"/>
            <p:cNvSpPr/>
            <p:nvPr/>
          </p:nvSpPr>
          <p:spPr>
            <a:xfrm>
              <a:off x="7073175" y="2864056"/>
              <a:ext cx="46454" cy="11269"/>
            </a:xfrm>
            <a:custGeom>
              <a:rect b="b" l="l" r="r" t="t"/>
              <a:pathLst>
                <a:path extrusionOk="0" h="237" w="977">
                  <a:moveTo>
                    <a:pt x="623" y="1"/>
                  </a:moveTo>
                  <a:cubicBezTo>
                    <a:pt x="411" y="1"/>
                    <a:pt x="160" y="26"/>
                    <a:pt x="96" y="26"/>
                  </a:cubicBezTo>
                  <a:cubicBezTo>
                    <a:pt x="39" y="26"/>
                    <a:pt x="1" y="103"/>
                    <a:pt x="1" y="141"/>
                  </a:cubicBezTo>
                  <a:cubicBezTo>
                    <a:pt x="1" y="179"/>
                    <a:pt x="39" y="237"/>
                    <a:pt x="116" y="237"/>
                  </a:cubicBezTo>
                  <a:cubicBezTo>
                    <a:pt x="250" y="227"/>
                    <a:pt x="398" y="222"/>
                    <a:pt x="522" y="222"/>
                  </a:cubicBezTo>
                  <a:cubicBezTo>
                    <a:pt x="647" y="222"/>
                    <a:pt x="747" y="227"/>
                    <a:pt x="786" y="237"/>
                  </a:cubicBezTo>
                  <a:lnTo>
                    <a:pt x="843" y="237"/>
                  </a:lnTo>
                  <a:cubicBezTo>
                    <a:pt x="881" y="237"/>
                    <a:pt x="939" y="218"/>
                    <a:pt x="958" y="160"/>
                  </a:cubicBezTo>
                  <a:cubicBezTo>
                    <a:pt x="977" y="122"/>
                    <a:pt x="958" y="45"/>
                    <a:pt x="881" y="26"/>
                  </a:cubicBezTo>
                  <a:cubicBezTo>
                    <a:pt x="824" y="7"/>
                    <a:pt x="728" y="1"/>
                    <a:pt x="6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45"/>
            <p:cNvSpPr/>
            <p:nvPr/>
          </p:nvSpPr>
          <p:spPr>
            <a:xfrm>
              <a:off x="7044979" y="2893584"/>
              <a:ext cx="46454" cy="11792"/>
            </a:xfrm>
            <a:custGeom>
              <a:rect b="b" l="l" r="r" t="t"/>
              <a:pathLst>
                <a:path extrusionOk="0" h="248" w="977">
                  <a:moveTo>
                    <a:pt x="622" y="1"/>
                  </a:moveTo>
                  <a:cubicBezTo>
                    <a:pt x="411" y="1"/>
                    <a:pt x="160" y="18"/>
                    <a:pt x="96" y="18"/>
                  </a:cubicBezTo>
                  <a:cubicBezTo>
                    <a:pt x="39" y="18"/>
                    <a:pt x="0" y="75"/>
                    <a:pt x="0" y="152"/>
                  </a:cubicBezTo>
                  <a:cubicBezTo>
                    <a:pt x="0" y="190"/>
                    <a:pt x="39" y="247"/>
                    <a:pt x="115" y="247"/>
                  </a:cubicBezTo>
                  <a:cubicBezTo>
                    <a:pt x="249" y="228"/>
                    <a:pt x="398" y="219"/>
                    <a:pt x="522" y="219"/>
                  </a:cubicBezTo>
                  <a:cubicBezTo>
                    <a:pt x="646" y="219"/>
                    <a:pt x="747" y="228"/>
                    <a:pt x="785" y="247"/>
                  </a:cubicBezTo>
                  <a:lnTo>
                    <a:pt x="823" y="247"/>
                  </a:lnTo>
                  <a:cubicBezTo>
                    <a:pt x="881" y="247"/>
                    <a:pt x="919" y="209"/>
                    <a:pt x="957" y="171"/>
                  </a:cubicBezTo>
                  <a:cubicBezTo>
                    <a:pt x="977" y="113"/>
                    <a:pt x="957" y="56"/>
                    <a:pt x="881" y="18"/>
                  </a:cubicBezTo>
                  <a:cubicBezTo>
                    <a:pt x="823" y="5"/>
                    <a:pt x="728" y="1"/>
                    <a:pt x="6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45"/>
            <p:cNvSpPr/>
            <p:nvPr/>
          </p:nvSpPr>
          <p:spPr>
            <a:xfrm>
              <a:off x="7110500" y="2842612"/>
              <a:ext cx="46454" cy="10888"/>
            </a:xfrm>
            <a:custGeom>
              <a:rect b="b" l="l" r="r" t="t"/>
              <a:pathLst>
                <a:path extrusionOk="0" h="229" w="977">
                  <a:moveTo>
                    <a:pt x="631" y="1"/>
                  </a:moveTo>
                  <a:cubicBezTo>
                    <a:pt x="420" y="1"/>
                    <a:pt x="160" y="18"/>
                    <a:pt x="96" y="18"/>
                  </a:cubicBezTo>
                  <a:cubicBezTo>
                    <a:pt x="58" y="18"/>
                    <a:pt x="1" y="75"/>
                    <a:pt x="1" y="133"/>
                  </a:cubicBezTo>
                  <a:cubicBezTo>
                    <a:pt x="1" y="190"/>
                    <a:pt x="58" y="228"/>
                    <a:pt x="115" y="228"/>
                  </a:cubicBezTo>
                  <a:cubicBezTo>
                    <a:pt x="249" y="219"/>
                    <a:pt x="403" y="214"/>
                    <a:pt x="529" y="214"/>
                  </a:cubicBezTo>
                  <a:cubicBezTo>
                    <a:pt x="656" y="214"/>
                    <a:pt x="757" y="219"/>
                    <a:pt x="785" y="228"/>
                  </a:cubicBezTo>
                  <a:lnTo>
                    <a:pt x="843" y="228"/>
                  </a:lnTo>
                  <a:cubicBezTo>
                    <a:pt x="881" y="228"/>
                    <a:pt x="938" y="190"/>
                    <a:pt x="958" y="171"/>
                  </a:cubicBezTo>
                  <a:cubicBezTo>
                    <a:pt x="977" y="113"/>
                    <a:pt x="958" y="37"/>
                    <a:pt x="881" y="18"/>
                  </a:cubicBezTo>
                  <a:cubicBezTo>
                    <a:pt x="830" y="5"/>
                    <a:pt x="736" y="1"/>
                    <a:pt x="6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45"/>
            <p:cNvSpPr/>
            <p:nvPr/>
          </p:nvSpPr>
          <p:spPr>
            <a:xfrm>
              <a:off x="7102322" y="2885928"/>
              <a:ext cx="47357" cy="11269"/>
            </a:xfrm>
            <a:custGeom>
              <a:rect b="b" l="l" r="r" t="t"/>
              <a:pathLst>
                <a:path extrusionOk="0" h="237" w="996">
                  <a:moveTo>
                    <a:pt x="636" y="0"/>
                  </a:moveTo>
                  <a:cubicBezTo>
                    <a:pt x="419" y="0"/>
                    <a:pt x="160" y="26"/>
                    <a:pt x="96" y="26"/>
                  </a:cubicBezTo>
                  <a:cubicBezTo>
                    <a:pt x="58" y="26"/>
                    <a:pt x="0" y="64"/>
                    <a:pt x="0" y="140"/>
                  </a:cubicBezTo>
                  <a:cubicBezTo>
                    <a:pt x="0" y="179"/>
                    <a:pt x="58" y="236"/>
                    <a:pt x="134" y="236"/>
                  </a:cubicBezTo>
                  <a:cubicBezTo>
                    <a:pt x="259" y="217"/>
                    <a:pt x="407" y="207"/>
                    <a:pt x="534" y="207"/>
                  </a:cubicBezTo>
                  <a:cubicBezTo>
                    <a:pt x="661" y="207"/>
                    <a:pt x="766" y="217"/>
                    <a:pt x="804" y="236"/>
                  </a:cubicBezTo>
                  <a:lnTo>
                    <a:pt x="842" y="236"/>
                  </a:lnTo>
                  <a:cubicBezTo>
                    <a:pt x="900" y="236"/>
                    <a:pt x="938" y="179"/>
                    <a:pt x="957" y="160"/>
                  </a:cubicBezTo>
                  <a:cubicBezTo>
                    <a:pt x="996" y="102"/>
                    <a:pt x="957" y="45"/>
                    <a:pt x="900" y="26"/>
                  </a:cubicBezTo>
                  <a:cubicBezTo>
                    <a:pt x="842" y="6"/>
                    <a:pt x="745" y="0"/>
                    <a:pt x="6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45"/>
            <p:cNvSpPr/>
            <p:nvPr/>
          </p:nvSpPr>
          <p:spPr>
            <a:xfrm>
              <a:off x="6203147" y="1886708"/>
              <a:ext cx="448706" cy="453603"/>
            </a:xfrm>
            <a:custGeom>
              <a:rect b="b" l="l" r="r" t="t"/>
              <a:pathLst>
                <a:path extrusionOk="0" h="9540" w="9437">
                  <a:moveTo>
                    <a:pt x="4931" y="1"/>
                  </a:moveTo>
                  <a:cubicBezTo>
                    <a:pt x="4920" y="1"/>
                    <a:pt x="4909" y="2"/>
                    <a:pt x="4900" y="5"/>
                  </a:cubicBezTo>
                  <a:cubicBezTo>
                    <a:pt x="4460" y="177"/>
                    <a:pt x="383" y="4101"/>
                    <a:pt x="383" y="4101"/>
                  </a:cubicBezTo>
                  <a:cubicBezTo>
                    <a:pt x="383" y="4101"/>
                    <a:pt x="0" y="9307"/>
                    <a:pt x="441" y="9460"/>
                  </a:cubicBezTo>
                  <a:cubicBezTo>
                    <a:pt x="655" y="9523"/>
                    <a:pt x="2516" y="9540"/>
                    <a:pt x="4440" y="9540"/>
                  </a:cubicBezTo>
                  <a:cubicBezTo>
                    <a:pt x="6639" y="9540"/>
                    <a:pt x="8920" y="9518"/>
                    <a:pt x="8920" y="9518"/>
                  </a:cubicBezTo>
                  <a:cubicBezTo>
                    <a:pt x="8920" y="9518"/>
                    <a:pt x="9437" y="4541"/>
                    <a:pt x="8996" y="4101"/>
                  </a:cubicBezTo>
                  <a:cubicBezTo>
                    <a:pt x="8546" y="3651"/>
                    <a:pt x="5484" y="1"/>
                    <a:pt x="493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45"/>
            <p:cNvSpPr/>
            <p:nvPr/>
          </p:nvSpPr>
          <p:spPr>
            <a:xfrm>
              <a:off x="6268668" y="2061970"/>
              <a:ext cx="301309" cy="252763"/>
            </a:xfrm>
            <a:custGeom>
              <a:rect b="b" l="l" r="r" t="t"/>
              <a:pathLst>
                <a:path extrusionOk="0" h="5316" w="6337">
                  <a:moveTo>
                    <a:pt x="3516" y="0"/>
                  </a:moveTo>
                  <a:cubicBezTo>
                    <a:pt x="2240" y="0"/>
                    <a:pt x="919" y="51"/>
                    <a:pt x="919" y="51"/>
                  </a:cubicBezTo>
                  <a:cubicBezTo>
                    <a:pt x="0" y="90"/>
                    <a:pt x="134" y="4683"/>
                    <a:pt x="192" y="5047"/>
                  </a:cubicBezTo>
                  <a:cubicBezTo>
                    <a:pt x="229" y="5224"/>
                    <a:pt x="1540" y="5315"/>
                    <a:pt x="2930" y="5315"/>
                  </a:cubicBezTo>
                  <a:cubicBezTo>
                    <a:pt x="4390" y="5315"/>
                    <a:pt x="5938" y="5215"/>
                    <a:pt x="6183" y="5009"/>
                  </a:cubicBezTo>
                  <a:cubicBezTo>
                    <a:pt x="6336" y="4856"/>
                    <a:pt x="6279" y="453"/>
                    <a:pt x="5819" y="166"/>
                  </a:cubicBezTo>
                  <a:cubicBezTo>
                    <a:pt x="5610" y="36"/>
                    <a:pt x="4579" y="0"/>
                    <a:pt x="35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45"/>
            <p:cNvSpPr/>
            <p:nvPr/>
          </p:nvSpPr>
          <p:spPr>
            <a:xfrm>
              <a:off x="6305993" y="2084032"/>
              <a:ext cx="229369" cy="208734"/>
            </a:xfrm>
            <a:custGeom>
              <a:rect b="b" l="l" r="r" t="t"/>
              <a:pathLst>
                <a:path extrusionOk="0" h="4390" w="4824">
                  <a:moveTo>
                    <a:pt x="2708" y="0"/>
                  </a:moveTo>
                  <a:cubicBezTo>
                    <a:pt x="1734" y="0"/>
                    <a:pt x="708" y="47"/>
                    <a:pt x="708" y="47"/>
                  </a:cubicBezTo>
                  <a:cubicBezTo>
                    <a:pt x="0" y="85"/>
                    <a:pt x="96" y="3913"/>
                    <a:pt x="153" y="4181"/>
                  </a:cubicBezTo>
                  <a:cubicBezTo>
                    <a:pt x="172" y="4318"/>
                    <a:pt x="1127" y="4390"/>
                    <a:pt x="2159" y="4390"/>
                  </a:cubicBezTo>
                  <a:cubicBezTo>
                    <a:pt x="3289" y="4390"/>
                    <a:pt x="4510" y="4304"/>
                    <a:pt x="4690" y="4124"/>
                  </a:cubicBezTo>
                  <a:cubicBezTo>
                    <a:pt x="4824" y="4009"/>
                    <a:pt x="4747" y="372"/>
                    <a:pt x="4403" y="143"/>
                  </a:cubicBezTo>
                  <a:cubicBezTo>
                    <a:pt x="4257" y="31"/>
                    <a:pt x="3499" y="0"/>
                    <a:pt x="27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45"/>
            <p:cNvSpPr/>
            <p:nvPr/>
          </p:nvSpPr>
          <p:spPr>
            <a:xfrm>
              <a:off x="6418824" y="2069863"/>
              <a:ext cx="12790" cy="239402"/>
            </a:xfrm>
            <a:custGeom>
              <a:rect b="b" l="l" r="r" t="t"/>
              <a:pathLst>
                <a:path extrusionOk="0" h="5035" w="269">
                  <a:moveTo>
                    <a:pt x="116" y="0"/>
                  </a:moveTo>
                  <a:cubicBezTo>
                    <a:pt x="58" y="0"/>
                    <a:pt x="1" y="58"/>
                    <a:pt x="1" y="115"/>
                  </a:cubicBezTo>
                  <a:lnTo>
                    <a:pt x="20" y="4900"/>
                  </a:lnTo>
                  <a:cubicBezTo>
                    <a:pt x="20" y="4977"/>
                    <a:pt x="77" y="5034"/>
                    <a:pt x="154" y="5034"/>
                  </a:cubicBezTo>
                  <a:cubicBezTo>
                    <a:pt x="211" y="5034"/>
                    <a:pt x="269" y="4977"/>
                    <a:pt x="269" y="4900"/>
                  </a:cubicBezTo>
                  <a:lnTo>
                    <a:pt x="250" y="115"/>
                  </a:lnTo>
                  <a:cubicBezTo>
                    <a:pt x="250" y="58"/>
                    <a:pt x="192" y="0"/>
                    <a:pt x="1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45"/>
            <p:cNvSpPr/>
            <p:nvPr/>
          </p:nvSpPr>
          <p:spPr>
            <a:xfrm>
              <a:off x="6281411" y="2147224"/>
              <a:ext cx="269452" cy="11887"/>
            </a:xfrm>
            <a:custGeom>
              <a:rect b="b" l="l" r="r" t="t"/>
              <a:pathLst>
                <a:path extrusionOk="0" h="250" w="5667">
                  <a:moveTo>
                    <a:pt x="115" y="0"/>
                  </a:moveTo>
                  <a:cubicBezTo>
                    <a:pt x="39" y="0"/>
                    <a:pt x="0" y="58"/>
                    <a:pt x="0" y="115"/>
                  </a:cubicBezTo>
                  <a:cubicBezTo>
                    <a:pt x="0" y="192"/>
                    <a:pt x="39" y="249"/>
                    <a:pt x="115" y="249"/>
                  </a:cubicBezTo>
                  <a:lnTo>
                    <a:pt x="5551" y="249"/>
                  </a:lnTo>
                  <a:cubicBezTo>
                    <a:pt x="5628" y="249"/>
                    <a:pt x="5666" y="192"/>
                    <a:pt x="5666" y="115"/>
                  </a:cubicBezTo>
                  <a:cubicBezTo>
                    <a:pt x="5666" y="58"/>
                    <a:pt x="5628" y="0"/>
                    <a:pt x="5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45"/>
            <p:cNvSpPr/>
            <p:nvPr/>
          </p:nvSpPr>
          <p:spPr>
            <a:xfrm>
              <a:off x="6275039" y="2209084"/>
              <a:ext cx="289469" cy="16451"/>
            </a:xfrm>
            <a:custGeom>
              <a:rect b="b" l="l" r="r" t="t"/>
              <a:pathLst>
                <a:path extrusionOk="0" h="346" w="6088">
                  <a:moveTo>
                    <a:pt x="5972" y="1"/>
                  </a:moveTo>
                  <a:lnTo>
                    <a:pt x="134" y="116"/>
                  </a:lnTo>
                  <a:cubicBezTo>
                    <a:pt x="58" y="116"/>
                    <a:pt x="0" y="154"/>
                    <a:pt x="0" y="230"/>
                  </a:cubicBezTo>
                  <a:cubicBezTo>
                    <a:pt x="0" y="307"/>
                    <a:pt x="58" y="345"/>
                    <a:pt x="134" y="345"/>
                  </a:cubicBezTo>
                  <a:lnTo>
                    <a:pt x="5972" y="230"/>
                  </a:lnTo>
                  <a:cubicBezTo>
                    <a:pt x="6049" y="230"/>
                    <a:pt x="6087" y="192"/>
                    <a:pt x="6087" y="116"/>
                  </a:cubicBezTo>
                  <a:cubicBezTo>
                    <a:pt x="6087" y="39"/>
                    <a:pt x="6049" y="1"/>
                    <a:pt x="597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45"/>
            <p:cNvSpPr/>
            <p:nvPr/>
          </p:nvSpPr>
          <p:spPr>
            <a:xfrm>
              <a:off x="6148515" y="1820427"/>
              <a:ext cx="579794" cy="361551"/>
            </a:xfrm>
            <a:custGeom>
              <a:rect b="b" l="l" r="r" t="t"/>
              <a:pathLst>
                <a:path extrusionOk="0" h="7604" w="12194">
                  <a:moveTo>
                    <a:pt x="6060" y="0"/>
                  </a:moveTo>
                  <a:cubicBezTo>
                    <a:pt x="4726" y="0"/>
                    <a:pt x="1" y="6108"/>
                    <a:pt x="1" y="6108"/>
                  </a:cubicBezTo>
                  <a:cubicBezTo>
                    <a:pt x="1" y="6108"/>
                    <a:pt x="613" y="7447"/>
                    <a:pt x="1092" y="7601"/>
                  </a:cubicBezTo>
                  <a:cubicBezTo>
                    <a:pt x="1099" y="7603"/>
                    <a:pt x="1106" y="7604"/>
                    <a:pt x="1115" y="7604"/>
                  </a:cubicBezTo>
                  <a:cubicBezTo>
                    <a:pt x="1683" y="7604"/>
                    <a:pt x="6069" y="2624"/>
                    <a:pt x="6069" y="2624"/>
                  </a:cubicBezTo>
                  <a:lnTo>
                    <a:pt x="11141" y="7141"/>
                  </a:lnTo>
                  <a:lnTo>
                    <a:pt x="12193" y="5725"/>
                  </a:lnTo>
                  <a:cubicBezTo>
                    <a:pt x="12193" y="5725"/>
                    <a:pt x="7274" y="633"/>
                    <a:pt x="6222" y="40"/>
                  </a:cubicBezTo>
                  <a:cubicBezTo>
                    <a:pt x="6175" y="13"/>
                    <a:pt x="6121" y="0"/>
                    <a:pt x="60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45"/>
            <p:cNvSpPr/>
            <p:nvPr/>
          </p:nvSpPr>
          <p:spPr>
            <a:xfrm>
              <a:off x="6985830" y="1856706"/>
              <a:ext cx="448706" cy="454031"/>
            </a:xfrm>
            <a:custGeom>
              <a:rect b="b" l="l" r="r" t="t"/>
              <a:pathLst>
                <a:path extrusionOk="0" h="9549" w="9437">
                  <a:moveTo>
                    <a:pt x="4927" y="1"/>
                  </a:moveTo>
                  <a:cubicBezTo>
                    <a:pt x="4917" y="1"/>
                    <a:pt x="4908" y="2"/>
                    <a:pt x="4900" y="4"/>
                  </a:cubicBezTo>
                  <a:cubicBezTo>
                    <a:pt x="4460" y="158"/>
                    <a:pt x="383" y="4100"/>
                    <a:pt x="383" y="4100"/>
                  </a:cubicBezTo>
                  <a:cubicBezTo>
                    <a:pt x="383" y="4100"/>
                    <a:pt x="0" y="9326"/>
                    <a:pt x="441" y="9460"/>
                  </a:cubicBezTo>
                  <a:cubicBezTo>
                    <a:pt x="688" y="9532"/>
                    <a:pt x="3127" y="9549"/>
                    <a:pt x="5326" y="9549"/>
                  </a:cubicBezTo>
                  <a:cubicBezTo>
                    <a:pt x="7211" y="9549"/>
                    <a:pt x="8920" y="9536"/>
                    <a:pt x="8920" y="9536"/>
                  </a:cubicBezTo>
                  <a:cubicBezTo>
                    <a:pt x="8920" y="9536"/>
                    <a:pt x="9437" y="4560"/>
                    <a:pt x="8996" y="4100"/>
                  </a:cubicBezTo>
                  <a:cubicBezTo>
                    <a:pt x="8545" y="3649"/>
                    <a:pt x="5470" y="1"/>
                    <a:pt x="492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45"/>
            <p:cNvSpPr/>
            <p:nvPr/>
          </p:nvSpPr>
          <p:spPr>
            <a:xfrm>
              <a:off x="7051351" y="2031016"/>
              <a:ext cx="301261" cy="252763"/>
            </a:xfrm>
            <a:custGeom>
              <a:rect b="b" l="l" r="r" t="t"/>
              <a:pathLst>
                <a:path extrusionOk="0" h="5316" w="6336">
                  <a:moveTo>
                    <a:pt x="3516" y="0"/>
                  </a:moveTo>
                  <a:cubicBezTo>
                    <a:pt x="2240" y="0"/>
                    <a:pt x="919" y="52"/>
                    <a:pt x="919" y="52"/>
                  </a:cubicBezTo>
                  <a:cubicBezTo>
                    <a:pt x="0" y="109"/>
                    <a:pt x="154" y="4703"/>
                    <a:pt x="192" y="5047"/>
                  </a:cubicBezTo>
                  <a:cubicBezTo>
                    <a:pt x="229" y="5225"/>
                    <a:pt x="1540" y="5315"/>
                    <a:pt x="2930" y="5315"/>
                  </a:cubicBezTo>
                  <a:cubicBezTo>
                    <a:pt x="4390" y="5315"/>
                    <a:pt x="5938" y="5215"/>
                    <a:pt x="6183" y="5009"/>
                  </a:cubicBezTo>
                  <a:cubicBezTo>
                    <a:pt x="6336" y="4856"/>
                    <a:pt x="6279" y="454"/>
                    <a:pt x="5819" y="167"/>
                  </a:cubicBezTo>
                  <a:cubicBezTo>
                    <a:pt x="5610" y="36"/>
                    <a:pt x="4579" y="0"/>
                    <a:pt x="35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45"/>
            <p:cNvSpPr/>
            <p:nvPr/>
          </p:nvSpPr>
          <p:spPr>
            <a:xfrm>
              <a:off x="7088676" y="2053982"/>
              <a:ext cx="229369" cy="208876"/>
            </a:xfrm>
            <a:custGeom>
              <a:rect b="b" l="l" r="r" t="t"/>
              <a:pathLst>
                <a:path extrusionOk="0" h="4393" w="4824">
                  <a:moveTo>
                    <a:pt x="2708" y="1"/>
                  </a:moveTo>
                  <a:cubicBezTo>
                    <a:pt x="1734" y="1"/>
                    <a:pt x="708" y="47"/>
                    <a:pt x="708" y="47"/>
                  </a:cubicBezTo>
                  <a:cubicBezTo>
                    <a:pt x="0" y="105"/>
                    <a:pt x="96" y="3894"/>
                    <a:pt x="153" y="4182"/>
                  </a:cubicBezTo>
                  <a:cubicBezTo>
                    <a:pt x="172" y="4321"/>
                    <a:pt x="1156" y="4392"/>
                    <a:pt x="2205" y="4392"/>
                  </a:cubicBezTo>
                  <a:cubicBezTo>
                    <a:pt x="3322" y="4392"/>
                    <a:pt x="4512" y="4311"/>
                    <a:pt x="4690" y="4143"/>
                  </a:cubicBezTo>
                  <a:cubicBezTo>
                    <a:pt x="4824" y="4009"/>
                    <a:pt x="4747" y="373"/>
                    <a:pt x="4403" y="143"/>
                  </a:cubicBezTo>
                  <a:cubicBezTo>
                    <a:pt x="4257" y="31"/>
                    <a:pt x="3499" y="1"/>
                    <a:pt x="27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45"/>
            <p:cNvSpPr/>
            <p:nvPr/>
          </p:nvSpPr>
          <p:spPr>
            <a:xfrm>
              <a:off x="7201506" y="2038909"/>
              <a:ext cx="12790" cy="239402"/>
            </a:xfrm>
            <a:custGeom>
              <a:rect b="b" l="l" r="r" t="t"/>
              <a:pathLst>
                <a:path extrusionOk="0" h="5035" w="269">
                  <a:moveTo>
                    <a:pt x="115" y="1"/>
                  </a:moveTo>
                  <a:cubicBezTo>
                    <a:pt x="58" y="1"/>
                    <a:pt x="1" y="58"/>
                    <a:pt x="1" y="134"/>
                  </a:cubicBezTo>
                  <a:lnTo>
                    <a:pt x="20" y="4920"/>
                  </a:lnTo>
                  <a:cubicBezTo>
                    <a:pt x="20" y="4977"/>
                    <a:pt x="77" y="5034"/>
                    <a:pt x="154" y="5034"/>
                  </a:cubicBezTo>
                  <a:cubicBezTo>
                    <a:pt x="211" y="5034"/>
                    <a:pt x="269" y="4977"/>
                    <a:pt x="269" y="4920"/>
                  </a:cubicBezTo>
                  <a:lnTo>
                    <a:pt x="249" y="134"/>
                  </a:lnTo>
                  <a:cubicBezTo>
                    <a:pt x="249" y="58"/>
                    <a:pt x="192" y="1"/>
                    <a:pt x="1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45"/>
            <p:cNvSpPr/>
            <p:nvPr/>
          </p:nvSpPr>
          <p:spPr>
            <a:xfrm>
              <a:off x="7064094" y="2116270"/>
              <a:ext cx="269404" cy="11887"/>
            </a:xfrm>
            <a:custGeom>
              <a:rect b="b" l="l" r="r" t="t"/>
              <a:pathLst>
                <a:path extrusionOk="0" h="250" w="5666">
                  <a:moveTo>
                    <a:pt x="115" y="0"/>
                  </a:moveTo>
                  <a:cubicBezTo>
                    <a:pt x="39" y="0"/>
                    <a:pt x="0" y="58"/>
                    <a:pt x="0" y="134"/>
                  </a:cubicBezTo>
                  <a:cubicBezTo>
                    <a:pt x="0" y="192"/>
                    <a:pt x="39" y="249"/>
                    <a:pt x="115" y="249"/>
                  </a:cubicBezTo>
                  <a:lnTo>
                    <a:pt x="5551" y="249"/>
                  </a:lnTo>
                  <a:cubicBezTo>
                    <a:pt x="5628" y="249"/>
                    <a:pt x="5666" y="192"/>
                    <a:pt x="5666" y="134"/>
                  </a:cubicBezTo>
                  <a:cubicBezTo>
                    <a:pt x="5666" y="58"/>
                    <a:pt x="5628" y="0"/>
                    <a:pt x="55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45"/>
            <p:cNvSpPr/>
            <p:nvPr/>
          </p:nvSpPr>
          <p:spPr>
            <a:xfrm>
              <a:off x="7058626" y="2178177"/>
              <a:ext cx="288566" cy="17307"/>
            </a:xfrm>
            <a:custGeom>
              <a:rect b="b" l="l" r="r" t="t"/>
              <a:pathLst>
                <a:path extrusionOk="0" h="364" w="6069">
                  <a:moveTo>
                    <a:pt x="5953" y="0"/>
                  </a:moveTo>
                  <a:lnTo>
                    <a:pt x="115" y="115"/>
                  </a:lnTo>
                  <a:cubicBezTo>
                    <a:pt x="39" y="115"/>
                    <a:pt x="1" y="172"/>
                    <a:pt x="1" y="230"/>
                  </a:cubicBezTo>
                  <a:cubicBezTo>
                    <a:pt x="1" y="306"/>
                    <a:pt x="39" y="364"/>
                    <a:pt x="115" y="364"/>
                  </a:cubicBezTo>
                  <a:lnTo>
                    <a:pt x="5953" y="230"/>
                  </a:lnTo>
                  <a:cubicBezTo>
                    <a:pt x="6030" y="230"/>
                    <a:pt x="6068" y="191"/>
                    <a:pt x="6068" y="115"/>
                  </a:cubicBezTo>
                  <a:cubicBezTo>
                    <a:pt x="6068" y="38"/>
                    <a:pt x="6030" y="0"/>
                    <a:pt x="5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45"/>
            <p:cNvSpPr/>
            <p:nvPr/>
          </p:nvSpPr>
          <p:spPr>
            <a:xfrm>
              <a:off x="6913035" y="1790424"/>
              <a:ext cx="583408" cy="361599"/>
            </a:xfrm>
            <a:custGeom>
              <a:rect b="b" l="l" r="r" t="t"/>
              <a:pathLst>
                <a:path extrusionOk="0" h="7605" w="12270">
                  <a:moveTo>
                    <a:pt x="6435" y="1"/>
                  </a:moveTo>
                  <a:cubicBezTo>
                    <a:pt x="5038" y="1"/>
                    <a:pt x="0" y="5896"/>
                    <a:pt x="0" y="5896"/>
                  </a:cubicBezTo>
                  <a:cubicBezTo>
                    <a:pt x="0" y="5896"/>
                    <a:pt x="995" y="7466"/>
                    <a:pt x="1474" y="7600"/>
                  </a:cubicBezTo>
                  <a:cubicBezTo>
                    <a:pt x="1481" y="7603"/>
                    <a:pt x="1490" y="7604"/>
                    <a:pt x="1500" y="7604"/>
                  </a:cubicBezTo>
                  <a:cubicBezTo>
                    <a:pt x="2081" y="7604"/>
                    <a:pt x="6450" y="2623"/>
                    <a:pt x="6450" y="2623"/>
                  </a:cubicBezTo>
                  <a:lnTo>
                    <a:pt x="11504" y="7141"/>
                  </a:lnTo>
                  <a:lnTo>
                    <a:pt x="12269" y="5399"/>
                  </a:lnTo>
                  <a:cubicBezTo>
                    <a:pt x="12269" y="5399"/>
                    <a:pt x="7656" y="633"/>
                    <a:pt x="6604" y="39"/>
                  </a:cubicBezTo>
                  <a:cubicBezTo>
                    <a:pt x="6556" y="13"/>
                    <a:pt x="6499" y="1"/>
                    <a:pt x="64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2" name="Google Shape;4012;p45"/>
            <p:cNvGrpSpPr/>
            <p:nvPr/>
          </p:nvGrpSpPr>
          <p:grpSpPr>
            <a:xfrm>
              <a:off x="5931935" y="1852094"/>
              <a:ext cx="1757410" cy="790241"/>
              <a:chOff x="5931935" y="1852094"/>
              <a:chExt cx="1757410" cy="790241"/>
            </a:xfrm>
          </p:grpSpPr>
          <p:sp>
            <p:nvSpPr>
              <p:cNvPr id="4013" name="Google Shape;4013;p45"/>
              <p:cNvSpPr/>
              <p:nvPr/>
            </p:nvSpPr>
            <p:spPr>
              <a:xfrm>
                <a:off x="5931935" y="1984087"/>
                <a:ext cx="114732" cy="658248"/>
              </a:xfrm>
              <a:custGeom>
                <a:rect b="b" l="l" r="r" t="t"/>
                <a:pathLst>
                  <a:path extrusionOk="0" h="13844" w="2413">
                    <a:moveTo>
                      <a:pt x="2260" y="0"/>
                    </a:moveTo>
                    <a:cubicBezTo>
                      <a:pt x="2203" y="0"/>
                      <a:pt x="2163" y="37"/>
                      <a:pt x="2163" y="101"/>
                    </a:cubicBezTo>
                    <a:lnTo>
                      <a:pt x="0" y="13691"/>
                    </a:lnTo>
                    <a:cubicBezTo>
                      <a:pt x="0" y="13767"/>
                      <a:pt x="20" y="13844"/>
                      <a:pt x="115" y="13844"/>
                    </a:cubicBezTo>
                    <a:cubicBezTo>
                      <a:pt x="173" y="13844"/>
                      <a:pt x="211" y="13786"/>
                      <a:pt x="249" y="13748"/>
                    </a:cubicBezTo>
                    <a:lnTo>
                      <a:pt x="2393" y="158"/>
                    </a:lnTo>
                    <a:cubicBezTo>
                      <a:pt x="2412" y="82"/>
                      <a:pt x="2374" y="5"/>
                      <a:pt x="2297" y="5"/>
                    </a:cubicBezTo>
                    <a:cubicBezTo>
                      <a:pt x="2284" y="2"/>
                      <a:pt x="2272" y="0"/>
                      <a:pt x="22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45"/>
              <p:cNvSpPr/>
              <p:nvPr/>
            </p:nvSpPr>
            <p:spPr>
              <a:xfrm>
                <a:off x="6095737" y="1980663"/>
                <a:ext cx="49212" cy="661671"/>
              </a:xfrm>
              <a:custGeom>
                <a:rect b="b" l="l" r="r" t="t"/>
                <a:pathLst>
                  <a:path extrusionOk="0" h="13916" w="1035">
                    <a:moveTo>
                      <a:pt x="920" y="1"/>
                    </a:moveTo>
                    <a:cubicBezTo>
                      <a:pt x="862" y="1"/>
                      <a:pt x="786" y="58"/>
                      <a:pt x="786" y="134"/>
                    </a:cubicBezTo>
                    <a:lnTo>
                      <a:pt x="1" y="13801"/>
                    </a:lnTo>
                    <a:cubicBezTo>
                      <a:pt x="1" y="13839"/>
                      <a:pt x="58" y="13916"/>
                      <a:pt x="116" y="13916"/>
                    </a:cubicBezTo>
                    <a:cubicBezTo>
                      <a:pt x="192" y="13916"/>
                      <a:pt x="250" y="13858"/>
                      <a:pt x="250" y="13801"/>
                    </a:cubicBezTo>
                    <a:lnTo>
                      <a:pt x="1034" y="134"/>
                    </a:lnTo>
                    <a:cubicBezTo>
                      <a:pt x="1034" y="77"/>
                      <a:pt x="977" y="1"/>
                      <a:pt x="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45"/>
              <p:cNvSpPr/>
              <p:nvPr/>
            </p:nvSpPr>
            <p:spPr>
              <a:xfrm>
                <a:off x="6776478" y="1969727"/>
                <a:ext cx="59244" cy="655347"/>
              </a:xfrm>
              <a:custGeom>
                <a:rect b="b" l="l" r="r" t="t"/>
                <a:pathLst>
                  <a:path extrusionOk="0" h="13783" w="1246">
                    <a:moveTo>
                      <a:pt x="116" y="1"/>
                    </a:moveTo>
                    <a:cubicBezTo>
                      <a:pt x="39" y="1"/>
                      <a:pt x="1" y="39"/>
                      <a:pt x="1" y="116"/>
                    </a:cubicBezTo>
                    <a:lnTo>
                      <a:pt x="977" y="13667"/>
                    </a:lnTo>
                    <a:cubicBezTo>
                      <a:pt x="977" y="13725"/>
                      <a:pt x="1015" y="13782"/>
                      <a:pt x="1092" y="13782"/>
                    </a:cubicBezTo>
                    <a:cubicBezTo>
                      <a:pt x="1169" y="13782"/>
                      <a:pt x="1245" y="13744"/>
                      <a:pt x="1207" y="13667"/>
                    </a:cubicBezTo>
                    <a:lnTo>
                      <a:pt x="231" y="116"/>
                    </a:lnTo>
                    <a:cubicBezTo>
                      <a:pt x="231"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45"/>
              <p:cNvSpPr/>
              <p:nvPr/>
            </p:nvSpPr>
            <p:spPr>
              <a:xfrm>
                <a:off x="6670018" y="1980663"/>
                <a:ext cx="20968" cy="643460"/>
              </a:xfrm>
              <a:custGeom>
                <a:rect b="b" l="l" r="r" t="t"/>
                <a:pathLst>
                  <a:path extrusionOk="0" h="13533" w="441">
                    <a:moveTo>
                      <a:pt x="326" y="1"/>
                    </a:moveTo>
                    <a:cubicBezTo>
                      <a:pt x="249" y="1"/>
                      <a:pt x="192" y="58"/>
                      <a:pt x="192" y="134"/>
                    </a:cubicBezTo>
                    <a:lnTo>
                      <a:pt x="1" y="13399"/>
                    </a:lnTo>
                    <a:cubicBezTo>
                      <a:pt x="1" y="13475"/>
                      <a:pt x="58" y="13533"/>
                      <a:pt x="134" y="13533"/>
                    </a:cubicBezTo>
                    <a:cubicBezTo>
                      <a:pt x="192" y="13533"/>
                      <a:pt x="249" y="13475"/>
                      <a:pt x="249" y="13399"/>
                    </a:cubicBezTo>
                    <a:lnTo>
                      <a:pt x="441" y="134"/>
                    </a:lnTo>
                    <a:cubicBezTo>
                      <a:pt x="441" y="58"/>
                      <a:pt x="383" y="1"/>
                      <a:pt x="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45"/>
              <p:cNvSpPr/>
              <p:nvPr/>
            </p:nvSpPr>
            <p:spPr>
              <a:xfrm>
                <a:off x="6504362" y="2381112"/>
                <a:ext cx="29194" cy="243015"/>
              </a:xfrm>
              <a:custGeom>
                <a:rect b="b" l="l" r="r" t="t"/>
                <a:pathLst>
                  <a:path extrusionOk="0" h="5111" w="614">
                    <a:moveTo>
                      <a:pt x="499" y="0"/>
                    </a:moveTo>
                    <a:cubicBezTo>
                      <a:pt x="460" y="0"/>
                      <a:pt x="384" y="58"/>
                      <a:pt x="384" y="134"/>
                    </a:cubicBezTo>
                    <a:lnTo>
                      <a:pt x="1" y="4977"/>
                    </a:lnTo>
                    <a:cubicBezTo>
                      <a:pt x="1" y="5034"/>
                      <a:pt x="39" y="5111"/>
                      <a:pt x="116" y="5111"/>
                    </a:cubicBezTo>
                    <a:cubicBezTo>
                      <a:pt x="173" y="5111"/>
                      <a:pt x="211" y="5053"/>
                      <a:pt x="231" y="4977"/>
                    </a:cubicBezTo>
                    <a:lnTo>
                      <a:pt x="613" y="134"/>
                    </a:lnTo>
                    <a:cubicBezTo>
                      <a:pt x="613" y="77"/>
                      <a:pt x="575" y="0"/>
                      <a:pt x="4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45"/>
              <p:cNvSpPr/>
              <p:nvPr/>
            </p:nvSpPr>
            <p:spPr>
              <a:xfrm>
                <a:off x="6346931" y="2382015"/>
                <a:ext cx="31904" cy="239402"/>
              </a:xfrm>
              <a:custGeom>
                <a:rect b="b" l="l" r="r" t="t"/>
                <a:pathLst>
                  <a:path extrusionOk="0" h="5035" w="671">
                    <a:moveTo>
                      <a:pt x="556" y="1"/>
                    </a:moveTo>
                    <a:cubicBezTo>
                      <a:pt x="517" y="1"/>
                      <a:pt x="441" y="39"/>
                      <a:pt x="441" y="115"/>
                    </a:cubicBezTo>
                    <a:lnTo>
                      <a:pt x="1" y="4920"/>
                    </a:lnTo>
                    <a:cubicBezTo>
                      <a:pt x="1" y="4977"/>
                      <a:pt x="58" y="5034"/>
                      <a:pt x="135" y="5034"/>
                    </a:cubicBezTo>
                    <a:cubicBezTo>
                      <a:pt x="192" y="5034"/>
                      <a:pt x="249" y="4996"/>
                      <a:pt x="249" y="4920"/>
                    </a:cubicBezTo>
                    <a:lnTo>
                      <a:pt x="671" y="115"/>
                    </a:lnTo>
                    <a:cubicBezTo>
                      <a:pt x="671" y="58"/>
                      <a:pt x="632" y="1"/>
                      <a:pt x="5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45"/>
              <p:cNvSpPr/>
              <p:nvPr/>
            </p:nvSpPr>
            <p:spPr>
              <a:xfrm>
                <a:off x="6218600" y="2376880"/>
                <a:ext cx="35566" cy="252715"/>
              </a:xfrm>
              <a:custGeom>
                <a:rect b="b" l="l" r="r" t="t"/>
                <a:pathLst>
                  <a:path extrusionOk="0" h="5315" w="748">
                    <a:moveTo>
                      <a:pt x="583" y="0"/>
                    </a:moveTo>
                    <a:cubicBezTo>
                      <a:pt x="544" y="0"/>
                      <a:pt x="498" y="45"/>
                      <a:pt x="498" y="89"/>
                    </a:cubicBezTo>
                    <a:lnTo>
                      <a:pt x="1" y="5200"/>
                    </a:lnTo>
                    <a:cubicBezTo>
                      <a:pt x="1" y="5238"/>
                      <a:pt x="39" y="5315"/>
                      <a:pt x="116" y="5315"/>
                    </a:cubicBezTo>
                    <a:cubicBezTo>
                      <a:pt x="173" y="5315"/>
                      <a:pt x="230" y="5276"/>
                      <a:pt x="211" y="5219"/>
                    </a:cubicBezTo>
                    <a:lnTo>
                      <a:pt x="709" y="128"/>
                    </a:lnTo>
                    <a:cubicBezTo>
                      <a:pt x="747" y="70"/>
                      <a:pt x="690" y="13"/>
                      <a:pt x="613" y="13"/>
                    </a:cubicBezTo>
                    <a:cubicBezTo>
                      <a:pt x="605" y="4"/>
                      <a:pt x="594" y="0"/>
                      <a:pt x="5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45"/>
              <p:cNvSpPr/>
              <p:nvPr/>
            </p:nvSpPr>
            <p:spPr>
              <a:xfrm>
                <a:off x="6886598" y="1977953"/>
                <a:ext cx="83779" cy="638896"/>
              </a:xfrm>
              <a:custGeom>
                <a:rect b="b" l="l" r="r" t="t"/>
                <a:pathLst>
                  <a:path extrusionOk="0" h="13437" w="1762">
                    <a:moveTo>
                      <a:pt x="97" y="0"/>
                    </a:moveTo>
                    <a:cubicBezTo>
                      <a:pt x="39" y="19"/>
                      <a:pt x="1" y="77"/>
                      <a:pt x="1" y="134"/>
                    </a:cubicBezTo>
                    <a:lnTo>
                      <a:pt x="1532" y="13341"/>
                    </a:lnTo>
                    <a:cubicBezTo>
                      <a:pt x="1532" y="13398"/>
                      <a:pt x="1570" y="13437"/>
                      <a:pt x="1647" y="13437"/>
                    </a:cubicBezTo>
                    <a:cubicBezTo>
                      <a:pt x="1724" y="13437"/>
                      <a:pt x="1762" y="13398"/>
                      <a:pt x="1762" y="13303"/>
                    </a:cubicBezTo>
                    <a:lnTo>
                      <a:pt x="231" y="96"/>
                    </a:lnTo>
                    <a:cubicBezTo>
                      <a:pt x="212" y="38"/>
                      <a:pt x="173" y="0"/>
                      <a:pt x="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45"/>
              <p:cNvSpPr/>
              <p:nvPr/>
            </p:nvSpPr>
            <p:spPr>
              <a:xfrm>
                <a:off x="7068658" y="2341980"/>
                <a:ext cx="47357" cy="274872"/>
              </a:xfrm>
              <a:custGeom>
                <a:rect b="b" l="l" r="r" t="t"/>
                <a:pathLst>
                  <a:path extrusionOk="0" h="5781" w="996">
                    <a:moveTo>
                      <a:pt x="96" y="0"/>
                    </a:moveTo>
                    <a:cubicBezTo>
                      <a:pt x="38" y="19"/>
                      <a:pt x="0" y="77"/>
                      <a:pt x="0" y="134"/>
                    </a:cubicBezTo>
                    <a:lnTo>
                      <a:pt x="766" y="5685"/>
                    </a:lnTo>
                    <a:cubicBezTo>
                      <a:pt x="766" y="5742"/>
                      <a:pt x="842" y="5781"/>
                      <a:pt x="881" y="5781"/>
                    </a:cubicBezTo>
                    <a:cubicBezTo>
                      <a:pt x="957" y="5781"/>
                      <a:pt x="995" y="5742"/>
                      <a:pt x="995" y="5647"/>
                    </a:cubicBezTo>
                    <a:lnTo>
                      <a:pt x="230" y="96"/>
                    </a:lnTo>
                    <a:cubicBezTo>
                      <a:pt x="211" y="39"/>
                      <a:pt x="172"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45"/>
              <p:cNvSpPr/>
              <p:nvPr/>
            </p:nvSpPr>
            <p:spPr>
              <a:xfrm>
                <a:off x="7223331" y="2348351"/>
                <a:ext cx="53776" cy="266694"/>
              </a:xfrm>
              <a:custGeom>
                <a:rect b="b" l="l" r="r" t="t"/>
                <a:pathLst>
                  <a:path extrusionOk="0" h="5609" w="1131">
                    <a:moveTo>
                      <a:pt x="97" y="0"/>
                    </a:moveTo>
                    <a:cubicBezTo>
                      <a:pt x="20" y="39"/>
                      <a:pt x="1" y="77"/>
                      <a:pt x="1" y="153"/>
                    </a:cubicBezTo>
                    <a:lnTo>
                      <a:pt x="881" y="5513"/>
                    </a:lnTo>
                    <a:cubicBezTo>
                      <a:pt x="881" y="5551"/>
                      <a:pt x="958" y="5608"/>
                      <a:pt x="996" y="5608"/>
                    </a:cubicBezTo>
                    <a:cubicBezTo>
                      <a:pt x="1073" y="5589"/>
                      <a:pt x="1130" y="5532"/>
                      <a:pt x="1130" y="5455"/>
                    </a:cubicBezTo>
                    <a:lnTo>
                      <a:pt x="231" y="96"/>
                    </a:lnTo>
                    <a:cubicBezTo>
                      <a:pt x="212" y="39"/>
                      <a:pt x="173" y="0"/>
                      <a:pt x="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45"/>
              <p:cNvSpPr/>
              <p:nvPr/>
            </p:nvSpPr>
            <p:spPr>
              <a:xfrm>
                <a:off x="7451798" y="2069625"/>
                <a:ext cx="113781" cy="536336"/>
              </a:xfrm>
              <a:custGeom>
                <a:rect b="b" l="l" r="r" t="t"/>
                <a:pathLst>
                  <a:path extrusionOk="0" h="11280" w="2393">
                    <a:moveTo>
                      <a:pt x="151" y="0"/>
                    </a:moveTo>
                    <a:cubicBezTo>
                      <a:pt x="140" y="0"/>
                      <a:pt x="128" y="2"/>
                      <a:pt x="115" y="5"/>
                    </a:cubicBezTo>
                    <a:cubicBezTo>
                      <a:pt x="58" y="24"/>
                      <a:pt x="0" y="82"/>
                      <a:pt x="19" y="158"/>
                    </a:cubicBezTo>
                    <a:lnTo>
                      <a:pt x="2125" y="11183"/>
                    </a:lnTo>
                    <a:cubicBezTo>
                      <a:pt x="2163" y="11222"/>
                      <a:pt x="2201" y="11279"/>
                      <a:pt x="2259" y="11279"/>
                    </a:cubicBezTo>
                    <a:cubicBezTo>
                      <a:pt x="2335" y="11260"/>
                      <a:pt x="2393" y="11203"/>
                      <a:pt x="2374" y="11126"/>
                    </a:cubicBezTo>
                    <a:lnTo>
                      <a:pt x="268" y="101"/>
                    </a:lnTo>
                    <a:cubicBezTo>
                      <a:pt x="237" y="38"/>
                      <a:pt x="205" y="0"/>
                      <a:pt x="1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45"/>
              <p:cNvSpPr/>
              <p:nvPr/>
            </p:nvSpPr>
            <p:spPr>
              <a:xfrm>
                <a:off x="7369873" y="2354152"/>
                <a:ext cx="77407" cy="260893"/>
              </a:xfrm>
              <a:custGeom>
                <a:rect b="b" l="l" r="r" t="t"/>
                <a:pathLst>
                  <a:path extrusionOk="0" h="5487" w="1628">
                    <a:moveTo>
                      <a:pt x="161" y="0"/>
                    </a:moveTo>
                    <a:cubicBezTo>
                      <a:pt x="147" y="0"/>
                      <a:pt x="132" y="4"/>
                      <a:pt x="115" y="12"/>
                    </a:cubicBezTo>
                    <a:cubicBezTo>
                      <a:pt x="58" y="31"/>
                      <a:pt x="1" y="70"/>
                      <a:pt x="20" y="146"/>
                    </a:cubicBezTo>
                    <a:lnTo>
                      <a:pt x="1360" y="5391"/>
                    </a:lnTo>
                    <a:cubicBezTo>
                      <a:pt x="1398" y="5429"/>
                      <a:pt x="1436" y="5486"/>
                      <a:pt x="1494" y="5486"/>
                    </a:cubicBezTo>
                    <a:lnTo>
                      <a:pt x="1513" y="5486"/>
                    </a:lnTo>
                    <a:cubicBezTo>
                      <a:pt x="1589" y="5467"/>
                      <a:pt x="1628" y="5410"/>
                      <a:pt x="1608" y="5333"/>
                    </a:cubicBezTo>
                    <a:lnTo>
                      <a:pt x="269" y="108"/>
                    </a:lnTo>
                    <a:cubicBezTo>
                      <a:pt x="239" y="48"/>
                      <a:pt x="209" y="0"/>
                      <a:pt x="1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45"/>
              <p:cNvSpPr/>
              <p:nvPr/>
            </p:nvSpPr>
            <p:spPr>
              <a:xfrm>
                <a:off x="6182226" y="2261862"/>
                <a:ext cx="486031" cy="127475"/>
              </a:xfrm>
              <a:custGeom>
                <a:rect b="b" l="l" r="r" t="t"/>
                <a:pathLst>
                  <a:path extrusionOk="0" h="2681" w="10222">
                    <a:moveTo>
                      <a:pt x="326" y="250"/>
                    </a:moveTo>
                    <a:lnTo>
                      <a:pt x="10011" y="326"/>
                    </a:lnTo>
                    <a:lnTo>
                      <a:pt x="9858" y="2432"/>
                    </a:lnTo>
                    <a:lnTo>
                      <a:pt x="268" y="2355"/>
                    </a:lnTo>
                    <a:lnTo>
                      <a:pt x="326" y="250"/>
                    </a:lnTo>
                    <a:close/>
                    <a:moveTo>
                      <a:pt x="192" y="1"/>
                    </a:moveTo>
                    <a:cubicBezTo>
                      <a:pt x="115" y="39"/>
                      <a:pt x="77" y="58"/>
                      <a:pt x="77" y="135"/>
                    </a:cubicBezTo>
                    <a:lnTo>
                      <a:pt x="0" y="2470"/>
                    </a:lnTo>
                    <a:cubicBezTo>
                      <a:pt x="0" y="2528"/>
                      <a:pt x="0" y="2547"/>
                      <a:pt x="19" y="2566"/>
                    </a:cubicBezTo>
                    <a:cubicBezTo>
                      <a:pt x="38" y="2585"/>
                      <a:pt x="96" y="2623"/>
                      <a:pt x="115" y="2623"/>
                    </a:cubicBezTo>
                    <a:lnTo>
                      <a:pt x="9953" y="2681"/>
                    </a:lnTo>
                    <a:cubicBezTo>
                      <a:pt x="10030" y="2681"/>
                      <a:pt x="10068" y="2642"/>
                      <a:pt x="10068" y="2566"/>
                    </a:cubicBezTo>
                    <a:lnTo>
                      <a:pt x="10221" y="231"/>
                    </a:lnTo>
                    <a:cubicBezTo>
                      <a:pt x="10221" y="173"/>
                      <a:pt x="10221" y="154"/>
                      <a:pt x="10202" y="135"/>
                    </a:cubicBezTo>
                    <a:cubicBezTo>
                      <a:pt x="10164" y="97"/>
                      <a:pt x="10126" y="78"/>
                      <a:pt x="10106" y="78"/>
                    </a:cubicBezTo>
                    <a:lnTo>
                      <a:pt x="19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45"/>
              <p:cNvSpPr/>
              <p:nvPr/>
            </p:nvSpPr>
            <p:spPr>
              <a:xfrm>
                <a:off x="6190404" y="2264144"/>
                <a:ext cx="472384" cy="125193"/>
              </a:xfrm>
              <a:custGeom>
                <a:rect b="b" l="l" r="r" t="t"/>
                <a:pathLst>
                  <a:path extrusionOk="0" h="2633" w="9935">
                    <a:moveTo>
                      <a:pt x="2779" y="0"/>
                    </a:moveTo>
                    <a:cubicBezTo>
                      <a:pt x="2713" y="0"/>
                      <a:pt x="2645" y="24"/>
                      <a:pt x="2584" y="49"/>
                    </a:cubicBezTo>
                    <a:cubicBezTo>
                      <a:pt x="2240" y="221"/>
                      <a:pt x="2029" y="967"/>
                      <a:pt x="1914" y="1503"/>
                    </a:cubicBezTo>
                    <a:cubicBezTo>
                      <a:pt x="1780" y="891"/>
                      <a:pt x="1551" y="125"/>
                      <a:pt x="1168" y="49"/>
                    </a:cubicBezTo>
                    <a:cubicBezTo>
                      <a:pt x="1154" y="46"/>
                      <a:pt x="1139" y="45"/>
                      <a:pt x="1125" y="45"/>
                    </a:cubicBezTo>
                    <a:cubicBezTo>
                      <a:pt x="588" y="45"/>
                      <a:pt x="131" y="1766"/>
                      <a:pt x="0" y="2307"/>
                    </a:cubicBezTo>
                    <a:cubicBezTo>
                      <a:pt x="0" y="2365"/>
                      <a:pt x="20" y="2422"/>
                      <a:pt x="96" y="2441"/>
                    </a:cubicBezTo>
                    <a:cubicBezTo>
                      <a:pt x="154" y="2441"/>
                      <a:pt x="211" y="2422"/>
                      <a:pt x="230" y="2346"/>
                    </a:cubicBezTo>
                    <a:cubicBezTo>
                      <a:pt x="473" y="1375"/>
                      <a:pt x="879" y="295"/>
                      <a:pt x="1130" y="295"/>
                    </a:cubicBezTo>
                    <a:cubicBezTo>
                      <a:pt x="1136" y="295"/>
                      <a:pt x="1143" y="296"/>
                      <a:pt x="1149" y="297"/>
                    </a:cubicBezTo>
                    <a:cubicBezTo>
                      <a:pt x="1398" y="336"/>
                      <a:pt x="1685" y="1312"/>
                      <a:pt x="1819" y="2212"/>
                    </a:cubicBezTo>
                    <a:cubicBezTo>
                      <a:pt x="1819" y="2250"/>
                      <a:pt x="1876" y="2307"/>
                      <a:pt x="1934" y="2307"/>
                    </a:cubicBezTo>
                    <a:cubicBezTo>
                      <a:pt x="1972" y="2307"/>
                      <a:pt x="2048" y="2250"/>
                      <a:pt x="2048" y="2212"/>
                    </a:cubicBezTo>
                    <a:cubicBezTo>
                      <a:pt x="2144" y="1542"/>
                      <a:pt x="2412" y="431"/>
                      <a:pt x="2718" y="259"/>
                    </a:cubicBezTo>
                    <a:cubicBezTo>
                      <a:pt x="2728" y="250"/>
                      <a:pt x="2747" y="245"/>
                      <a:pt x="2766" y="245"/>
                    </a:cubicBezTo>
                    <a:cubicBezTo>
                      <a:pt x="2785" y="245"/>
                      <a:pt x="2805" y="250"/>
                      <a:pt x="2814" y="259"/>
                    </a:cubicBezTo>
                    <a:cubicBezTo>
                      <a:pt x="3197" y="431"/>
                      <a:pt x="3407" y="1542"/>
                      <a:pt x="3465" y="2212"/>
                    </a:cubicBezTo>
                    <a:cubicBezTo>
                      <a:pt x="3465" y="2269"/>
                      <a:pt x="3503" y="2326"/>
                      <a:pt x="3580" y="2326"/>
                    </a:cubicBezTo>
                    <a:cubicBezTo>
                      <a:pt x="3637" y="2326"/>
                      <a:pt x="3695" y="2269"/>
                      <a:pt x="3695" y="2231"/>
                    </a:cubicBezTo>
                    <a:cubicBezTo>
                      <a:pt x="3790" y="1771"/>
                      <a:pt x="4077" y="585"/>
                      <a:pt x="4441" y="336"/>
                    </a:cubicBezTo>
                    <a:cubicBezTo>
                      <a:pt x="4498" y="317"/>
                      <a:pt x="4537" y="317"/>
                      <a:pt x="4556" y="317"/>
                    </a:cubicBezTo>
                    <a:cubicBezTo>
                      <a:pt x="4920" y="393"/>
                      <a:pt x="5168" y="1484"/>
                      <a:pt x="5226" y="2250"/>
                    </a:cubicBezTo>
                    <a:cubicBezTo>
                      <a:pt x="5226" y="2326"/>
                      <a:pt x="5283" y="2384"/>
                      <a:pt x="5321" y="2384"/>
                    </a:cubicBezTo>
                    <a:cubicBezTo>
                      <a:pt x="5379" y="2384"/>
                      <a:pt x="5417" y="2326"/>
                      <a:pt x="5455" y="2288"/>
                    </a:cubicBezTo>
                    <a:cubicBezTo>
                      <a:pt x="5697" y="1358"/>
                      <a:pt x="6157" y="391"/>
                      <a:pt x="6410" y="391"/>
                    </a:cubicBezTo>
                    <a:cubicBezTo>
                      <a:pt x="6418" y="391"/>
                      <a:pt x="6425" y="392"/>
                      <a:pt x="6432" y="393"/>
                    </a:cubicBezTo>
                    <a:cubicBezTo>
                      <a:pt x="6719" y="470"/>
                      <a:pt x="6929" y="1580"/>
                      <a:pt x="6987" y="2326"/>
                    </a:cubicBezTo>
                    <a:cubicBezTo>
                      <a:pt x="6987" y="2403"/>
                      <a:pt x="7025" y="2441"/>
                      <a:pt x="7102" y="2441"/>
                    </a:cubicBezTo>
                    <a:cubicBezTo>
                      <a:pt x="7178" y="2441"/>
                      <a:pt x="7216" y="2422"/>
                      <a:pt x="7216" y="2346"/>
                    </a:cubicBezTo>
                    <a:cubicBezTo>
                      <a:pt x="7331" y="1676"/>
                      <a:pt x="7599" y="585"/>
                      <a:pt x="7867" y="412"/>
                    </a:cubicBezTo>
                    <a:cubicBezTo>
                      <a:pt x="7925" y="393"/>
                      <a:pt x="7925" y="393"/>
                      <a:pt x="7944" y="393"/>
                    </a:cubicBezTo>
                    <a:cubicBezTo>
                      <a:pt x="8212" y="470"/>
                      <a:pt x="8365" y="1484"/>
                      <a:pt x="8365" y="2403"/>
                    </a:cubicBezTo>
                    <a:cubicBezTo>
                      <a:pt x="8365" y="2480"/>
                      <a:pt x="8422" y="2518"/>
                      <a:pt x="8499" y="2518"/>
                    </a:cubicBezTo>
                    <a:cubicBezTo>
                      <a:pt x="8556" y="2518"/>
                      <a:pt x="8614" y="2480"/>
                      <a:pt x="8614" y="2403"/>
                    </a:cubicBezTo>
                    <a:cubicBezTo>
                      <a:pt x="8652" y="1465"/>
                      <a:pt x="8882" y="470"/>
                      <a:pt x="9111" y="431"/>
                    </a:cubicBezTo>
                    <a:cubicBezTo>
                      <a:pt x="9322" y="431"/>
                      <a:pt x="9571" y="1388"/>
                      <a:pt x="9666" y="2518"/>
                    </a:cubicBezTo>
                    <a:cubicBezTo>
                      <a:pt x="9666" y="2594"/>
                      <a:pt x="9705" y="2633"/>
                      <a:pt x="9781" y="2633"/>
                    </a:cubicBezTo>
                    <a:cubicBezTo>
                      <a:pt x="9858" y="2613"/>
                      <a:pt x="9934" y="2575"/>
                      <a:pt x="9858" y="2441"/>
                    </a:cubicBezTo>
                    <a:cubicBezTo>
                      <a:pt x="9801" y="1889"/>
                      <a:pt x="9630" y="144"/>
                      <a:pt x="9044" y="144"/>
                    </a:cubicBezTo>
                    <a:cubicBezTo>
                      <a:pt x="9041" y="144"/>
                      <a:pt x="9038" y="144"/>
                      <a:pt x="9035" y="144"/>
                    </a:cubicBezTo>
                    <a:cubicBezTo>
                      <a:pt x="8748" y="163"/>
                      <a:pt x="8575" y="623"/>
                      <a:pt x="8461" y="1121"/>
                    </a:cubicBezTo>
                    <a:cubicBezTo>
                      <a:pt x="8403" y="642"/>
                      <a:pt x="8250" y="163"/>
                      <a:pt x="7963" y="106"/>
                    </a:cubicBezTo>
                    <a:cubicBezTo>
                      <a:pt x="7935" y="95"/>
                      <a:pt x="7907" y="90"/>
                      <a:pt x="7879" y="90"/>
                    </a:cubicBezTo>
                    <a:cubicBezTo>
                      <a:pt x="7813" y="90"/>
                      <a:pt x="7749" y="117"/>
                      <a:pt x="7695" y="144"/>
                    </a:cubicBezTo>
                    <a:cubicBezTo>
                      <a:pt x="7446" y="317"/>
                      <a:pt x="7216" y="967"/>
                      <a:pt x="7102" y="1484"/>
                    </a:cubicBezTo>
                    <a:cubicBezTo>
                      <a:pt x="7006" y="891"/>
                      <a:pt x="6814" y="163"/>
                      <a:pt x="6451" y="106"/>
                    </a:cubicBezTo>
                    <a:cubicBezTo>
                      <a:pt x="6431" y="102"/>
                      <a:pt x="6411" y="99"/>
                      <a:pt x="6392" y="99"/>
                    </a:cubicBezTo>
                    <a:cubicBezTo>
                      <a:pt x="5989" y="99"/>
                      <a:pt x="5579" y="1000"/>
                      <a:pt x="5360" y="1656"/>
                    </a:cubicBezTo>
                    <a:cubicBezTo>
                      <a:pt x="5264" y="1025"/>
                      <a:pt x="5054" y="144"/>
                      <a:pt x="4575" y="49"/>
                    </a:cubicBezTo>
                    <a:cubicBezTo>
                      <a:pt x="4543" y="44"/>
                      <a:pt x="4514" y="42"/>
                      <a:pt x="4486" y="42"/>
                    </a:cubicBezTo>
                    <a:cubicBezTo>
                      <a:pt x="4396" y="42"/>
                      <a:pt x="4323" y="67"/>
                      <a:pt x="4250" y="125"/>
                    </a:cubicBezTo>
                    <a:cubicBezTo>
                      <a:pt x="3943" y="336"/>
                      <a:pt x="3733" y="987"/>
                      <a:pt x="3580" y="1484"/>
                    </a:cubicBezTo>
                    <a:cubicBezTo>
                      <a:pt x="3484" y="910"/>
                      <a:pt x="3293" y="202"/>
                      <a:pt x="2891" y="30"/>
                    </a:cubicBezTo>
                    <a:cubicBezTo>
                      <a:pt x="2855" y="8"/>
                      <a:pt x="2818" y="0"/>
                      <a:pt x="27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45"/>
              <p:cNvSpPr/>
              <p:nvPr/>
            </p:nvSpPr>
            <p:spPr>
              <a:xfrm>
                <a:off x="6964909" y="2231859"/>
                <a:ext cx="486031" cy="127427"/>
              </a:xfrm>
              <a:custGeom>
                <a:rect b="b" l="l" r="r" t="t"/>
                <a:pathLst>
                  <a:path extrusionOk="0" h="2680" w="10222">
                    <a:moveTo>
                      <a:pt x="345" y="249"/>
                    </a:moveTo>
                    <a:lnTo>
                      <a:pt x="10011" y="326"/>
                    </a:lnTo>
                    <a:lnTo>
                      <a:pt x="9857" y="2431"/>
                    </a:lnTo>
                    <a:lnTo>
                      <a:pt x="268" y="2355"/>
                    </a:lnTo>
                    <a:lnTo>
                      <a:pt x="345" y="249"/>
                    </a:lnTo>
                    <a:close/>
                    <a:moveTo>
                      <a:pt x="191" y="0"/>
                    </a:moveTo>
                    <a:cubicBezTo>
                      <a:pt x="115" y="0"/>
                      <a:pt x="77" y="39"/>
                      <a:pt x="77" y="115"/>
                    </a:cubicBezTo>
                    <a:lnTo>
                      <a:pt x="0" y="2450"/>
                    </a:lnTo>
                    <a:cubicBezTo>
                      <a:pt x="0" y="2508"/>
                      <a:pt x="0" y="2527"/>
                      <a:pt x="19" y="2546"/>
                    </a:cubicBezTo>
                    <a:cubicBezTo>
                      <a:pt x="38" y="2584"/>
                      <a:pt x="96" y="2603"/>
                      <a:pt x="115" y="2603"/>
                    </a:cubicBezTo>
                    <a:lnTo>
                      <a:pt x="9953" y="2680"/>
                    </a:lnTo>
                    <a:cubicBezTo>
                      <a:pt x="10030" y="2680"/>
                      <a:pt x="10068" y="2623"/>
                      <a:pt x="10068" y="2546"/>
                    </a:cubicBezTo>
                    <a:lnTo>
                      <a:pt x="10221" y="211"/>
                    </a:lnTo>
                    <a:cubicBezTo>
                      <a:pt x="10221" y="153"/>
                      <a:pt x="10221" y="134"/>
                      <a:pt x="10183" y="115"/>
                    </a:cubicBezTo>
                    <a:cubicBezTo>
                      <a:pt x="10164" y="96"/>
                      <a:pt x="10125" y="58"/>
                      <a:pt x="10106" y="58"/>
                    </a:cubicBezTo>
                    <a:lnTo>
                      <a:pt x="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45"/>
              <p:cNvSpPr/>
              <p:nvPr/>
            </p:nvSpPr>
            <p:spPr>
              <a:xfrm>
                <a:off x="6973087" y="2233571"/>
                <a:ext cx="470578" cy="125716"/>
              </a:xfrm>
              <a:custGeom>
                <a:rect b="b" l="l" r="r" t="t"/>
                <a:pathLst>
                  <a:path extrusionOk="0" h="2644" w="9897">
                    <a:moveTo>
                      <a:pt x="2775" y="1"/>
                    </a:moveTo>
                    <a:cubicBezTo>
                      <a:pt x="2710" y="1"/>
                      <a:pt x="2643" y="17"/>
                      <a:pt x="2584" y="41"/>
                    </a:cubicBezTo>
                    <a:cubicBezTo>
                      <a:pt x="2240" y="213"/>
                      <a:pt x="2029" y="960"/>
                      <a:pt x="1914" y="1515"/>
                    </a:cubicBezTo>
                    <a:cubicBezTo>
                      <a:pt x="1780" y="883"/>
                      <a:pt x="1551" y="117"/>
                      <a:pt x="1168" y="41"/>
                    </a:cubicBezTo>
                    <a:cubicBezTo>
                      <a:pt x="1154" y="38"/>
                      <a:pt x="1139" y="37"/>
                      <a:pt x="1125" y="37"/>
                    </a:cubicBezTo>
                    <a:cubicBezTo>
                      <a:pt x="588" y="37"/>
                      <a:pt x="131" y="1759"/>
                      <a:pt x="0" y="2299"/>
                    </a:cubicBezTo>
                    <a:cubicBezTo>
                      <a:pt x="0" y="2376"/>
                      <a:pt x="19" y="2414"/>
                      <a:pt x="96" y="2433"/>
                    </a:cubicBezTo>
                    <a:cubicBezTo>
                      <a:pt x="153" y="2433"/>
                      <a:pt x="211" y="2414"/>
                      <a:pt x="230" y="2338"/>
                    </a:cubicBezTo>
                    <a:cubicBezTo>
                      <a:pt x="473" y="1367"/>
                      <a:pt x="879" y="288"/>
                      <a:pt x="1130" y="288"/>
                    </a:cubicBezTo>
                    <a:cubicBezTo>
                      <a:pt x="1136" y="288"/>
                      <a:pt x="1143" y="288"/>
                      <a:pt x="1149" y="290"/>
                    </a:cubicBezTo>
                    <a:cubicBezTo>
                      <a:pt x="1398" y="328"/>
                      <a:pt x="1685" y="1323"/>
                      <a:pt x="1819" y="2204"/>
                    </a:cubicBezTo>
                    <a:cubicBezTo>
                      <a:pt x="1819" y="2242"/>
                      <a:pt x="1876" y="2299"/>
                      <a:pt x="1934" y="2299"/>
                    </a:cubicBezTo>
                    <a:cubicBezTo>
                      <a:pt x="2010" y="2299"/>
                      <a:pt x="2048" y="2242"/>
                      <a:pt x="2048" y="2204"/>
                    </a:cubicBezTo>
                    <a:cubicBezTo>
                      <a:pt x="2144" y="1553"/>
                      <a:pt x="2412" y="424"/>
                      <a:pt x="2718" y="271"/>
                    </a:cubicBezTo>
                    <a:cubicBezTo>
                      <a:pt x="2728" y="251"/>
                      <a:pt x="2747" y="242"/>
                      <a:pt x="2766" y="242"/>
                    </a:cubicBezTo>
                    <a:cubicBezTo>
                      <a:pt x="2785" y="242"/>
                      <a:pt x="2804" y="251"/>
                      <a:pt x="2814" y="271"/>
                    </a:cubicBezTo>
                    <a:cubicBezTo>
                      <a:pt x="3197" y="424"/>
                      <a:pt x="3407" y="1534"/>
                      <a:pt x="3465" y="2204"/>
                    </a:cubicBezTo>
                    <a:cubicBezTo>
                      <a:pt x="3465" y="2280"/>
                      <a:pt x="3503" y="2319"/>
                      <a:pt x="3580" y="2319"/>
                    </a:cubicBezTo>
                    <a:cubicBezTo>
                      <a:pt x="3637" y="2319"/>
                      <a:pt x="3694" y="2280"/>
                      <a:pt x="3694" y="2223"/>
                    </a:cubicBezTo>
                    <a:cubicBezTo>
                      <a:pt x="3790" y="1783"/>
                      <a:pt x="4077" y="577"/>
                      <a:pt x="4441" y="347"/>
                    </a:cubicBezTo>
                    <a:cubicBezTo>
                      <a:pt x="4498" y="309"/>
                      <a:pt x="4537" y="309"/>
                      <a:pt x="4556" y="309"/>
                    </a:cubicBezTo>
                    <a:cubicBezTo>
                      <a:pt x="4919" y="385"/>
                      <a:pt x="5168" y="1496"/>
                      <a:pt x="5226" y="2261"/>
                    </a:cubicBezTo>
                    <a:cubicBezTo>
                      <a:pt x="5226" y="2319"/>
                      <a:pt x="5283" y="2376"/>
                      <a:pt x="5321" y="2376"/>
                    </a:cubicBezTo>
                    <a:cubicBezTo>
                      <a:pt x="5379" y="2376"/>
                      <a:pt x="5417" y="2319"/>
                      <a:pt x="5455" y="2280"/>
                    </a:cubicBezTo>
                    <a:cubicBezTo>
                      <a:pt x="5699" y="1342"/>
                      <a:pt x="6165" y="384"/>
                      <a:pt x="6417" y="384"/>
                    </a:cubicBezTo>
                    <a:cubicBezTo>
                      <a:pt x="6422" y="384"/>
                      <a:pt x="6427" y="385"/>
                      <a:pt x="6432" y="385"/>
                    </a:cubicBezTo>
                    <a:cubicBezTo>
                      <a:pt x="6719" y="462"/>
                      <a:pt x="6929" y="1591"/>
                      <a:pt x="6987" y="2319"/>
                    </a:cubicBezTo>
                    <a:cubicBezTo>
                      <a:pt x="6987" y="2395"/>
                      <a:pt x="7025" y="2453"/>
                      <a:pt x="7101" y="2453"/>
                    </a:cubicBezTo>
                    <a:cubicBezTo>
                      <a:pt x="7178" y="2453"/>
                      <a:pt x="7216" y="2414"/>
                      <a:pt x="7216" y="2357"/>
                    </a:cubicBezTo>
                    <a:cubicBezTo>
                      <a:pt x="7331" y="1687"/>
                      <a:pt x="7599" y="577"/>
                      <a:pt x="7867" y="405"/>
                    </a:cubicBezTo>
                    <a:cubicBezTo>
                      <a:pt x="7905" y="385"/>
                      <a:pt x="7905" y="385"/>
                      <a:pt x="7944" y="385"/>
                    </a:cubicBezTo>
                    <a:cubicBezTo>
                      <a:pt x="8192" y="462"/>
                      <a:pt x="8365" y="1496"/>
                      <a:pt x="8365" y="2395"/>
                    </a:cubicBezTo>
                    <a:cubicBezTo>
                      <a:pt x="8365" y="2472"/>
                      <a:pt x="8422" y="2510"/>
                      <a:pt x="8480" y="2510"/>
                    </a:cubicBezTo>
                    <a:cubicBezTo>
                      <a:pt x="8537" y="2510"/>
                      <a:pt x="8614" y="2472"/>
                      <a:pt x="8614" y="2395"/>
                    </a:cubicBezTo>
                    <a:cubicBezTo>
                      <a:pt x="8652" y="1457"/>
                      <a:pt x="8862" y="462"/>
                      <a:pt x="9111" y="443"/>
                    </a:cubicBezTo>
                    <a:cubicBezTo>
                      <a:pt x="9322" y="443"/>
                      <a:pt x="9571" y="1400"/>
                      <a:pt x="9666" y="2510"/>
                    </a:cubicBezTo>
                    <a:cubicBezTo>
                      <a:pt x="9666" y="2587"/>
                      <a:pt x="9705" y="2644"/>
                      <a:pt x="9781" y="2644"/>
                    </a:cubicBezTo>
                    <a:cubicBezTo>
                      <a:pt x="9858" y="2644"/>
                      <a:pt x="9896" y="2567"/>
                      <a:pt x="9858" y="2433"/>
                    </a:cubicBezTo>
                    <a:cubicBezTo>
                      <a:pt x="9801" y="1900"/>
                      <a:pt x="9611" y="136"/>
                      <a:pt x="9044" y="136"/>
                    </a:cubicBezTo>
                    <a:cubicBezTo>
                      <a:pt x="9041" y="136"/>
                      <a:pt x="9038" y="136"/>
                      <a:pt x="9035" y="137"/>
                    </a:cubicBezTo>
                    <a:cubicBezTo>
                      <a:pt x="8748" y="175"/>
                      <a:pt x="8575" y="615"/>
                      <a:pt x="8460" y="1132"/>
                    </a:cubicBezTo>
                    <a:cubicBezTo>
                      <a:pt x="8384" y="653"/>
                      <a:pt x="8250" y="175"/>
                      <a:pt x="7963" y="98"/>
                    </a:cubicBezTo>
                    <a:cubicBezTo>
                      <a:pt x="7937" y="93"/>
                      <a:pt x="7912" y="91"/>
                      <a:pt x="7886" y="91"/>
                    </a:cubicBezTo>
                    <a:cubicBezTo>
                      <a:pt x="7817" y="91"/>
                      <a:pt x="7751" y="109"/>
                      <a:pt x="7695" y="137"/>
                    </a:cubicBezTo>
                    <a:cubicBezTo>
                      <a:pt x="7427" y="309"/>
                      <a:pt x="7216" y="960"/>
                      <a:pt x="7101" y="1476"/>
                    </a:cubicBezTo>
                    <a:cubicBezTo>
                      <a:pt x="7006" y="883"/>
                      <a:pt x="6814" y="175"/>
                      <a:pt x="6451" y="98"/>
                    </a:cubicBezTo>
                    <a:cubicBezTo>
                      <a:pt x="6431" y="94"/>
                      <a:pt x="6411" y="92"/>
                      <a:pt x="6391" y="92"/>
                    </a:cubicBezTo>
                    <a:cubicBezTo>
                      <a:pt x="5989" y="92"/>
                      <a:pt x="5579" y="992"/>
                      <a:pt x="5360" y="1649"/>
                    </a:cubicBezTo>
                    <a:cubicBezTo>
                      <a:pt x="5264" y="1036"/>
                      <a:pt x="5034" y="137"/>
                      <a:pt x="4556" y="41"/>
                    </a:cubicBezTo>
                    <a:cubicBezTo>
                      <a:pt x="4529" y="36"/>
                      <a:pt x="4503" y="34"/>
                      <a:pt x="4477" y="34"/>
                    </a:cubicBezTo>
                    <a:cubicBezTo>
                      <a:pt x="4396" y="34"/>
                      <a:pt x="4323" y="59"/>
                      <a:pt x="4250" y="117"/>
                    </a:cubicBezTo>
                    <a:cubicBezTo>
                      <a:pt x="3943" y="328"/>
                      <a:pt x="3733" y="979"/>
                      <a:pt x="3580" y="1476"/>
                    </a:cubicBezTo>
                    <a:cubicBezTo>
                      <a:pt x="3484" y="902"/>
                      <a:pt x="3293" y="194"/>
                      <a:pt x="2891" y="22"/>
                    </a:cubicBezTo>
                    <a:cubicBezTo>
                      <a:pt x="2854" y="7"/>
                      <a:pt x="2815" y="1"/>
                      <a:pt x="27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45"/>
              <p:cNvSpPr/>
              <p:nvPr/>
            </p:nvSpPr>
            <p:spPr>
              <a:xfrm>
                <a:off x="6159451" y="1882810"/>
                <a:ext cx="552454" cy="294462"/>
              </a:xfrm>
              <a:custGeom>
                <a:rect b="b" l="l" r="r" t="t"/>
                <a:pathLst>
                  <a:path extrusionOk="0" h="6193" w="11619">
                    <a:moveTo>
                      <a:pt x="5855" y="1"/>
                    </a:moveTo>
                    <a:cubicBezTo>
                      <a:pt x="5824" y="1"/>
                      <a:pt x="5791" y="10"/>
                      <a:pt x="5762" y="30"/>
                    </a:cubicBezTo>
                    <a:lnTo>
                      <a:pt x="39" y="6001"/>
                    </a:lnTo>
                    <a:cubicBezTo>
                      <a:pt x="1" y="6040"/>
                      <a:pt x="1" y="6116"/>
                      <a:pt x="39" y="6155"/>
                    </a:cubicBezTo>
                    <a:cubicBezTo>
                      <a:pt x="77" y="6193"/>
                      <a:pt x="96" y="6193"/>
                      <a:pt x="115" y="6193"/>
                    </a:cubicBezTo>
                    <a:cubicBezTo>
                      <a:pt x="154" y="6193"/>
                      <a:pt x="192" y="6155"/>
                      <a:pt x="269" y="6155"/>
                    </a:cubicBezTo>
                    <a:lnTo>
                      <a:pt x="5896" y="298"/>
                    </a:lnTo>
                    <a:lnTo>
                      <a:pt x="11447" y="5064"/>
                    </a:lnTo>
                    <a:cubicBezTo>
                      <a:pt x="11463" y="5072"/>
                      <a:pt x="11485" y="5076"/>
                      <a:pt x="11509" y="5076"/>
                    </a:cubicBezTo>
                    <a:cubicBezTo>
                      <a:pt x="11542" y="5076"/>
                      <a:pt x="11577" y="5067"/>
                      <a:pt x="11600" y="5044"/>
                    </a:cubicBezTo>
                    <a:cubicBezTo>
                      <a:pt x="11619" y="4987"/>
                      <a:pt x="11619" y="4910"/>
                      <a:pt x="11581" y="4872"/>
                    </a:cubicBezTo>
                    <a:lnTo>
                      <a:pt x="5934" y="30"/>
                    </a:lnTo>
                    <a:cubicBezTo>
                      <a:pt x="5915" y="10"/>
                      <a:pt x="5886" y="1"/>
                      <a:pt x="58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45"/>
              <p:cNvSpPr/>
              <p:nvPr/>
            </p:nvSpPr>
            <p:spPr>
              <a:xfrm>
                <a:off x="6942134" y="1852094"/>
                <a:ext cx="513323" cy="261511"/>
              </a:xfrm>
              <a:custGeom>
                <a:rect b="b" l="l" r="r" t="t"/>
                <a:pathLst>
                  <a:path extrusionOk="0" h="5500" w="10796">
                    <a:moveTo>
                      <a:pt x="5822" y="1"/>
                    </a:moveTo>
                    <a:cubicBezTo>
                      <a:pt x="5791" y="1"/>
                      <a:pt x="5762" y="15"/>
                      <a:pt x="5743" y="44"/>
                    </a:cubicBezTo>
                    <a:cubicBezTo>
                      <a:pt x="3542" y="2073"/>
                      <a:pt x="249" y="5154"/>
                      <a:pt x="77" y="5269"/>
                    </a:cubicBezTo>
                    <a:cubicBezTo>
                      <a:pt x="20" y="5327"/>
                      <a:pt x="1" y="5403"/>
                      <a:pt x="58" y="5442"/>
                    </a:cubicBezTo>
                    <a:cubicBezTo>
                      <a:pt x="77" y="5461"/>
                      <a:pt x="96" y="5499"/>
                      <a:pt x="154" y="5499"/>
                    </a:cubicBezTo>
                    <a:cubicBezTo>
                      <a:pt x="166" y="5499"/>
                      <a:pt x="179" y="5482"/>
                      <a:pt x="203" y="5482"/>
                    </a:cubicBezTo>
                    <a:cubicBezTo>
                      <a:pt x="215" y="5482"/>
                      <a:pt x="230" y="5486"/>
                      <a:pt x="249" y="5499"/>
                    </a:cubicBezTo>
                    <a:cubicBezTo>
                      <a:pt x="460" y="5346"/>
                      <a:pt x="5035" y="1097"/>
                      <a:pt x="5858" y="293"/>
                    </a:cubicBezTo>
                    <a:lnTo>
                      <a:pt x="10604" y="4351"/>
                    </a:lnTo>
                    <a:cubicBezTo>
                      <a:pt x="10618" y="4358"/>
                      <a:pt x="10638" y="4362"/>
                      <a:pt x="10659" y="4362"/>
                    </a:cubicBezTo>
                    <a:cubicBezTo>
                      <a:pt x="10696" y="4362"/>
                      <a:pt x="10740" y="4349"/>
                      <a:pt x="10777" y="4312"/>
                    </a:cubicBezTo>
                    <a:cubicBezTo>
                      <a:pt x="10796" y="4274"/>
                      <a:pt x="10796" y="4197"/>
                      <a:pt x="10738" y="4159"/>
                    </a:cubicBezTo>
                    <a:lnTo>
                      <a:pt x="5915" y="44"/>
                    </a:lnTo>
                    <a:cubicBezTo>
                      <a:pt x="5886" y="15"/>
                      <a:pt x="5853" y="1"/>
                      <a:pt x="5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45"/>
              <p:cNvSpPr/>
              <p:nvPr/>
            </p:nvSpPr>
            <p:spPr>
              <a:xfrm>
                <a:off x="7526400" y="1980473"/>
                <a:ext cx="162945" cy="627294"/>
              </a:xfrm>
              <a:custGeom>
                <a:rect b="b" l="l" r="r" t="t"/>
                <a:pathLst>
                  <a:path extrusionOk="0" h="13193" w="3427">
                    <a:moveTo>
                      <a:pt x="158" y="1"/>
                    </a:moveTo>
                    <a:cubicBezTo>
                      <a:pt x="150" y="1"/>
                      <a:pt x="142" y="2"/>
                      <a:pt x="135" y="5"/>
                    </a:cubicBezTo>
                    <a:cubicBezTo>
                      <a:pt x="58" y="43"/>
                      <a:pt x="1" y="81"/>
                      <a:pt x="39" y="158"/>
                    </a:cubicBezTo>
                    <a:lnTo>
                      <a:pt x="3159" y="13097"/>
                    </a:lnTo>
                    <a:cubicBezTo>
                      <a:pt x="3197" y="13154"/>
                      <a:pt x="3236" y="13192"/>
                      <a:pt x="3293" y="13192"/>
                    </a:cubicBezTo>
                    <a:lnTo>
                      <a:pt x="3312" y="13192"/>
                    </a:lnTo>
                    <a:cubicBezTo>
                      <a:pt x="3389" y="13173"/>
                      <a:pt x="3427" y="13116"/>
                      <a:pt x="3408" y="13058"/>
                    </a:cubicBezTo>
                    <a:lnTo>
                      <a:pt x="269" y="100"/>
                    </a:lnTo>
                    <a:cubicBezTo>
                      <a:pt x="252" y="50"/>
                      <a:pt x="207" y="1"/>
                      <a:pt x="1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32" name="Google Shape;4032;p45"/>
            <p:cNvSpPr/>
            <p:nvPr/>
          </p:nvSpPr>
          <p:spPr>
            <a:xfrm>
              <a:off x="6486199" y="3320326"/>
              <a:ext cx="13694" cy="127475"/>
            </a:xfrm>
            <a:custGeom>
              <a:rect b="b" l="l" r="r" t="t"/>
              <a:pathLst>
                <a:path extrusionOk="0" h="2681" w="288">
                  <a:moveTo>
                    <a:pt x="153" y="0"/>
                  </a:moveTo>
                  <a:cubicBezTo>
                    <a:pt x="96" y="0"/>
                    <a:pt x="38" y="39"/>
                    <a:pt x="38" y="115"/>
                  </a:cubicBezTo>
                  <a:lnTo>
                    <a:pt x="0" y="2565"/>
                  </a:lnTo>
                  <a:cubicBezTo>
                    <a:pt x="0" y="2623"/>
                    <a:pt x="38" y="2680"/>
                    <a:pt x="115" y="2680"/>
                  </a:cubicBezTo>
                  <a:cubicBezTo>
                    <a:pt x="172" y="2680"/>
                    <a:pt x="230" y="2623"/>
                    <a:pt x="230" y="2565"/>
                  </a:cubicBezTo>
                  <a:lnTo>
                    <a:pt x="287" y="115"/>
                  </a:lnTo>
                  <a:cubicBezTo>
                    <a:pt x="287" y="39"/>
                    <a:pt x="230" y="0"/>
                    <a:pt x="153"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45"/>
            <p:cNvSpPr/>
            <p:nvPr/>
          </p:nvSpPr>
          <p:spPr>
            <a:xfrm>
              <a:off x="6628176" y="3189284"/>
              <a:ext cx="11839" cy="119249"/>
            </a:xfrm>
            <a:custGeom>
              <a:rect b="b" l="l" r="r" t="t"/>
              <a:pathLst>
                <a:path extrusionOk="0" h="2508" w="249">
                  <a:moveTo>
                    <a:pt x="115" y="0"/>
                  </a:moveTo>
                  <a:cubicBezTo>
                    <a:pt x="38" y="0"/>
                    <a:pt x="0" y="58"/>
                    <a:pt x="0" y="115"/>
                  </a:cubicBezTo>
                  <a:lnTo>
                    <a:pt x="0" y="2393"/>
                  </a:lnTo>
                  <a:cubicBezTo>
                    <a:pt x="0" y="2469"/>
                    <a:pt x="38" y="2508"/>
                    <a:pt x="115" y="2508"/>
                  </a:cubicBezTo>
                  <a:cubicBezTo>
                    <a:pt x="172" y="2508"/>
                    <a:pt x="249" y="2469"/>
                    <a:pt x="249" y="2393"/>
                  </a:cubicBezTo>
                  <a:lnTo>
                    <a:pt x="249" y="115"/>
                  </a:lnTo>
                  <a:cubicBezTo>
                    <a:pt x="249" y="58"/>
                    <a:pt x="191"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45"/>
            <p:cNvSpPr/>
            <p:nvPr/>
          </p:nvSpPr>
          <p:spPr>
            <a:xfrm>
              <a:off x="6554430" y="3563296"/>
              <a:ext cx="13694" cy="112022"/>
            </a:xfrm>
            <a:custGeom>
              <a:rect b="b" l="l" r="r" t="t"/>
              <a:pathLst>
                <a:path extrusionOk="0" h="2356" w="288">
                  <a:moveTo>
                    <a:pt x="115" y="1"/>
                  </a:moveTo>
                  <a:cubicBezTo>
                    <a:pt x="39" y="1"/>
                    <a:pt x="1" y="58"/>
                    <a:pt x="1" y="135"/>
                  </a:cubicBezTo>
                  <a:lnTo>
                    <a:pt x="39" y="2240"/>
                  </a:lnTo>
                  <a:cubicBezTo>
                    <a:pt x="39" y="2298"/>
                    <a:pt x="96" y="2355"/>
                    <a:pt x="173" y="2355"/>
                  </a:cubicBezTo>
                  <a:cubicBezTo>
                    <a:pt x="230" y="2355"/>
                    <a:pt x="288" y="2298"/>
                    <a:pt x="288" y="2240"/>
                  </a:cubicBezTo>
                  <a:lnTo>
                    <a:pt x="230" y="135"/>
                  </a:lnTo>
                  <a:cubicBezTo>
                    <a:pt x="230"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45"/>
            <p:cNvSpPr/>
            <p:nvPr/>
          </p:nvSpPr>
          <p:spPr>
            <a:xfrm>
              <a:off x="6633597" y="3439529"/>
              <a:ext cx="13694" cy="131136"/>
            </a:xfrm>
            <a:custGeom>
              <a:rect b="b" l="l" r="r" t="t"/>
              <a:pathLst>
                <a:path extrusionOk="0" h="2758" w="288">
                  <a:moveTo>
                    <a:pt x="135" y="1"/>
                  </a:moveTo>
                  <a:cubicBezTo>
                    <a:pt x="58" y="1"/>
                    <a:pt x="1" y="58"/>
                    <a:pt x="1" y="116"/>
                  </a:cubicBezTo>
                  <a:lnTo>
                    <a:pt x="58" y="2642"/>
                  </a:lnTo>
                  <a:cubicBezTo>
                    <a:pt x="58" y="2700"/>
                    <a:pt x="97" y="2757"/>
                    <a:pt x="173" y="2757"/>
                  </a:cubicBezTo>
                  <a:cubicBezTo>
                    <a:pt x="250" y="2757"/>
                    <a:pt x="288" y="2700"/>
                    <a:pt x="288" y="2642"/>
                  </a:cubicBezTo>
                  <a:lnTo>
                    <a:pt x="250" y="116"/>
                  </a:lnTo>
                  <a:cubicBezTo>
                    <a:pt x="250" y="58"/>
                    <a:pt x="192" y="1"/>
                    <a:pt x="13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45"/>
            <p:cNvSpPr/>
            <p:nvPr/>
          </p:nvSpPr>
          <p:spPr>
            <a:xfrm>
              <a:off x="6761024" y="3103698"/>
              <a:ext cx="11887" cy="93811"/>
            </a:xfrm>
            <a:custGeom>
              <a:rect b="b" l="l" r="r" t="t"/>
              <a:pathLst>
                <a:path extrusionOk="0" h="1973" w="250">
                  <a:moveTo>
                    <a:pt x="135" y="1"/>
                  </a:moveTo>
                  <a:cubicBezTo>
                    <a:pt x="58" y="1"/>
                    <a:pt x="1" y="58"/>
                    <a:pt x="1" y="135"/>
                  </a:cubicBezTo>
                  <a:lnTo>
                    <a:pt x="1" y="1858"/>
                  </a:lnTo>
                  <a:cubicBezTo>
                    <a:pt x="1" y="1915"/>
                    <a:pt x="58" y="1972"/>
                    <a:pt x="135" y="1972"/>
                  </a:cubicBezTo>
                  <a:cubicBezTo>
                    <a:pt x="192" y="1972"/>
                    <a:pt x="249" y="1915"/>
                    <a:pt x="249" y="1858"/>
                  </a:cubicBezTo>
                  <a:lnTo>
                    <a:pt x="249" y="135"/>
                  </a:lnTo>
                  <a:cubicBezTo>
                    <a:pt x="249" y="58"/>
                    <a:pt x="192" y="1"/>
                    <a:pt x="13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45"/>
            <p:cNvSpPr/>
            <p:nvPr/>
          </p:nvSpPr>
          <p:spPr>
            <a:xfrm>
              <a:off x="6750089" y="3308487"/>
              <a:ext cx="17355" cy="131088"/>
            </a:xfrm>
            <a:custGeom>
              <a:rect b="b" l="l" r="r" t="t"/>
              <a:pathLst>
                <a:path extrusionOk="0" h="2757" w="365">
                  <a:moveTo>
                    <a:pt x="116" y="1"/>
                  </a:moveTo>
                  <a:cubicBezTo>
                    <a:pt x="39" y="1"/>
                    <a:pt x="1" y="58"/>
                    <a:pt x="1" y="135"/>
                  </a:cubicBezTo>
                  <a:lnTo>
                    <a:pt x="116" y="2642"/>
                  </a:lnTo>
                  <a:cubicBezTo>
                    <a:pt x="116" y="2699"/>
                    <a:pt x="173" y="2757"/>
                    <a:pt x="231" y="2757"/>
                  </a:cubicBezTo>
                  <a:cubicBezTo>
                    <a:pt x="307" y="2757"/>
                    <a:pt x="365" y="2680"/>
                    <a:pt x="365" y="2642"/>
                  </a:cubicBezTo>
                  <a:lnTo>
                    <a:pt x="231" y="135"/>
                  </a:lnTo>
                  <a:cubicBezTo>
                    <a:pt x="231" y="58"/>
                    <a:pt x="192" y="1"/>
                    <a:pt x="116"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45"/>
            <p:cNvSpPr/>
            <p:nvPr/>
          </p:nvSpPr>
          <p:spPr>
            <a:xfrm>
              <a:off x="6764686" y="3563296"/>
              <a:ext cx="13694" cy="122910"/>
            </a:xfrm>
            <a:custGeom>
              <a:rect b="b" l="l" r="r" t="t"/>
              <a:pathLst>
                <a:path extrusionOk="0" h="2585" w="288">
                  <a:moveTo>
                    <a:pt x="115" y="1"/>
                  </a:moveTo>
                  <a:cubicBezTo>
                    <a:pt x="58" y="1"/>
                    <a:pt x="0" y="58"/>
                    <a:pt x="0" y="135"/>
                  </a:cubicBezTo>
                  <a:lnTo>
                    <a:pt x="58" y="2470"/>
                  </a:lnTo>
                  <a:cubicBezTo>
                    <a:pt x="58" y="2547"/>
                    <a:pt x="96" y="2585"/>
                    <a:pt x="172" y="2585"/>
                  </a:cubicBezTo>
                  <a:cubicBezTo>
                    <a:pt x="249" y="2585"/>
                    <a:pt x="287" y="2547"/>
                    <a:pt x="287" y="2470"/>
                  </a:cubicBezTo>
                  <a:lnTo>
                    <a:pt x="249" y="135"/>
                  </a:lnTo>
                  <a:cubicBezTo>
                    <a:pt x="249" y="58"/>
                    <a:pt x="192" y="1"/>
                    <a:pt x="115"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45"/>
            <p:cNvSpPr/>
            <p:nvPr/>
          </p:nvSpPr>
          <p:spPr>
            <a:xfrm>
              <a:off x="6915745" y="3442287"/>
              <a:ext cx="13694" cy="122910"/>
            </a:xfrm>
            <a:custGeom>
              <a:rect b="b" l="l" r="r" t="t"/>
              <a:pathLst>
                <a:path extrusionOk="0" h="2585" w="288">
                  <a:moveTo>
                    <a:pt x="134" y="0"/>
                  </a:moveTo>
                  <a:cubicBezTo>
                    <a:pt x="58" y="0"/>
                    <a:pt x="0" y="39"/>
                    <a:pt x="0" y="115"/>
                  </a:cubicBezTo>
                  <a:lnTo>
                    <a:pt x="58" y="2450"/>
                  </a:lnTo>
                  <a:cubicBezTo>
                    <a:pt x="58" y="2527"/>
                    <a:pt x="96" y="2584"/>
                    <a:pt x="173" y="2584"/>
                  </a:cubicBezTo>
                  <a:cubicBezTo>
                    <a:pt x="249" y="2584"/>
                    <a:pt x="288" y="2527"/>
                    <a:pt x="288" y="2450"/>
                  </a:cubicBezTo>
                  <a:lnTo>
                    <a:pt x="249" y="115"/>
                  </a:lnTo>
                  <a:cubicBezTo>
                    <a:pt x="249" y="39"/>
                    <a:pt x="192" y="0"/>
                    <a:pt x="134"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45"/>
            <p:cNvSpPr/>
            <p:nvPr/>
          </p:nvSpPr>
          <p:spPr>
            <a:xfrm>
              <a:off x="7034043" y="3308487"/>
              <a:ext cx="13694" cy="136556"/>
            </a:xfrm>
            <a:custGeom>
              <a:rect b="b" l="l" r="r" t="t"/>
              <a:pathLst>
                <a:path extrusionOk="0" h="2872" w="288">
                  <a:moveTo>
                    <a:pt x="173" y="1"/>
                  </a:moveTo>
                  <a:cubicBezTo>
                    <a:pt x="96" y="1"/>
                    <a:pt x="58" y="58"/>
                    <a:pt x="58" y="135"/>
                  </a:cubicBezTo>
                  <a:lnTo>
                    <a:pt x="1" y="2757"/>
                  </a:lnTo>
                  <a:cubicBezTo>
                    <a:pt x="1" y="2833"/>
                    <a:pt x="58" y="2872"/>
                    <a:pt x="135" y="2872"/>
                  </a:cubicBezTo>
                  <a:cubicBezTo>
                    <a:pt x="192" y="2872"/>
                    <a:pt x="250" y="2833"/>
                    <a:pt x="250" y="2757"/>
                  </a:cubicBezTo>
                  <a:lnTo>
                    <a:pt x="288" y="135"/>
                  </a:lnTo>
                  <a:cubicBezTo>
                    <a:pt x="288" y="58"/>
                    <a:pt x="250" y="1"/>
                    <a:pt x="173"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45"/>
            <p:cNvSpPr/>
            <p:nvPr/>
          </p:nvSpPr>
          <p:spPr>
            <a:xfrm>
              <a:off x="6895727" y="3198366"/>
              <a:ext cx="17355" cy="116539"/>
            </a:xfrm>
            <a:custGeom>
              <a:rect b="b" l="l" r="r" t="t"/>
              <a:pathLst>
                <a:path extrusionOk="0" h="2451" w="365">
                  <a:moveTo>
                    <a:pt x="230" y="1"/>
                  </a:moveTo>
                  <a:cubicBezTo>
                    <a:pt x="153" y="1"/>
                    <a:pt x="115" y="58"/>
                    <a:pt x="115" y="115"/>
                  </a:cubicBezTo>
                  <a:lnTo>
                    <a:pt x="0" y="2317"/>
                  </a:lnTo>
                  <a:cubicBezTo>
                    <a:pt x="0" y="2374"/>
                    <a:pt x="39" y="2451"/>
                    <a:pt x="115" y="2451"/>
                  </a:cubicBezTo>
                  <a:cubicBezTo>
                    <a:pt x="173" y="2451"/>
                    <a:pt x="230" y="2393"/>
                    <a:pt x="230" y="2317"/>
                  </a:cubicBezTo>
                  <a:lnTo>
                    <a:pt x="364" y="115"/>
                  </a:lnTo>
                  <a:cubicBezTo>
                    <a:pt x="364" y="58"/>
                    <a:pt x="307" y="1"/>
                    <a:pt x="230" y="1"/>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45"/>
            <p:cNvSpPr/>
            <p:nvPr/>
          </p:nvSpPr>
          <p:spPr>
            <a:xfrm>
              <a:off x="7036801" y="3570619"/>
              <a:ext cx="20065" cy="119249"/>
            </a:xfrm>
            <a:custGeom>
              <a:rect b="b" l="l" r="r" t="t"/>
              <a:pathLst>
                <a:path extrusionOk="0" h="2508" w="422">
                  <a:moveTo>
                    <a:pt x="115" y="0"/>
                  </a:moveTo>
                  <a:cubicBezTo>
                    <a:pt x="38" y="0"/>
                    <a:pt x="0" y="38"/>
                    <a:pt x="0" y="115"/>
                  </a:cubicBezTo>
                  <a:lnTo>
                    <a:pt x="192" y="2393"/>
                  </a:lnTo>
                  <a:cubicBezTo>
                    <a:pt x="192" y="2450"/>
                    <a:pt x="230" y="2508"/>
                    <a:pt x="306" y="2508"/>
                  </a:cubicBezTo>
                  <a:cubicBezTo>
                    <a:pt x="383" y="2508"/>
                    <a:pt x="421" y="2431"/>
                    <a:pt x="421" y="2393"/>
                  </a:cubicBezTo>
                  <a:lnTo>
                    <a:pt x="230" y="115"/>
                  </a:lnTo>
                  <a:cubicBezTo>
                    <a:pt x="230" y="38"/>
                    <a:pt x="192" y="0"/>
                    <a:pt x="115" y="0"/>
                  </a:cubicBezTo>
                  <a:close/>
                </a:path>
              </a:pathLst>
            </a:custGeom>
            <a:solidFill>
              <a:srgbClr val="24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43" name="Google Shape;4043;p45"/>
            <p:cNvGrpSpPr/>
            <p:nvPr/>
          </p:nvGrpSpPr>
          <p:grpSpPr>
            <a:xfrm>
              <a:off x="5902788" y="3100988"/>
              <a:ext cx="1805220" cy="585219"/>
              <a:chOff x="5902788" y="3100988"/>
              <a:chExt cx="1805220" cy="585219"/>
            </a:xfrm>
          </p:grpSpPr>
          <p:sp>
            <p:nvSpPr>
              <p:cNvPr id="4044" name="Google Shape;4044;p45"/>
              <p:cNvSpPr/>
              <p:nvPr/>
            </p:nvSpPr>
            <p:spPr>
              <a:xfrm>
                <a:off x="5928283" y="3189284"/>
                <a:ext cx="1755596" cy="17307"/>
              </a:xfrm>
              <a:custGeom>
                <a:rect b="b" l="l" r="r" t="t"/>
                <a:pathLst>
                  <a:path extrusionOk="0" h="364" w="36923">
                    <a:moveTo>
                      <a:pt x="116" y="0"/>
                    </a:moveTo>
                    <a:cubicBezTo>
                      <a:pt x="39" y="0"/>
                      <a:pt x="1" y="58"/>
                      <a:pt x="1" y="115"/>
                    </a:cubicBezTo>
                    <a:cubicBezTo>
                      <a:pt x="1" y="192"/>
                      <a:pt x="39" y="249"/>
                      <a:pt x="116" y="249"/>
                    </a:cubicBezTo>
                    <a:lnTo>
                      <a:pt x="36789" y="364"/>
                    </a:lnTo>
                    <a:cubicBezTo>
                      <a:pt x="36866" y="364"/>
                      <a:pt x="36923" y="306"/>
                      <a:pt x="36923" y="249"/>
                    </a:cubicBezTo>
                    <a:cubicBezTo>
                      <a:pt x="36923" y="172"/>
                      <a:pt x="36866" y="115"/>
                      <a:pt x="36789" y="115"/>
                    </a:cubicBezTo>
                    <a:lnTo>
                      <a:pt x="11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45"/>
              <p:cNvSpPr/>
              <p:nvPr/>
            </p:nvSpPr>
            <p:spPr>
              <a:xfrm>
                <a:off x="5918748" y="3308487"/>
                <a:ext cx="1789260" cy="13694"/>
              </a:xfrm>
              <a:custGeom>
                <a:rect b="b" l="l" r="r" t="t"/>
                <a:pathLst>
                  <a:path extrusionOk="0" h="288" w="37631">
                    <a:moveTo>
                      <a:pt x="37516" y="1"/>
                    </a:moveTo>
                    <a:lnTo>
                      <a:pt x="115" y="58"/>
                    </a:lnTo>
                    <a:cubicBezTo>
                      <a:pt x="39" y="58"/>
                      <a:pt x="0" y="96"/>
                      <a:pt x="0" y="173"/>
                    </a:cubicBezTo>
                    <a:cubicBezTo>
                      <a:pt x="0" y="249"/>
                      <a:pt x="39" y="288"/>
                      <a:pt x="115" y="288"/>
                    </a:cubicBezTo>
                    <a:lnTo>
                      <a:pt x="37516" y="249"/>
                    </a:lnTo>
                    <a:cubicBezTo>
                      <a:pt x="37592" y="249"/>
                      <a:pt x="37631" y="192"/>
                      <a:pt x="37631" y="135"/>
                    </a:cubicBezTo>
                    <a:cubicBezTo>
                      <a:pt x="37631" y="58"/>
                      <a:pt x="37592" y="1"/>
                      <a:pt x="375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45"/>
              <p:cNvSpPr/>
              <p:nvPr/>
            </p:nvSpPr>
            <p:spPr>
              <a:xfrm>
                <a:off x="5905546" y="3433158"/>
                <a:ext cx="1786550" cy="20065"/>
              </a:xfrm>
              <a:custGeom>
                <a:rect b="b" l="l" r="r" t="t"/>
                <a:pathLst>
                  <a:path extrusionOk="0" h="422" w="37574">
                    <a:moveTo>
                      <a:pt x="37459" y="1"/>
                    </a:moveTo>
                    <a:lnTo>
                      <a:pt x="115" y="192"/>
                    </a:lnTo>
                    <a:cubicBezTo>
                      <a:pt x="58" y="192"/>
                      <a:pt x="0" y="231"/>
                      <a:pt x="0" y="307"/>
                    </a:cubicBezTo>
                    <a:cubicBezTo>
                      <a:pt x="0" y="384"/>
                      <a:pt x="58" y="422"/>
                      <a:pt x="115" y="422"/>
                    </a:cubicBezTo>
                    <a:lnTo>
                      <a:pt x="37459" y="231"/>
                    </a:lnTo>
                    <a:cubicBezTo>
                      <a:pt x="37516" y="231"/>
                      <a:pt x="37573" y="192"/>
                      <a:pt x="37573" y="116"/>
                    </a:cubicBezTo>
                    <a:cubicBezTo>
                      <a:pt x="37573" y="39"/>
                      <a:pt x="37516" y="1"/>
                      <a:pt x="3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45"/>
              <p:cNvSpPr/>
              <p:nvPr/>
            </p:nvSpPr>
            <p:spPr>
              <a:xfrm>
                <a:off x="5902788" y="3556021"/>
                <a:ext cx="1802050" cy="22823"/>
              </a:xfrm>
              <a:custGeom>
                <a:rect b="b" l="l" r="r" t="t"/>
                <a:pathLst>
                  <a:path extrusionOk="0" h="480" w="37900">
                    <a:moveTo>
                      <a:pt x="116" y="1"/>
                    </a:moveTo>
                    <a:cubicBezTo>
                      <a:pt x="39" y="1"/>
                      <a:pt x="1" y="39"/>
                      <a:pt x="1" y="116"/>
                    </a:cubicBezTo>
                    <a:cubicBezTo>
                      <a:pt x="1" y="192"/>
                      <a:pt x="39" y="231"/>
                      <a:pt x="116" y="231"/>
                    </a:cubicBezTo>
                    <a:lnTo>
                      <a:pt x="37765" y="479"/>
                    </a:lnTo>
                    <a:cubicBezTo>
                      <a:pt x="37842" y="479"/>
                      <a:pt x="37899" y="422"/>
                      <a:pt x="37899" y="345"/>
                    </a:cubicBezTo>
                    <a:cubicBezTo>
                      <a:pt x="37899" y="288"/>
                      <a:pt x="37842" y="231"/>
                      <a:pt x="37765" y="231"/>
                    </a:cubicBezTo>
                    <a:lnTo>
                      <a:pt x="1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45"/>
              <p:cNvSpPr/>
              <p:nvPr/>
            </p:nvSpPr>
            <p:spPr>
              <a:xfrm>
                <a:off x="6331478" y="3565151"/>
                <a:ext cx="13694" cy="121056"/>
              </a:xfrm>
              <a:custGeom>
                <a:rect b="b" l="l" r="r" t="t"/>
                <a:pathLst>
                  <a:path extrusionOk="0" h="2546" w="288">
                    <a:moveTo>
                      <a:pt x="115" y="0"/>
                    </a:moveTo>
                    <a:cubicBezTo>
                      <a:pt x="38" y="0"/>
                      <a:pt x="0" y="39"/>
                      <a:pt x="0" y="115"/>
                    </a:cubicBezTo>
                    <a:lnTo>
                      <a:pt x="38" y="2431"/>
                    </a:lnTo>
                    <a:cubicBezTo>
                      <a:pt x="38" y="2508"/>
                      <a:pt x="96" y="2546"/>
                      <a:pt x="172" y="2546"/>
                    </a:cubicBezTo>
                    <a:cubicBezTo>
                      <a:pt x="211" y="2546"/>
                      <a:pt x="287" y="2508"/>
                      <a:pt x="287" y="2431"/>
                    </a:cubicBezTo>
                    <a:lnTo>
                      <a:pt x="230" y="115"/>
                    </a:lnTo>
                    <a:cubicBezTo>
                      <a:pt x="230" y="39"/>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45"/>
              <p:cNvSpPr/>
              <p:nvPr/>
            </p:nvSpPr>
            <p:spPr>
              <a:xfrm>
                <a:off x="6177662" y="3444094"/>
                <a:ext cx="19162" cy="122007"/>
              </a:xfrm>
              <a:custGeom>
                <a:rect b="b" l="l" r="r" t="t"/>
                <a:pathLst>
                  <a:path extrusionOk="0" h="2566" w="403">
                    <a:moveTo>
                      <a:pt x="115" y="1"/>
                    </a:moveTo>
                    <a:cubicBezTo>
                      <a:pt x="58" y="1"/>
                      <a:pt x="0" y="58"/>
                      <a:pt x="0" y="115"/>
                    </a:cubicBezTo>
                    <a:lnTo>
                      <a:pt x="173" y="2451"/>
                    </a:lnTo>
                    <a:cubicBezTo>
                      <a:pt x="173" y="2508"/>
                      <a:pt x="211" y="2565"/>
                      <a:pt x="288" y="2565"/>
                    </a:cubicBezTo>
                    <a:cubicBezTo>
                      <a:pt x="364" y="2565"/>
                      <a:pt x="402" y="2489"/>
                      <a:pt x="402" y="2451"/>
                    </a:cubicBezTo>
                    <a:lnTo>
                      <a:pt x="249" y="115"/>
                    </a:lnTo>
                    <a:cubicBezTo>
                      <a:pt x="249"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45"/>
              <p:cNvSpPr/>
              <p:nvPr/>
            </p:nvSpPr>
            <p:spPr>
              <a:xfrm>
                <a:off x="6107576" y="3561490"/>
                <a:ext cx="10983" cy="124717"/>
              </a:xfrm>
              <a:custGeom>
                <a:rect b="b" l="l" r="r" t="t"/>
                <a:pathLst>
                  <a:path extrusionOk="0" h="2623" w="231">
                    <a:moveTo>
                      <a:pt x="115" y="1"/>
                    </a:moveTo>
                    <a:cubicBezTo>
                      <a:pt x="39" y="1"/>
                      <a:pt x="1" y="39"/>
                      <a:pt x="1" y="116"/>
                    </a:cubicBezTo>
                    <a:lnTo>
                      <a:pt x="1" y="2508"/>
                    </a:lnTo>
                    <a:cubicBezTo>
                      <a:pt x="1" y="2585"/>
                      <a:pt x="39" y="2623"/>
                      <a:pt x="115" y="2623"/>
                    </a:cubicBezTo>
                    <a:cubicBezTo>
                      <a:pt x="173" y="2623"/>
                      <a:pt x="230" y="2585"/>
                      <a:pt x="230" y="2508"/>
                    </a:cubicBezTo>
                    <a:lnTo>
                      <a:pt x="230" y="116"/>
                    </a:lnTo>
                    <a:cubicBezTo>
                      <a:pt x="230"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45"/>
              <p:cNvSpPr/>
              <p:nvPr/>
            </p:nvSpPr>
            <p:spPr>
              <a:xfrm>
                <a:off x="6000214" y="3438626"/>
                <a:ext cx="14597" cy="124717"/>
              </a:xfrm>
              <a:custGeom>
                <a:rect b="b" l="l" r="r" t="t"/>
                <a:pathLst>
                  <a:path extrusionOk="0" h="2623" w="307">
                    <a:moveTo>
                      <a:pt x="115" y="1"/>
                    </a:moveTo>
                    <a:cubicBezTo>
                      <a:pt x="38" y="1"/>
                      <a:pt x="0" y="39"/>
                      <a:pt x="0" y="116"/>
                    </a:cubicBezTo>
                    <a:lnTo>
                      <a:pt x="77" y="2508"/>
                    </a:lnTo>
                    <a:cubicBezTo>
                      <a:pt x="77" y="2585"/>
                      <a:pt x="115" y="2623"/>
                      <a:pt x="191" y="2623"/>
                    </a:cubicBezTo>
                    <a:cubicBezTo>
                      <a:pt x="249" y="2623"/>
                      <a:pt x="306" y="2585"/>
                      <a:pt x="306" y="2508"/>
                    </a:cubicBezTo>
                    <a:lnTo>
                      <a:pt x="249" y="116"/>
                    </a:lnTo>
                    <a:cubicBezTo>
                      <a:pt x="249" y="39"/>
                      <a:pt x="19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45"/>
              <p:cNvSpPr/>
              <p:nvPr/>
            </p:nvSpPr>
            <p:spPr>
              <a:xfrm>
                <a:off x="6088018" y="3316665"/>
                <a:ext cx="14597" cy="131136"/>
              </a:xfrm>
              <a:custGeom>
                <a:rect b="b" l="l" r="r" t="t"/>
                <a:pathLst>
                  <a:path extrusionOk="0" h="2758" w="307">
                    <a:moveTo>
                      <a:pt x="192" y="1"/>
                    </a:moveTo>
                    <a:cubicBezTo>
                      <a:pt x="115" y="1"/>
                      <a:pt x="77" y="58"/>
                      <a:pt x="77" y="116"/>
                    </a:cubicBezTo>
                    <a:lnTo>
                      <a:pt x="0" y="2642"/>
                    </a:lnTo>
                    <a:cubicBezTo>
                      <a:pt x="0" y="2700"/>
                      <a:pt x="39" y="2757"/>
                      <a:pt x="115" y="2757"/>
                    </a:cubicBezTo>
                    <a:cubicBezTo>
                      <a:pt x="192" y="2757"/>
                      <a:pt x="249" y="2700"/>
                      <a:pt x="249" y="2642"/>
                    </a:cubicBezTo>
                    <a:lnTo>
                      <a:pt x="307" y="116"/>
                    </a:lnTo>
                    <a:cubicBezTo>
                      <a:pt x="307" y="58"/>
                      <a:pt x="268" y="1"/>
                      <a:pt x="1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45"/>
              <p:cNvSpPr/>
              <p:nvPr/>
            </p:nvSpPr>
            <p:spPr>
              <a:xfrm>
                <a:off x="6256384" y="3313052"/>
                <a:ext cx="11887" cy="129282"/>
              </a:xfrm>
              <a:custGeom>
                <a:rect b="b" l="l" r="r" t="t"/>
                <a:pathLst>
                  <a:path extrusionOk="0" h="2719" w="250">
                    <a:moveTo>
                      <a:pt x="115" y="0"/>
                    </a:moveTo>
                    <a:cubicBezTo>
                      <a:pt x="58" y="0"/>
                      <a:pt x="0" y="58"/>
                      <a:pt x="0" y="134"/>
                    </a:cubicBezTo>
                    <a:lnTo>
                      <a:pt x="0" y="2584"/>
                    </a:lnTo>
                    <a:cubicBezTo>
                      <a:pt x="0" y="2661"/>
                      <a:pt x="58" y="2718"/>
                      <a:pt x="115" y="2718"/>
                    </a:cubicBezTo>
                    <a:cubicBezTo>
                      <a:pt x="192" y="2718"/>
                      <a:pt x="249" y="2661"/>
                      <a:pt x="249" y="2584"/>
                    </a:cubicBezTo>
                    <a:lnTo>
                      <a:pt x="249" y="134"/>
                    </a:lnTo>
                    <a:cubicBezTo>
                      <a:pt x="249" y="5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45"/>
              <p:cNvSpPr/>
              <p:nvPr/>
            </p:nvSpPr>
            <p:spPr>
              <a:xfrm>
                <a:off x="6373320" y="3444094"/>
                <a:ext cx="20968" cy="122007"/>
              </a:xfrm>
              <a:custGeom>
                <a:rect b="b" l="l" r="r" t="t"/>
                <a:pathLst>
                  <a:path extrusionOk="0" h="2566" w="441">
                    <a:moveTo>
                      <a:pt x="116" y="1"/>
                    </a:moveTo>
                    <a:cubicBezTo>
                      <a:pt x="39" y="1"/>
                      <a:pt x="1" y="58"/>
                      <a:pt x="1" y="115"/>
                    </a:cubicBezTo>
                    <a:lnTo>
                      <a:pt x="192" y="2451"/>
                    </a:lnTo>
                    <a:cubicBezTo>
                      <a:pt x="192" y="2508"/>
                      <a:pt x="249" y="2565"/>
                      <a:pt x="307" y="2565"/>
                    </a:cubicBezTo>
                    <a:cubicBezTo>
                      <a:pt x="383" y="2546"/>
                      <a:pt x="441" y="2489"/>
                      <a:pt x="441" y="2451"/>
                    </a:cubicBezTo>
                    <a:lnTo>
                      <a:pt x="249" y="115"/>
                    </a:lnTo>
                    <a:cubicBezTo>
                      <a:pt x="249"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45"/>
              <p:cNvSpPr/>
              <p:nvPr/>
            </p:nvSpPr>
            <p:spPr>
              <a:xfrm>
                <a:off x="5995205" y="3193801"/>
                <a:ext cx="19114" cy="122007"/>
              </a:xfrm>
              <a:custGeom>
                <a:rect b="b" l="l" r="r" t="t"/>
                <a:pathLst>
                  <a:path extrusionOk="0" h="2566" w="402">
                    <a:moveTo>
                      <a:pt x="115" y="1"/>
                    </a:moveTo>
                    <a:cubicBezTo>
                      <a:pt x="38" y="1"/>
                      <a:pt x="0" y="58"/>
                      <a:pt x="0" y="116"/>
                    </a:cubicBezTo>
                    <a:lnTo>
                      <a:pt x="153" y="2451"/>
                    </a:lnTo>
                    <a:cubicBezTo>
                      <a:pt x="153" y="2508"/>
                      <a:pt x="211" y="2566"/>
                      <a:pt x="287" y="2566"/>
                    </a:cubicBezTo>
                    <a:cubicBezTo>
                      <a:pt x="345" y="2566"/>
                      <a:pt x="402" y="2489"/>
                      <a:pt x="402" y="2451"/>
                    </a:cubicBezTo>
                    <a:lnTo>
                      <a:pt x="230" y="116"/>
                    </a:lnTo>
                    <a:cubicBezTo>
                      <a:pt x="230" y="58"/>
                      <a:pt x="19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45"/>
              <p:cNvSpPr/>
              <p:nvPr/>
            </p:nvSpPr>
            <p:spPr>
              <a:xfrm>
                <a:off x="6168088" y="3198366"/>
                <a:ext cx="13694" cy="122910"/>
              </a:xfrm>
              <a:custGeom>
                <a:rect b="b" l="l" r="r" t="t"/>
                <a:pathLst>
                  <a:path extrusionOk="0" h="2585" w="288">
                    <a:moveTo>
                      <a:pt x="116" y="1"/>
                    </a:moveTo>
                    <a:cubicBezTo>
                      <a:pt x="39" y="1"/>
                      <a:pt x="1" y="58"/>
                      <a:pt x="1" y="115"/>
                    </a:cubicBezTo>
                    <a:lnTo>
                      <a:pt x="39" y="2470"/>
                    </a:lnTo>
                    <a:cubicBezTo>
                      <a:pt x="39" y="2546"/>
                      <a:pt x="96" y="2585"/>
                      <a:pt x="154" y="2585"/>
                    </a:cubicBezTo>
                    <a:cubicBezTo>
                      <a:pt x="211" y="2585"/>
                      <a:pt x="288" y="2508"/>
                      <a:pt x="288" y="2470"/>
                    </a:cubicBezTo>
                    <a:lnTo>
                      <a:pt x="230" y="115"/>
                    </a:lnTo>
                    <a:cubicBezTo>
                      <a:pt x="230"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45"/>
              <p:cNvSpPr/>
              <p:nvPr/>
            </p:nvSpPr>
            <p:spPr>
              <a:xfrm>
                <a:off x="6358780" y="3191091"/>
                <a:ext cx="13694" cy="122007"/>
              </a:xfrm>
              <a:custGeom>
                <a:rect b="b" l="l" r="r" t="t"/>
                <a:pathLst>
                  <a:path extrusionOk="0" h="2566" w="288">
                    <a:moveTo>
                      <a:pt x="153" y="0"/>
                    </a:moveTo>
                    <a:cubicBezTo>
                      <a:pt x="115" y="0"/>
                      <a:pt x="39" y="58"/>
                      <a:pt x="39" y="134"/>
                    </a:cubicBezTo>
                    <a:lnTo>
                      <a:pt x="0" y="2450"/>
                    </a:lnTo>
                    <a:cubicBezTo>
                      <a:pt x="0" y="2527"/>
                      <a:pt x="39" y="2565"/>
                      <a:pt x="115" y="2565"/>
                    </a:cubicBezTo>
                    <a:cubicBezTo>
                      <a:pt x="192" y="2565"/>
                      <a:pt x="230" y="2527"/>
                      <a:pt x="230" y="2450"/>
                    </a:cubicBezTo>
                    <a:lnTo>
                      <a:pt x="287" y="134"/>
                    </a:lnTo>
                    <a:cubicBezTo>
                      <a:pt x="287" y="58"/>
                      <a:pt x="230" y="0"/>
                      <a:pt x="1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45"/>
              <p:cNvSpPr/>
              <p:nvPr/>
            </p:nvSpPr>
            <p:spPr>
              <a:xfrm>
                <a:off x="6073922" y="3105552"/>
                <a:ext cx="11887" cy="88296"/>
              </a:xfrm>
              <a:custGeom>
                <a:rect b="b" l="l" r="r" t="t"/>
                <a:pathLst>
                  <a:path extrusionOk="0" h="1857" w="250">
                    <a:moveTo>
                      <a:pt x="115" y="0"/>
                    </a:moveTo>
                    <a:cubicBezTo>
                      <a:pt x="58" y="0"/>
                      <a:pt x="0" y="39"/>
                      <a:pt x="0" y="115"/>
                    </a:cubicBezTo>
                    <a:lnTo>
                      <a:pt x="0" y="1742"/>
                    </a:lnTo>
                    <a:cubicBezTo>
                      <a:pt x="0" y="1799"/>
                      <a:pt x="58" y="1857"/>
                      <a:pt x="115" y="1857"/>
                    </a:cubicBezTo>
                    <a:cubicBezTo>
                      <a:pt x="192" y="1857"/>
                      <a:pt x="249" y="1819"/>
                      <a:pt x="249" y="1742"/>
                    </a:cubicBezTo>
                    <a:lnTo>
                      <a:pt x="249" y="115"/>
                    </a:lnTo>
                    <a:cubicBezTo>
                      <a:pt x="249" y="39"/>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45"/>
              <p:cNvSpPr/>
              <p:nvPr/>
            </p:nvSpPr>
            <p:spPr>
              <a:xfrm>
                <a:off x="6246805" y="3111020"/>
                <a:ext cx="13741" cy="85585"/>
              </a:xfrm>
              <a:custGeom>
                <a:rect b="b" l="l" r="r" t="t"/>
                <a:pathLst>
                  <a:path extrusionOk="0" h="1800" w="289">
                    <a:moveTo>
                      <a:pt x="116" y="0"/>
                    </a:moveTo>
                    <a:cubicBezTo>
                      <a:pt x="58" y="0"/>
                      <a:pt x="1" y="38"/>
                      <a:pt x="1" y="115"/>
                    </a:cubicBezTo>
                    <a:lnTo>
                      <a:pt x="58" y="1665"/>
                    </a:lnTo>
                    <a:cubicBezTo>
                      <a:pt x="58" y="1742"/>
                      <a:pt x="97" y="1799"/>
                      <a:pt x="173" y="1799"/>
                    </a:cubicBezTo>
                    <a:cubicBezTo>
                      <a:pt x="212" y="1799"/>
                      <a:pt x="288" y="1723"/>
                      <a:pt x="288" y="1665"/>
                    </a:cubicBezTo>
                    <a:lnTo>
                      <a:pt x="250" y="115"/>
                    </a:lnTo>
                    <a:cubicBezTo>
                      <a:pt x="250" y="3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45"/>
              <p:cNvSpPr/>
              <p:nvPr/>
            </p:nvSpPr>
            <p:spPr>
              <a:xfrm>
                <a:off x="6473417" y="3100988"/>
                <a:ext cx="13741" cy="96521"/>
              </a:xfrm>
              <a:custGeom>
                <a:rect b="b" l="l" r="r" t="t"/>
                <a:pathLst>
                  <a:path extrusionOk="0" h="2030" w="289">
                    <a:moveTo>
                      <a:pt x="116" y="1"/>
                    </a:moveTo>
                    <a:cubicBezTo>
                      <a:pt x="39" y="1"/>
                      <a:pt x="1" y="39"/>
                      <a:pt x="1" y="115"/>
                    </a:cubicBezTo>
                    <a:lnTo>
                      <a:pt x="39" y="1915"/>
                    </a:lnTo>
                    <a:cubicBezTo>
                      <a:pt x="39" y="1972"/>
                      <a:pt x="97" y="2029"/>
                      <a:pt x="173" y="2029"/>
                    </a:cubicBezTo>
                    <a:cubicBezTo>
                      <a:pt x="231" y="2029"/>
                      <a:pt x="288" y="1972"/>
                      <a:pt x="288" y="1915"/>
                    </a:cubicBezTo>
                    <a:lnTo>
                      <a:pt x="231" y="115"/>
                    </a:lnTo>
                    <a:cubicBezTo>
                      <a:pt x="231"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45"/>
              <p:cNvSpPr/>
              <p:nvPr/>
            </p:nvSpPr>
            <p:spPr>
              <a:xfrm>
                <a:off x="7066813" y="3110069"/>
                <a:ext cx="11887" cy="84730"/>
              </a:xfrm>
              <a:custGeom>
                <a:rect b="b" l="l" r="r" t="t"/>
                <a:pathLst>
                  <a:path extrusionOk="0" h="1782" w="250">
                    <a:moveTo>
                      <a:pt x="135" y="1"/>
                    </a:moveTo>
                    <a:cubicBezTo>
                      <a:pt x="58" y="1"/>
                      <a:pt x="1" y="39"/>
                      <a:pt x="1" y="116"/>
                    </a:cubicBezTo>
                    <a:lnTo>
                      <a:pt x="1" y="1666"/>
                    </a:lnTo>
                    <a:cubicBezTo>
                      <a:pt x="1" y="1743"/>
                      <a:pt x="58" y="1781"/>
                      <a:pt x="135" y="1781"/>
                    </a:cubicBezTo>
                    <a:cubicBezTo>
                      <a:pt x="173" y="1781"/>
                      <a:pt x="249" y="1743"/>
                      <a:pt x="249" y="1666"/>
                    </a:cubicBezTo>
                    <a:lnTo>
                      <a:pt x="249" y="116"/>
                    </a:lnTo>
                    <a:cubicBezTo>
                      <a:pt x="249" y="39"/>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45"/>
              <p:cNvSpPr/>
              <p:nvPr/>
            </p:nvSpPr>
            <p:spPr>
              <a:xfrm>
                <a:off x="7184208" y="3189284"/>
                <a:ext cx="13694" cy="127427"/>
              </a:xfrm>
              <a:custGeom>
                <a:rect b="b" l="l" r="r" t="t"/>
                <a:pathLst>
                  <a:path extrusionOk="0" h="2680" w="288">
                    <a:moveTo>
                      <a:pt x="116" y="0"/>
                    </a:moveTo>
                    <a:cubicBezTo>
                      <a:pt x="58" y="0"/>
                      <a:pt x="1" y="58"/>
                      <a:pt x="1" y="115"/>
                    </a:cubicBezTo>
                    <a:lnTo>
                      <a:pt x="58" y="2565"/>
                    </a:lnTo>
                    <a:cubicBezTo>
                      <a:pt x="58" y="2642"/>
                      <a:pt x="97" y="2680"/>
                      <a:pt x="173" y="2680"/>
                    </a:cubicBezTo>
                    <a:cubicBezTo>
                      <a:pt x="250" y="2680"/>
                      <a:pt x="288" y="2642"/>
                      <a:pt x="288" y="2565"/>
                    </a:cubicBezTo>
                    <a:lnTo>
                      <a:pt x="250" y="115"/>
                    </a:lnTo>
                    <a:cubicBezTo>
                      <a:pt x="25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45"/>
              <p:cNvSpPr/>
              <p:nvPr/>
            </p:nvSpPr>
            <p:spPr>
              <a:xfrm>
                <a:off x="7196942" y="3444997"/>
                <a:ext cx="13741" cy="120200"/>
              </a:xfrm>
              <a:custGeom>
                <a:rect b="b" l="l" r="r" t="t"/>
                <a:pathLst>
                  <a:path extrusionOk="0" h="2528" w="289">
                    <a:moveTo>
                      <a:pt x="116" y="1"/>
                    </a:moveTo>
                    <a:cubicBezTo>
                      <a:pt x="58" y="1"/>
                      <a:pt x="1" y="58"/>
                      <a:pt x="1" y="135"/>
                    </a:cubicBezTo>
                    <a:lnTo>
                      <a:pt x="58" y="2393"/>
                    </a:lnTo>
                    <a:cubicBezTo>
                      <a:pt x="58" y="2470"/>
                      <a:pt x="97" y="2527"/>
                      <a:pt x="173" y="2527"/>
                    </a:cubicBezTo>
                    <a:cubicBezTo>
                      <a:pt x="250" y="2527"/>
                      <a:pt x="288" y="2470"/>
                      <a:pt x="288" y="2393"/>
                    </a:cubicBezTo>
                    <a:lnTo>
                      <a:pt x="250" y="135"/>
                    </a:lnTo>
                    <a:cubicBezTo>
                      <a:pt x="250"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45"/>
              <p:cNvSpPr/>
              <p:nvPr/>
            </p:nvSpPr>
            <p:spPr>
              <a:xfrm>
                <a:off x="7328031" y="3570619"/>
                <a:ext cx="17307" cy="113781"/>
              </a:xfrm>
              <a:custGeom>
                <a:rect b="b" l="l" r="r" t="t"/>
                <a:pathLst>
                  <a:path extrusionOk="0" h="2393" w="364">
                    <a:moveTo>
                      <a:pt x="115" y="0"/>
                    </a:moveTo>
                    <a:cubicBezTo>
                      <a:pt x="38" y="0"/>
                      <a:pt x="0" y="38"/>
                      <a:pt x="0" y="115"/>
                    </a:cubicBezTo>
                    <a:lnTo>
                      <a:pt x="115" y="2278"/>
                    </a:lnTo>
                    <a:cubicBezTo>
                      <a:pt x="115" y="2335"/>
                      <a:pt x="153" y="2393"/>
                      <a:pt x="230" y="2393"/>
                    </a:cubicBezTo>
                    <a:cubicBezTo>
                      <a:pt x="306" y="2393"/>
                      <a:pt x="364" y="2316"/>
                      <a:pt x="364" y="2278"/>
                    </a:cubicBezTo>
                    <a:lnTo>
                      <a:pt x="230" y="115"/>
                    </a:lnTo>
                    <a:cubicBezTo>
                      <a:pt x="230" y="3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45"/>
              <p:cNvSpPr/>
              <p:nvPr/>
            </p:nvSpPr>
            <p:spPr>
              <a:xfrm>
                <a:off x="7334814" y="3313052"/>
                <a:ext cx="17355" cy="122910"/>
              </a:xfrm>
              <a:custGeom>
                <a:rect b="b" l="l" r="r" t="t"/>
                <a:pathLst>
                  <a:path extrusionOk="0" h="2585" w="365">
                    <a:moveTo>
                      <a:pt x="116" y="0"/>
                    </a:moveTo>
                    <a:cubicBezTo>
                      <a:pt x="39" y="0"/>
                      <a:pt x="1" y="58"/>
                      <a:pt x="1" y="134"/>
                    </a:cubicBezTo>
                    <a:lnTo>
                      <a:pt x="116" y="2469"/>
                    </a:lnTo>
                    <a:cubicBezTo>
                      <a:pt x="116" y="2546"/>
                      <a:pt x="173" y="2584"/>
                      <a:pt x="250" y="2584"/>
                    </a:cubicBezTo>
                    <a:cubicBezTo>
                      <a:pt x="307" y="2584"/>
                      <a:pt x="365" y="2546"/>
                      <a:pt x="365" y="2469"/>
                    </a:cubicBezTo>
                    <a:lnTo>
                      <a:pt x="250" y="134"/>
                    </a:lnTo>
                    <a:cubicBezTo>
                      <a:pt x="250" y="58"/>
                      <a:pt x="192" y="0"/>
                      <a:pt x="1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45"/>
              <p:cNvSpPr/>
              <p:nvPr/>
            </p:nvSpPr>
            <p:spPr>
              <a:xfrm>
                <a:off x="7339832" y="3111924"/>
                <a:ext cx="13694" cy="89247"/>
              </a:xfrm>
              <a:custGeom>
                <a:rect b="b" l="l" r="r" t="t"/>
                <a:pathLst>
                  <a:path extrusionOk="0" h="1877" w="288">
                    <a:moveTo>
                      <a:pt x="135" y="0"/>
                    </a:moveTo>
                    <a:cubicBezTo>
                      <a:pt x="58" y="0"/>
                      <a:pt x="1" y="58"/>
                      <a:pt x="1" y="115"/>
                    </a:cubicBezTo>
                    <a:lnTo>
                      <a:pt x="58" y="1742"/>
                    </a:lnTo>
                    <a:cubicBezTo>
                      <a:pt x="58" y="1819"/>
                      <a:pt x="97" y="1876"/>
                      <a:pt x="173" y="1876"/>
                    </a:cubicBezTo>
                    <a:cubicBezTo>
                      <a:pt x="250" y="1876"/>
                      <a:pt x="288" y="1799"/>
                      <a:pt x="288" y="1742"/>
                    </a:cubicBezTo>
                    <a:lnTo>
                      <a:pt x="250" y="115"/>
                    </a:lnTo>
                    <a:cubicBezTo>
                      <a:pt x="250" y="5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45"/>
              <p:cNvSpPr/>
              <p:nvPr/>
            </p:nvSpPr>
            <p:spPr>
              <a:xfrm>
                <a:off x="7470921" y="3206544"/>
                <a:ext cx="17307" cy="108361"/>
              </a:xfrm>
              <a:custGeom>
                <a:rect b="b" l="l" r="r" t="t"/>
                <a:pathLst>
                  <a:path extrusionOk="0" h="2279" w="364">
                    <a:moveTo>
                      <a:pt x="115" y="1"/>
                    </a:moveTo>
                    <a:cubicBezTo>
                      <a:pt x="38" y="1"/>
                      <a:pt x="0" y="39"/>
                      <a:pt x="0" y="116"/>
                    </a:cubicBezTo>
                    <a:lnTo>
                      <a:pt x="115" y="2145"/>
                    </a:lnTo>
                    <a:cubicBezTo>
                      <a:pt x="115" y="2221"/>
                      <a:pt x="172" y="2279"/>
                      <a:pt x="249" y="2279"/>
                    </a:cubicBezTo>
                    <a:cubicBezTo>
                      <a:pt x="306" y="2279"/>
                      <a:pt x="364" y="2202"/>
                      <a:pt x="364" y="2145"/>
                    </a:cubicBezTo>
                    <a:lnTo>
                      <a:pt x="249" y="116"/>
                    </a:lnTo>
                    <a:cubicBezTo>
                      <a:pt x="249" y="39"/>
                      <a:pt x="191"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45"/>
              <p:cNvSpPr/>
              <p:nvPr/>
            </p:nvSpPr>
            <p:spPr>
              <a:xfrm>
                <a:off x="7475429" y="3444997"/>
                <a:ext cx="13741" cy="125668"/>
              </a:xfrm>
              <a:custGeom>
                <a:rect b="b" l="l" r="r" t="t"/>
                <a:pathLst>
                  <a:path extrusionOk="0" h="2643" w="289">
                    <a:moveTo>
                      <a:pt x="173" y="1"/>
                    </a:moveTo>
                    <a:cubicBezTo>
                      <a:pt x="97" y="1"/>
                      <a:pt x="58" y="58"/>
                      <a:pt x="58" y="135"/>
                    </a:cubicBezTo>
                    <a:lnTo>
                      <a:pt x="1" y="2527"/>
                    </a:lnTo>
                    <a:cubicBezTo>
                      <a:pt x="1" y="2585"/>
                      <a:pt x="58" y="2642"/>
                      <a:pt x="135" y="2642"/>
                    </a:cubicBezTo>
                    <a:cubicBezTo>
                      <a:pt x="173" y="2642"/>
                      <a:pt x="250" y="2585"/>
                      <a:pt x="250" y="2527"/>
                    </a:cubicBezTo>
                    <a:lnTo>
                      <a:pt x="288" y="135"/>
                    </a:lnTo>
                    <a:cubicBezTo>
                      <a:pt x="288" y="58"/>
                      <a:pt x="250" y="1"/>
                      <a:pt x="1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45"/>
              <p:cNvSpPr/>
              <p:nvPr/>
            </p:nvSpPr>
            <p:spPr>
              <a:xfrm>
                <a:off x="7597389" y="3561490"/>
                <a:ext cx="17355" cy="122910"/>
              </a:xfrm>
              <a:custGeom>
                <a:rect b="b" l="l" r="r" t="t"/>
                <a:pathLst>
                  <a:path extrusionOk="0" h="2585" w="365">
                    <a:moveTo>
                      <a:pt x="116" y="1"/>
                    </a:moveTo>
                    <a:cubicBezTo>
                      <a:pt x="39" y="1"/>
                      <a:pt x="1" y="39"/>
                      <a:pt x="1" y="116"/>
                    </a:cubicBezTo>
                    <a:lnTo>
                      <a:pt x="116" y="2470"/>
                    </a:lnTo>
                    <a:cubicBezTo>
                      <a:pt x="116" y="2527"/>
                      <a:pt x="173" y="2585"/>
                      <a:pt x="230" y="2585"/>
                    </a:cubicBezTo>
                    <a:cubicBezTo>
                      <a:pt x="307" y="2585"/>
                      <a:pt x="364" y="2508"/>
                      <a:pt x="364" y="2470"/>
                    </a:cubicBezTo>
                    <a:lnTo>
                      <a:pt x="230" y="116"/>
                    </a:lnTo>
                    <a:cubicBezTo>
                      <a:pt x="230"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45"/>
              <p:cNvSpPr/>
              <p:nvPr/>
            </p:nvSpPr>
            <p:spPr>
              <a:xfrm>
                <a:off x="7581491" y="3314858"/>
                <a:ext cx="17307" cy="127475"/>
              </a:xfrm>
              <a:custGeom>
                <a:rect b="b" l="l" r="r" t="t"/>
                <a:pathLst>
                  <a:path extrusionOk="0" h="2681" w="364">
                    <a:moveTo>
                      <a:pt x="249" y="1"/>
                    </a:moveTo>
                    <a:cubicBezTo>
                      <a:pt x="172" y="1"/>
                      <a:pt x="115" y="39"/>
                      <a:pt x="115" y="115"/>
                    </a:cubicBezTo>
                    <a:lnTo>
                      <a:pt x="0" y="2546"/>
                    </a:lnTo>
                    <a:cubicBezTo>
                      <a:pt x="0" y="2623"/>
                      <a:pt x="58" y="2680"/>
                      <a:pt x="115" y="2680"/>
                    </a:cubicBezTo>
                    <a:cubicBezTo>
                      <a:pt x="192" y="2680"/>
                      <a:pt x="249" y="2623"/>
                      <a:pt x="249" y="2546"/>
                    </a:cubicBezTo>
                    <a:lnTo>
                      <a:pt x="364" y="115"/>
                    </a:lnTo>
                    <a:cubicBezTo>
                      <a:pt x="364" y="39"/>
                      <a:pt x="325" y="1"/>
                      <a:pt x="2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45"/>
              <p:cNvSpPr/>
              <p:nvPr/>
            </p:nvSpPr>
            <p:spPr>
              <a:xfrm>
                <a:off x="7579187" y="3114634"/>
                <a:ext cx="17355" cy="77407"/>
              </a:xfrm>
              <a:custGeom>
                <a:rect b="b" l="l" r="r" t="t"/>
                <a:pathLst>
                  <a:path extrusionOk="0" h="1628" w="365">
                    <a:moveTo>
                      <a:pt x="116" y="1"/>
                    </a:moveTo>
                    <a:cubicBezTo>
                      <a:pt x="39" y="1"/>
                      <a:pt x="1" y="39"/>
                      <a:pt x="1" y="116"/>
                    </a:cubicBezTo>
                    <a:lnTo>
                      <a:pt x="116" y="1494"/>
                    </a:lnTo>
                    <a:cubicBezTo>
                      <a:pt x="116" y="1570"/>
                      <a:pt x="154" y="1628"/>
                      <a:pt x="231" y="1628"/>
                    </a:cubicBezTo>
                    <a:cubicBezTo>
                      <a:pt x="307" y="1628"/>
                      <a:pt x="364" y="1570"/>
                      <a:pt x="364" y="1494"/>
                    </a:cubicBezTo>
                    <a:lnTo>
                      <a:pt x="231" y="116"/>
                    </a:lnTo>
                    <a:cubicBezTo>
                      <a:pt x="231" y="39"/>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72" name="Google Shape;4072;p45"/>
            <p:cNvSpPr/>
            <p:nvPr/>
          </p:nvSpPr>
          <p:spPr>
            <a:xfrm>
              <a:off x="6899341" y="3207115"/>
              <a:ext cx="324369" cy="290943"/>
            </a:xfrm>
            <a:custGeom>
              <a:rect b="b" l="l" r="r" t="t"/>
              <a:pathLst>
                <a:path extrusionOk="0" h="6119" w="6822">
                  <a:moveTo>
                    <a:pt x="3759" y="0"/>
                  </a:moveTo>
                  <a:cubicBezTo>
                    <a:pt x="3603" y="0"/>
                    <a:pt x="3452" y="80"/>
                    <a:pt x="3312" y="257"/>
                  </a:cubicBezTo>
                  <a:cubicBezTo>
                    <a:pt x="3312" y="257"/>
                    <a:pt x="1" y="5387"/>
                    <a:pt x="3197" y="6056"/>
                  </a:cubicBezTo>
                  <a:cubicBezTo>
                    <a:pt x="3403" y="6098"/>
                    <a:pt x="3592" y="6118"/>
                    <a:pt x="3766" y="6118"/>
                  </a:cubicBezTo>
                  <a:cubicBezTo>
                    <a:pt x="6822" y="6118"/>
                    <a:pt x="5126" y="0"/>
                    <a:pt x="37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45"/>
            <p:cNvSpPr/>
            <p:nvPr/>
          </p:nvSpPr>
          <p:spPr>
            <a:xfrm>
              <a:off x="7065900" y="3294841"/>
              <a:ext cx="11887" cy="326746"/>
            </a:xfrm>
            <a:custGeom>
              <a:rect b="b" l="l" r="r" t="t"/>
              <a:pathLst>
                <a:path extrusionOk="0" h="6872" w="250">
                  <a:moveTo>
                    <a:pt x="135" y="1"/>
                  </a:moveTo>
                  <a:cubicBezTo>
                    <a:pt x="58" y="1"/>
                    <a:pt x="1" y="58"/>
                    <a:pt x="1" y="115"/>
                  </a:cubicBezTo>
                  <a:lnTo>
                    <a:pt x="1" y="6757"/>
                  </a:lnTo>
                  <a:cubicBezTo>
                    <a:pt x="1" y="6815"/>
                    <a:pt x="58" y="6872"/>
                    <a:pt x="135" y="6872"/>
                  </a:cubicBezTo>
                  <a:cubicBezTo>
                    <a:pt x="192" y="6872"/>
                    <a:pt x="249" y="6815"/>
                    <a:pt x="249" y="6757"/>
                  </a:cubicBezTo>
                  <a:lnTo>
                    <a:pt x="249" y="115"/>
                  </a:lnTo>
                  <a:cubicBezTo>
                    <a:pt x="249" y="58"/>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45"/>
            <p:cNvSpPr/>
            <p:nvPr/>
          </p:nvSpPr>
          <p:spPr>
            <a:xfrm>
              <a:off x="7017687" y="3497775"/>
              <a:ext cx="129282" cy="192092"/>
            </a:xfrm>
            <a:custGeom>
              <a:rect b="b" l="l" r="r" t="t"/>
              <a:pathLst>
                <a:path extrusionOk="0" h="4040" w="2719">
                  <a:moveTo>
                    <a:pt x="0" y="1"/>
                  </a:moveTo>
                  <a:lnTo>
                    <a:pt x="306" y="4020"/>
                  </a:lnTo>
                  <a:lnTo>
                    <a:pt x="2259" y="4040"/>
                  </a:lnTo>
                  <a:lnTo>
                    <a:pt x="2718" y="77"/>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45"/>
            <p:cNvSpPr/>
            <p:nvPr/>
          </p:nvSpPr>
          <p:spPr>
            <a:xfrm>
              <a:off x="7026769" y="3317236"/>
              <a:ext cx="92860" cy="88676"/>
            </a:xfrm>
            <a:custGeom>
              <a:rect b="b" l="l" r="r" t="t"/>
              <a:pathLst>
                <a:path extrusionOk="0" h="1865" w="1953">
                  <a:moveTo>
                    <a:pt x="104" y="1"/>
                  </a:moveTo>
                  <a:cubicBezTo>
                    <a:pt x="88" y="1"/>
                    <a:pt x="72" y="3"/>
                    <a:pt x="58" y="8"/>
                  </a:cubicBezTo>
                  <a:cubicBezTo>
                    <a:pt x="20" y="65"/>
                    <a:pt x="1" y="123"/>
                    <a:pt x="20" y="180"/>
                  </a:cubicBezTo>
                  <a:lnTo>
                    <a:pt x="785" y="1788"/>
                  </a:lnTo>
                  <a:cubicBezTo>
                    <a:pt x="805" y="1826"/>
                    <a:pt x="862" y="1865"/>
                    <a:pt x="900" y="1865"/>
                  </a:cubicBezTo>
                  <a:cubicBezTo>
                    <a:pt x="919" y="1865"/>
                    <a:pt x="977" y="1826"/>
                    <a:pt x="977" y="1788"/>
                  </a:cubicBezTo>
                  <a:lnTo>
                    <a:pt x="1915" y="448"/>
                  </a:lnTo>
                  <a:cubicBezTo>
                    <a:pt x="1953" y="391"/>
                    <a:pt x="1934" y="314"/>
                    <a:pt x="1876" y="276"/>
                  </a:cubicBezTo>
                  <a:cubicBezTo>
                    <a:pt x="1862" y="261"/>
                    <a:pt x="1842" y="255"/>
                    <a:pt x="1820" y="255"/>
                  </a:cubicBezTo>
                  <a:cubicBezTo>
                    <a:pt x="1785" y="255"/>
                    <a:pt x="1747" y="271"/>
                    <a:pt x="1723" y="295"/>
                  </a:cubicBezTo>
                  <a:lnTo>
                    <a:pt x="900" y="1482"/>
                  </a:lnTo>
                  <a:lnTo>
                    <a:pt x="230" y="65"/>
                  </a:lnTo>
                  <a:cubicBezTo>
                    <a:pt x="202" y="22"/>
                    <a:pt x="151" y="1"/>
                    <a:pt x="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45"/>
            <p:cNvSpPr/>
            <p:nvPr/>
          </p:nvSpPr>
          <p:spPr>
            <a:xfrm>
              <a:off x="7023155" y="3380950"/>
              <a:ext cx="92860" cy="88676"/>
            </a:xfrm>
            <a:custGeom>
              <a:rect b="b" l="l" r="r" t="t"/>
              <a:pathLst>
                <a:path extrusionOk="0" h="1865" w="1953">
                  <a:moveTo>
                    <a:pt x="111" y="1"/>
                  </a:moveTo>
                  <a:cubicBezTo>
                    <a:pt x="98" y="1"/>
                    <a:pt x="86" y="3"/>
                    <a:pt x="77" y="8"/>
                  </a:cubicBezTo>
                  <a:cubicBezTo>
                    <a:pt x="19" y="65"/>
                    <a:pt x="0" y="142"/>
                    <a:pt x="19" y="180"/>
                  </a:cubicBezTo>
                  <a:lnTo>
                    <a:pt x="785" y="1788"/>
                  </a:lnTo>
                  <a:cubicBezTo>
                    <a:pt x="804" y="1826"/>
                    <a:pt x="861" y="1865"/>
                    <a:pt x="900" y="1865"/>
                  </a:cubicBezTo>
                  <a:cubicBezTo>
                    <a:pt x="938" y="1865"/>
                    <a:pt x="976" y="1865"/>
                    <a:pt x="976" y="1788"/>
                  </a:cubicBezTo>
                  <a:lnTo>
                    <a:pt x="1914" y="448"/>
                  </a:lnTo>
                  <a:cubicBezTo>
                    <a:pt x="1952" y="391"/>
                    <a:pt x="1933" y="314"/>
                    <a:pt x="1895" y="276"/>
                  </a:cubicBezTo>
                  <a:cubicBezTo>
                    <a:pt x="1873" y="261"/>
                    <a:pt x="1848" y="255"/>
                    <a:pt x="1824" y="255"/>
                  </a:cubicBezTo>
                  <a:cubicBezTo>
                    <a:pt x="1785" y="255"/>
                    <a:pt x="1746" y="271"/>
                    <a:pt x="1723" y="295"/>
                  </a:cubicBezTo>
                  <a:lnTo>
                    <a:pt x="900" y="1482"/>
                  </a:lnTo>
                  <a:lnTo>
                    <a:pt x="230" y="65"/>
                  </a:lnTo>
                  <a:cubicBezTo>
                    <a:pt x="201" y="22"/>
                    <a:pt x="151" y="1"/>
                    <a:pt x="1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45"/>
            <p:cNvSpPr/>
            <p:nvPr/>
          </p:nvSpPr>
          <p:spPr>
            <a:xfrm>
              <a:off x="6283218" y="3207115"/>
              <a:ext cx="326033" cy="290943"/>
            </a:xfrm>
            <a:custGeom>
              <a:rect b="b" l="l" r="r" t="t"/>
              <a:pathLst>
                <a:path extrusionOk="0" h="6119" w="6857">
                  <a:moveTo>
                    <a:pt x="3779" y="0"/>
                  </a:moveTo>
                  <a:cubicBezTo>
                    <a:pt x="3623" y="0"/>
                    <a:pt x="3471" y="80"/>
                    <a:pt x="3331" y="257"/>
                  </a:cubicBezTo>
                  <a:cubicBezTo>
                    <a:pt x="3331" y="257"/>
                    <a:pt x="1" y="5387"/>
                    <a:pt x="3216" y="6056"/>
                  </a:cubicBezTo>
                  <a:cubicBezTo>
                    <a:pt x="3423" y="6098"/>
                    <a:pt x="3613" y="6118"/>
                    <a:pt x="3787" y="6118"/>
                  </a:cubicBezTo>
                  <a:cubicBezTo>
                    <a:pt x="6857" y="6118"/>
                    <a:pt x="5148" y="0"/>
                    <a:pt x="37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45"/>
            <p:cNvSpPr/>
            <p:nvPr/>
          </p:nvSpPr>
          <p:spPr>
            <a:xfrm>
              <a:off x="6451584" y="3294841"/>
              <a:ext cx="11887" cy="326746"/>
            </a:xfrm>
            <a:custGeom>
              <a:rect b="b" l="l" r="r" t="t"/>
              <a:pathLst>
                <a:path extrusionOk="0" h="6872" w="250">
                  <a:moveTo>
                    <a:pt x="135" y="1"/>
                  </a:moveTo>
                  <a:cubicBezTo>
                    <a:pt x="58" y="1"/>
                    <a:pt x="1" y="58"/>
                    <a:pt x="1" y="115"/>
                  </a:cubicBezTo>
                  <a:lnTo>
                    <a:pt x="1" y="6757"/>
                  </a:lnTo>
                  <a:cubicBezTo>
                    <a:pt x="1" y="6815"/>
                    <a:pt x="58" y="6872"/>
                    <a:pt x="135" y="6872"/>
                  </a:cubicBezTo>
                  <a:cubicBezTo>
                    <a:pt x="173" y="6872"/>
                    <a:pt x="250" y="6815"/>
                    <a:pt x="250" y="6757"/>
                  </a:cubicBezTo>
                  <a:lnTo>
                    <a:pt x="250" y="115"/>
                  </a:lnTo>
                  <a:cubicBezTo>
                    <a:pt x="250" y="58"/>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45"/>
            <p:cNvSpPr/>
            <p:nvPr/>
          </p:nvSpPr>
          <p:spPr>
            <a:xfrm>
              <a:off x="6401564" y="3497775"/>
              <a:ext cx="130185" cy="192092"/>
            </a:xfrm>
            <a:custGeom>
              <a:rect b="b" l="l" r="r" t="t"/>
              <a:pathLst>
                <a:path extrusionOk="0" h="4040" w="2738">
                  <a:moveTo>
                    <a:pt x="0" y="1"/>
                  </a:moveTo>
                  <a:lnTo>
                    <a:pt x="325" y="4020"/>
                  </a:lnTo>
                  <a:lnTo>
                    <a:pt x="2278" y="4040"/>
                  </a:lnTo>
                  <a:lnTo>
                    <a:pt x="2737" y="77"/>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45"/>
            <p:cNvSpPr/>
            <p:nvPr/>
          </p:nvSpPr>
          <p:spPr>
            <a:xfrm>
              <a:off x="6410645" y="3317236"/>
              <a:ext cx="93764" cy="88676"/>
            </a:xfrm>
            <a:custGeom>
              <a:rect b="b" l="l" r="r" t="t"/>
              <a:pathLst>
                <a:path extrusionOk="0" h="1865" w="1972">
                  <a:moveTo>
                    <a:pt x="120" y="1"/>
                  </a:moveTo>
                  <a:cubicBezTo>
                    <a:pt x="106" y="1"/>
                    <a:pt x="91" y="3"/>
                    <a:pt x="77" y="8"/>
                  </a:cubicBezTo>
                  <a:cubicBezTo>
                    <a:pt x="39" y="65"/>
                    <a:pt x="0" y="123"/>
                    <a:pt x="39" y="180"/>
                  </a:cubicBezTo>
                  <a:lnTo>
                    <a:pt x="804" y="1788"/>
                  </a:lnTo>
                  <a:cubicBezTo>
                    <a:pt x="823" y="1826"/>
                    <a:pt x="862" y="1865"/>
                    <a:pt x="919" y="1865"/>
                  </a:cubicBezTo>
                  <a:cubicBezTo>
                    <a:pt x="957" y="1865"/>
                    <a:pt x="996" y="1826"/>
                    <a:pt x="996" y="1788"/>
                  </a:cubicBezTo>
                  <a:lnTo>
                    <a:pt x="1914" y="448"/>
                  </a:lnTo>
                  <a:cubicBezTo>
                    <a:pt x="1972" y="391"/>
                    <a:pt x="1953" y="314"/>
                    <a:pt x="1895" y="276"/>
                  </a:cubicBezTo>
                  <a:cubicBezTo>
                    <a:pt x="1881" y="261"/>
                    <a:pt x="1861" y="255"/>
                    <a:pt x="1838" y="255"/>
                  </a:cubicBezTo>
                  <a:cubicBezTo>
                    <a:pt x="1801" y="255"/>
                    <a:pt x="1759" y="271"/>
                    <a:pt x="1723" y="295"/>
                  </a:cubicBezTo>
                  <a:lnTo>
                    <a:pt x="919" y="1482"/>
                  </a:lnTo>
                  <a:lnTo>
                    <a:pt x="249" y="65"/>
                  </a:lnTo>
                  <a:cubicBezTo>
                    <a:pt x="206" y="22"/>
                    <a:pt x="163"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45"/>
            <p:cNvSpPr/>
            <p:nvPr/>
          </p:nvSpPr>
          <p:spPr>
            <a:xfrm>
              <a:off x="6407935" y="3380950"/>
              <a:ext cx="92860" cy="88676"/>
            </a:xfrm>
            <a:custGeom>
              <a:rect b="b" l="l" r="r" t="t"/>
              <a:pathLst>
                <a:path extrusionOk="0" h="1865" w="1953">
                  <a:moveTo>
                    <a:pt x="111" y="1"/>
                  </a:moveTo>
                  <a:cubicBezTo>
                    <a:pt x="95" y="1"/>
                    <a:pt x="77" y="3"/>
                    <a:pt x="57" y="8"/>
                  </a:cubicBezTo>
                  <a:cubicBezTo>
                    <a:pt x="19" y="65"/>
                    <a:pt x="0" y="142"/>
                    <a:pt x="19" y="180"/>
                  </a:cubicBezTo>
                  <a:lnTo>
                    <a:pt x="785" y="1788"/>
                  </a:lnTo>
                  <a:cubicBezTo>
                    <a:pt x="804" y="1826"/>
                    <a:pt x="861" y="1865"/>
                    <a:pt x="900" y="1865"/>
                  </a:cubicBezTo>
                  <a:cubicBezTo>
                    <a:pt x="957" y="1865"/>
                    <a:pt x="976" y="1865"/>
                    <a:pt x="976" y="1788"/>
                  </a:cubicBezTo>
                  <a:lnTo>
                    <a:pt x="1914" y="448"/>
                  </a:lnTo>
                  <a:cubicBezTo>
                    <a:pt x="1952" y="391"/>
                    <a:pt x="1933" y="314"/>
                    <a:pt x="1876" y="276"/>
                  </a:cubicBezTo>
                  <a:cubicBezTo>
                    <a:pt x="1861" y="261"/>
                    <a:pt x="1841" y="255"/>
                    <a:pt x="1819" y="255"/>
                  </a:cubicBezTo>
                  <a:cubicBezTo>
                    <a:pt x="1785" y="255"/>
                    <a:pt x="1746" y="271"/>
                    <a:pt x="1723" y="295"/>
                  </a:cubicBezTo>
                  <a:lnTo>
                    <a:pt x="900" y="1482"/>
                  </a:lnTo>
                  <a:lnTo>
                    <a:pt x="230" y="65"/>
                  </a:lnTo>
                  <a:cubicBezTo>
                    <a:pt x="201" y="22"/>
                    <a:pt x="162" y="1"/>
                    <a:pt x="1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45"/>
            <p:cNvSpPr/>
            <p:nvPr/>
          </p:nvSpPr>
          <p:spPr>
            <a:xfrm>
              <a:off x="6551719" y="3060952"/>
              <a:ext cx="436866" cy="618688"/>
            </a:xfrm>
            <a:custGeom>
              <a:rect b="b" l="l" r="r" t="t"/>
              <a:pathLst>
                <a:path extrusionOk="0" h="13012" w="9188">
                  <a:moveTo>
                    <a:pt x="4843" y="0"/>
                  </a:moveTo>
                  <a:lnTo>
                    <a:pt x="268" y="3829"/>
                  </a:lnTo>
                  <a:cubicBezTo>
                    <a:pt x="268" y="3829"/>
                    <a:pt x="0" y="12633"/>
                    <a:pt x="383" y="12901"/>
                  </a:cubicBezTo>
                  <a:cubicBezTo>
                    <a:pt x="511" y="12984"/>
                    <a:pt x="1461" y="13012"/>
                    <a:pt x="2672" y="13012"/>
                  </a:cubicBezTo>
                  <a:cubicBezTo>
                    <a:pt x="5094" y="13012"/>
                    <a:pt x="8556" y="12901"/>
                    <a:pt x="8556" y="12901"/>
                  </a:cubicBezTo>
                  <a:cubicBezTo>
                    <a:pt x="8556" y="12901"/>
                    <a:pt x="9188" y="4096"/>
                    <a:pt x="8671" y="3446"/>
                  </a:cubicBezTo>
                  <a:cubicBezTo>
                    <a:pt x="8173" y="2795"/>
                    <a:pt x="4843" y="0"/>
                    <a:pt x="4843" y="0"/>
                  </a:cubicBezTo>
                  <a:close/>
                </a:path>
              </a:pathLst>
            </a:custGeom>
            <a:solidFill>
              <a:srgbClr val="E8BD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45"/>
            <p:cNvSpPr/>
            <p:nvPr/>
          </p:nvSpPr>
          <p:spPr>
            <a:xfrm>
              <a:off x="6473456" y="3051728"/>
              <a:ext cx="600668" cy="315050"/>
            </a:xfrm>
            <a:custGeom>
              <a:rect b="b" l="l" r="r" t="t"/>
              <a:pathLst>
                <a:path extrusionOk="0" h="6626" w="12633">
                  <a:moveTo>
                    <a:pt x="6492" y="1"/>
                  </a:moveTo>
                  <a:cubicBezTo>
                    <a:pt x="5984" y="1"/>
                    <a:pt x="0" y="4788"/>
                    <a:pt x="0" y="4788"/>
                  </a:cubicBezTo>
                  <a:cubicBezTo>
                    <a:pt x="0" y="4788"/>
                    <a:pt x="727" y="5937"/>
                    <a:pt x="1263" y="6434"/>
                  </a:cubicBezTo>
                  <a:cubicBezTo>
                    <a:pt x="1279" y="6449"/>
                    <a:pt x="1302" y="6456"/>
                    <a:pt x="1332" y="6456"/>
                  </a:cubicBezTo>
                  <a:cubicBezTo>
                    <a:pt x="2034" y="6456"/>
                    <a:pt x="6489" y="2530"/>
                    <a:pt x="6489" y="2530"/>
                  </a:cubicBezTo>
                  <a:lnTo>
                    <a:pt x="11102" y="6626"/>
                  </a:lnTo>
                  <a:cubicBezTo>
                    <a:pt x="11102" y="6626"/>
                    <a:pt x="12633" y="5286"/>
                    <a:pt x="12633" y="4903"/>
                  </a:cubicBezTo>
                  <a:cubicBezTo>
                    <a:pt x="12633" y="4520"/>
                    <a:pt x="6891" y="118"/>
                    <a:pt x="6508" y="3"/>
                  </a:cubicBezTo>
                  <a:cubicBezTo>
                    <a:pt x="6504" y="2"/>
                    <a:pt x="6498" y="1"/>
                    <a:pt x="64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45"/>
            <p:cNvSpPr/>
            <p:nvPr/>
          </p:nvSpPr>
          <p:spPr>
            <a:xfrm>
              <a:off x="6546251" y="3632811"/>
              <a:ext cx="445092" cy="76171"/>
            </a:xfrm>
            <a:custGeom>
              <a:rect b="b" l="l" r="r" t="t"/>
              <a:pathLst>
                <a:path extrusionOk="0" h="1602" w="9361">
                  <a:moveTo>
                    <a:pt x="5792" y="1"/>
                  </a:moveTo>
                  <a:cubicBezTo>
                    <a:pt x="3227" y="1"/>
                    <a:pt x="92" y="28"/>
                    <a:pt x="58" y="166"/>
                  </a:cubicBezTo>
                  <a:cubicBezTo>
                    <a:pt x="0" y="396"/>
                    <a:pt x="96" y="1563"/>
                    <a:pt x="96" y="1563"/>
                  </a:cubicBezTo>
                  <a:lnTo>
                    <a:pt x="9303" y="1601"/>
                  </a:lnTo>
                  <a:cubicBezTo>
                    <a:pt x="9303" y="1601"/>
                    <a:pt x="9360" y="13"/>
                    <a:pt x="9073" y="13"/>
                  </a:cubicBezTo>
                  <a:cubicBezTo>
                    <a:pt x="8958" y="13"/>
                    <a:pt x="7502" y="1"/>
                    <a:pt x="57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45"/>
            <p:cNvSpPr/>
            <p:nvPr/>
          </p:nvSpPr>
          <p:spPr>
            <a:xfrm>
              <a:off x="6541687" y="3108738"/>
              <a:ext cx="459642" cy="190713"/>
            </a:xfrm>
            <a:custGeom>
              <a:rect b="b" l="l" r="r" t="t"/>
              <a:pathLst>
                <a:path extrusionOk="0" h="4011" w="9667">
                  <a:moveTo>
                    <a:pt x="5044" y="0"/>
                  </a:moveTo>
                  <a:cubicBezTo>
                    <a:pt x="5020" y="0"/>
                    <a:pt x="4996" y="10"/>
                    <a:pt x="4977" y="29"/>
                  </a:cubicBezTo>
                  <a:lnTo>
                    <a:pt x="77" y="3800"/>
                  </a:lnTo>
                  <a:cubicBezTo>
                    <a:pt x="20" y="3857"/>
                    <a:pt x="1" y="3915"/>
                    <a:pt x="58" y="3972"/>
                  </a:cubicBezTo>
                  <a:cubicBezTo>
                    <a:pt x="77" y="3991"/>
                    <a:pt x="96" y="4010"/>
                    <a:pt x="154" y="4010"/>
                  </a:cubicBezTo>
                  <a:cubicBezTo>
                    <a:pt x="173" y="4010"/>
                    <a:pt x="192" y="4010"/>
                    <a:pt x="250" y="3972"/>
                  </a:cubicBezTo>
                  <a:lnTo>
                    <a:pt x="5073" y="259"/>
                  </a:lnTo>
                  <a:lnTo>
                    <a:pt x="9475" y="3857"/>
                  </a:lnTo>
                  <a:cubicBezTo>
                    <a:pt x="9489" y="3864"/>
                    <a:pt x="9508" y="3869"/>
                    <a:pt x="9530" y="3869"/>
                  </a:cubicBezTo>
                  <a:cubicBezTo>
                    <a:pt x="9567" y="3869"/>
                    <a:pt x="9611" y="3855"/>
                    <a:pt x="9648" y="3819"/>
                  </a:cubicBezTo>
                  <a:cubicBezTo>
                    <a:pt x="9667" y="3781"/>
                    <a:pt x="9667" y="3704"/>
                    <a:pt x="9628" y="3666"/>
                  </a:cubicBezTo>
                  <a:lnTo>
                    <a:pt x="5111" y="29"/>
                  </a:lnTo>
                  <a:cubicBezTo>
                    <a:pt x="5092" y="10"/>
                    <a:pt x="5068" y="0"/>
                    <a:pt x="50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45"/>
            <p:cNvSpPr/>
            <p:nvPr/>
          </p:nvSpPr>
          <p:spPr>
            <a:xfrm>
              <a:off x="6655469" y="3308249"/>
              <a:ext cx="242112" cy="327935"/>
            </a:xfrm>
            <a:custGeom>
              <a:rect b="b" l="l" r="r" t="t"/>
              <a:pathLst>
                <a:path extrusionOk="0" h="6897" w="5092">
                  <a:moveTo>
                    <a:pt x="3120" y="0"/>
                  </a:moveTo>
                  <a:cubicBezTo>
                    <a:pt x="1908" y="0"/>
                    <a:pt x="493" y="60"/>
                    <a:pt x="307" y="82"/>
                  </a:cubicBezTo>
                  <a:cubicBezTo>
                    <a:pt x="0" y="101"/>
                    <a:pt x="249" y="6858"/>
                    <a:pt x="249" y="6858"/>
                  </a:cubicBezTo>
                  <a:lnTo>
                    <a:pt x="4958" y="6896"/>
                  </a:lnTo>
                  <a:cubicBezTo>
                    <a:pt x="4958" y="6896"/>
                    <a:pt x="5092" y="369"/>
                    <a:pt x="4900" y="140"/>
                  </a:cubicBezTo>
                  <a:cubicBezTo>
                    <a:pt x="4810" y="34"/>
                    <a:pt x="4021" y="0"/>
                    <a:pt x="3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45"/>
            <p:cNvSpPr/>
            <p:nvPr/>
          </p:nvSpPr>
          <p:spPr>
            <a:xfrm>
              <a:off x="6769203" y="3315762"/>
              <a:ext cx="13694" cy="324036"/>
            </a:xfrm>
            <a:custGeom>
              <a:rect b="b" l="l" r="r" t="t"/>
              <a:pathLst>
                <a:path extrusionOk="0" h="6815" w="288">
                  <a:moveTo>
                    <a:pt x="173" y="1"/>
                  </a:moveTo>
                  <a:cubicBezTo>
                    <a:pt x="97" y="1"/>
                    <a:pt x="58" y="39"/>
                    <a:pt x="58" y="116"/>
                  </a:cubicBezTo>
                  <a:lnTo>
                    <a:pt x="1" y="6700"/>
                  </a:lnTo>
                  <a:cubicBezTo>
                    <a:pt x="1" y="6777"/>
                    <a:pt x="58" y="6815"/>
                    <a:pt x="116" y="6815"/>
                  </a:cubicBezTo>
                  <a:cubicBezTo>
                    <a:pt x="192" y="6815"/>
                    <a:pt x="250" y="6777"/>
                    <a:pt x="250" y="6700"/>
                  </a:cubicBezTo>
                  <a:lnTo>
                    <a:pt x="288" y="116"/>
                  </a:lnTo>
                  <a:cubicBezTo>
                    <a:pt x="288" y="39"/>
                    <a:pt x="250" y="1"/>
                    <a:pt x="1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45"/>
            <p:cNvSpPr/>
            <p:nvPr/>
          </p:nvSpPr>
          <p:spPr>
            <a:xfrm>
              <a:off x="6724603" y="3440147"/>
              <a:ext cx="26484" cy="49497"/>
            </a:xfrm>
            <a:custGeom>
              <a:rect b="b" l="l" r="r" t="t"/>
              <a:pathLst>
                <a:path extrusionOk="0" h="1041" w="557">
                  <a:moveTo>
                    <a:pt x="369" y="0"/>
                  </a:moveTo>
                  <a:cubicBezTo>
                    <a:pt x="313" y="0"/>
                    <a:pt x="264" y="25"/>
                    <a:pt x="250" y="84"/>
                  </a:cubicBezTo>
                  <a:cubicBezTo>
                    <a:pt x="231" y="103"/>
                    <a:pt x="1" y="639"/>
                    <a:pt x="288" y="983"/>
                  </a:cubicBezTo>
                  <a:cubicBezTo>
                    <a:pt x="326" y="1021"/>
                    <a:pt x="345" y="1041"/>
                    <a:pt x="384" y="1041"/>
                  </a:cubicBezTo>
                  <a:cubicBezTo>
                    <a:pt x="422" y="1041"/>
                    <a:pt x="441" y="1041"/>
                    <a:pt x="479" y="1021"/>
                  </a:cubicBezTo>
                  <a:cubicBezTo>
                    <a:pt x="537" y="964"/>
                    <a:pt x="556" y="907"/>
                    <a:pt x="518" y="849"/>
                  </a:cubicBezTo>
                  <a:cubicBezTo>
                    <a:pt x="326" y="620"/>
                    <a:pt x="479" y="179"/>
                    <a:pt x="479" y="179"/>
                  </a:cubicBezTo>
                  <a:cubicBezTo>
                    <a:pt x="518" y="103"/>
                    <a:pt x="479" y="45"/>
                    <a:pt x="422" y="7"/>
                  </a:cubicBezTo>
                  <a:cubicBezTo>
                    <a:pt x="404" y="2"/>
                    <a:pt x="386" y="0"/>
                    <a:pt x="3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45"/>
            <p:cNvSpPr/>
            <p:nvPr/>
          </p:nvSpPr>
          <p:spPr>
            <a:xfrm>
              <a:off x="6799253" y="3439006"/>
              <a:ext cx="28243" cy="53396"/>
            </a:xfrm>
            <a:custGeom>
              <a:rect b="b" l="l" r="r" t="t"/>
              <a:pathLst>
                <a:path extrusionOk="0" h="1123" w="594">
                  <a:moveTo>
                    <a:pt x="126" y="0"/>
                  </a:moveTo>
                  <a:cubicBezTo>
                    <a:pt x="102" y="0"/>
                    <a:pt x="79" y="5"/>
                    <a:pt x="58" y="12"/>
                  </a:cubicBezTo>
                  <a:cubicBezTo>
                    <a:pt x="0" y="50"/>
                    <a:pt x="0" y="127"/>
                    <a:pt x="20" y="184"/>
                  </a:cubicBezTo>
                  <a:cubicBezTo>
                    <a:pt x="20" y="184"/>
                    <a:pt x="288" y="624"/>
                    <a:pt x="58" y="911"/>
                  </a:cubicBezTo>
                  <a:cubicBezTo>
                    <a:pt x="20" y="969"/>
                    <a:pt x="39" y="1045"/>
                    <a:pt x="96" y="1084"/>
                  </a:cubicBezTo>
                  <a:cubicBezTo>
                    <a:pt x="115" y="1122"/>
                    <a:pt x="134" y="1122"/>
                    <a:pt x="154" y="1122"/>
                  </a:cubicBezTo>
                  <a:cubicBezTo>
                    <a:pt x="211" y="1122"/>
                    <a:pt x="230" y="1084"/>
                    <a:pt x="249" y="1065"/>
                  </a:cubicBezTo>
                  <a:cubicBezTo>
                    <a:pt x="594" y="663"/>
                    <a:pt x="249" y="88"/>
                    <a:pt x="230" y="50"/>
                  </a:cubicBezTo>
                  <a:cubicBezTo>
                    <a:pt x="206" y="14"/>
                    <a:pt x="166" y="0"/>
                    <a:pt x="12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45"/>
            <p:cNvSpPr/>
            <p:nvPr/>
          </p:nvSpPr>
          <p:spPr>
            <a:xfrm>
              <a:off x="6578108" y="3634285"/>
              <a:ext cx="17307" cy="79262"/>
            </a:xfrm>
            <a:custGeom>
              <a:rect b="b" l="l" r="r" t="t"/>
              <a:pathLst>
                <a:path extrusionOk="0" h="1667" w="364">
                  <a:moveTo>
                    <a:pt x="115" y="1"/>
                  </a:moveTo>
                  <a:cubicBezTo>
                    <a:pt x="58" y="1"/>
                    <a:pt x="0" y="39"/>
                    <a:pt x="0" y="116"/>
                  </a:cubicBezTo>
                  <a:lnTo>
                    <a:pt x="115" y="1551"/>
                  </a:lnTo>
                  <a:cubicBezTo>
                    <a:pt x="115" y="1628"/>
                    <a:pt x="173" y="1666"/>
                    <a:pt x="249" y="1666"/>
                  </a:cubicBezTo>
                  <a:cubicBezTo>
                    <a:pt x="307" y="1647"/>
                    <a:pt x="364" y="1590"/>
                    <a:pt x="364" y="1551"/>
                  </a:cubicBezTo>
                  <a:lnTo>
                    <a:pt x="249" y="116"/>
                  </a:lnTo>
                  <a:cubicBezTo>
                    <a:pt x="249" y="39"/>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45"/>
            <p:cNvSpPr/>
            <p:nvPr/>
          </p:nvSpPr>
          <p:spPr>
            <a:xfrm>
              <a:off x="6654565" y="3631575"/>
              <a:ext cx="14597" cy="76504"/>
            </a:xfrm>
            <a:custGeom>
              <a:rect b="b" l="l" r="r" t="t"/>
              <a:pathLst>
                <a:path extrusionOk="0" h="1609" w="307">
                  <a:moveTo>
                    <a:pt x="115" y="1"/>
                  </a:moveTo>
                  <a:cubicBezTo>
                    <a:pt x="38" y="1"/>
                    <a:pt x="0" y="58"/>
                    <a:pt x="0" y="135"/>
                  </a:cubicBezTo>
                  <a:lnTo>
                    <a:pt x="77" y="1494"/>
                  </a:lnTo>
                  <a:cubicBezTo>
                    <a:pt x="77" y="1570"/>
                    <a:pt x="115" y="1608"/>
                    <a:pt x="192" y="1608"/>
                  </a:cubicBezTo>
                  <a:cubicBezTo>
                    <a:pt x="268" y="1608"/>
                    <a:pt x="306" y="1532"/>
                    <a:pt x="306" y="1494"/>
                  </a:cubicBezTo>
                  <a:lnTo>
                    <a:pt x="230" y="135"/>
                  </a:lnTo>
                  <a:cubicBezTo>
                    <a:pt x="230" y="58"/>
                    <a:pt x="192" y="1"/>
                    <a:pt x="1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45"/>
            <p:cNvSpPr/>
            <p:nvPr/>
          </p:nvSpPr>
          <p:spPr>
            <a:xfrm>
              <a:off x="6724603" y="3628865"/>
              <a:ext cx="13741" cy="77407"/>
            </a:xfrm>
            <a:custGeom>
              <a:rect b="b" l="l" r="r" t="t"/>
              <a:pathLst>
                <a:path extrusionOk="0" h="1628" w="289">
                  <a:moveTo>
                    <a:pt x="135" y="0"/>
                  </a:moveTo>
                  <a:cubicBezTo>
                    <a:pt x="58" y="0"/>
                    <a:pt x="1" y="38"/>
                    <a:pt x="1" y="115"/>
                  </a:cubicBezTo>
                  <a:lnTo>
                    <a:pt x="58" y="1493"/>
                  </a:lnTo>
                  <a:cubicBezTo>
                    <a:pt x="58" y="1570"/>
                    <a:pt x="97" y="1627"/>
                    <a:pt x="173" y="1627"/>
                  </a:cubicBezTo>
                  <a:cubicBezTo>
                    <a:pt x="250" y="1627"/>
                    <a:pt x="288" y="1570"/>
                    <a:pt x="288" y="1493"/>
                  </a:cubicBezTo>
                  <a:lnTo>
                    <a:pt x="250" y="115"/>
                  </a:lnTo>
                  <a:cubicBezTo>
                    <a:pt x="250" y="38"/>
                    <a:pt x="192"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45"/>
            <p:cNvSpPr/>
            <p:nvPr/>
          </p:nvSpPr>
          <p:spPr>
            <a:xfrm>
              <a:off x="6817464" y="3629768"/>
              <a:ext cx="16404" cy="76504"/>
            </a:xfrm>
            <a:custGeom>
              <a:rect b="b" l="l" r="r" t="t"/>
              <a:pathLst>
                <a:path extrusionOk="0" h="1609" w="345">
                  <a:moveTo>
                    <a:pt x="115" y="0"/>
                  </a:moveTo>
                  <a:cubicBezTo>
                    <a:pt x="39" y="0"/>
                    <a:pt x="0" y="39"/>
                    <a:pt x="0" y="115"/>
                  </a:cubicBezTo>
                  <a:lnTo>
                    <a:pt x="115" y="1474"/>
                  </a:lnTo>
                  <a:cubicBezTo>
                    <a:pt x="115" y="1551"/>
                    <a:pt x="153" y="1608"/>
                    <a:pt x="230" y="1608"/>
                  </a:cubicBezTo>
                  <a:cubicBezTo>
                    <a:pt x="307" y="1608"/>
                    <a:pt x="345" y="1532"/>
                    <a:pt x="345" y="1474"/>
                  </a:cubicBezTo>
                  <a:lnTo>
                    <a:pt x="230" y="115"/>
                  </a:lnTo>
                  <a:cubicBezTo>
                    <a:pt x="230" y="39"/>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45"/>
            <p:cNvSpPr/>
            <p:nvPr/>
          </p:nvSpPr>
          <p:spPr>
            <a:xfrm>
              <a:off x="6940327" y="3628865"/>
              <a:ext cx="10936" cy="79214"/>
            </a:xfrm>
            <a:custGeom>
              <a:rect b="b" l="l" r="r" t="t"/>
              <a:pathLst>
                <a:path extrusionOk="0" h="1666" w="230">
                  <a:moveTo>
                    <a:pt x="115" y="0"/>
                  </a:moveTo>
                  <a:cubicBezTo>
                    <a:pt x="39" y="0"/>
                    <a:pt x="0" y="38"/>
                    <a:pt x="0" y="115"/>
                  </a:cubicBezTo>
                  <a:lnTo>
                    <a:pt x="0" y="1551"/>
                  </a:lnTo>
                  <a:cubicBezTo>
                    <a:pt x="0" y="1627"/>
                    <a:pt x="39" y="1665"/>
                    <a:pt x="115" y="1665"/>
                  </a:cubicBezTo>
                  <a:cubicBezTo>
                    <a:pt x="192" y="1665"/>
                    <a:pt x="230" y="1589"/>
                    <a:pt x="230" y="1551"/>
                  </a:cubicBezTo>
                  <a:lnTo>
                    <a:pt x="230" y="115"/>
                  </a:lnTo>
                  <a:cubicBezTo>
                    <a:pt x="230" y="38"/>
                    <a:pt x="192" y="0"/>
                    <a:pt x="1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45"/>
            <p:cNvSpPr/>
            <p:nvPr/>
          </p:nvSpPr>
          <p:spPr>
            <a:xfrm>
              <a:off x="6883888" y="3629768"/>
              <a:ext cx="13694" cy="79214"/>
            </a:xfrm>
            <a:custGeom>
              <a:rect b="b" l="l" r="r" t="t"/>
              <a:pathLst>
                <a:path extrusionOk="0" h="1666" w="288">
                  <a:moveTo>
                    <a:pt x="135" y="0"/>
                  </a:moveTo>
                  <a:cubicBezTo>
                    <a:pt x="58" y="0"/>
                    <a:pt x="1" y="39"/>
                    <a:pt x="1" y="115"/>
                  </a:cubicBezTo>
                  <a:lnTo>
                    <a:pt x="58" y="1551"/>
                  </a:lnTo>
                  <a:cubicBezTo>
                    <a:pt x="58" y="1627"/>
                    <a:pt x="96" y="1665"/>
                    <a:pt x="173" y="1665"/>
                  </a:cubicBezTo>
                  <a:cubicBezTo>
                    <a:pt x="249" y="1665"/>
                    <a:pt x="288" y="1627"/>
                    <a:pt x="288" y="1551"/>
                  </a:cubicBezTo>
                  <a:lnTo>
                    <a:pt x="249" y="115"/>
                  </a:lnTo>
                  <a:cubicBezTo>
                    <a:pt x="249" y="39"/>
                    <a:pt x="173" y="0"/>
                    <a:pt x="1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45"/>
            <p:cNvSpPr/>
            <p:nvPr/>
          </p:nvSpPr>
          <p:spPr>
            <a:xfrm>
              <a:off x="7532771" y="3207115"/>
              <a:ext cx="325938" cy="290943"/>
            </a:xfrm>
            <a:custGeom>
              <a:rect b="b" l="l" r="r" t="t"/>
              <a:pathLst>
                <a:path extrusionOk="0" h="6119" w="6855">
                  <a:moveTo>
                    <a:pt x="3779" y="0"/>
                  </a:moveTo>
                  <a:cubicBezTo>
                    <a:pt x="3623" y="0"/>
                    <a:pt x="3471" y="80"/>
                    <a:pt x="3331" y="257"/>
                  </a:cubicBezTo>
                  <a:cubicBezTo>
                    <a:pt x="3331" y="257"/>
                    <a:pt x="1" y="5387"/>
                    <a:pt x="3197" y="6056"/>
                  </a:cubicBezTo>
                  <a:cubicBezTo>
                    <a:pt x="3405" y="6098"/>
                    <a:pt x="3596" y="6118"/>
                    <a:pt x="3771" y="6118"/>
                  </a:cubicBezTo>
                  <a:cubicBezTo>
                    <a:pt x="6855" y="6118"/>
                    <a:pt x="5148" y="0"/>
                    <a:pt x="37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45"/>
            <p:cNvSpPr/>
            <p:nvPr/>
          </p:nvSpPr>
          <p:spPr>
            <a:xfrm>
              <a:off x="7701138" y="3294841"/>
              <a:ext cx="10983" cy="326746"/>
            </a:xfrm>
            <a:custGeom>
              <a:rect b="b" l="l" r="r" t="t"/>
              <a:pathLst>
                <a:path extrusionOk="0" h="6872" w="231">
                  <a:moveTo>
                    <a:pt x="116" y="1"/>
                  </a:moveTo>
                  <a:cubicBezTo>
                    <a:pt x="39" y="1"/>
                    <a:pt x="1" y="58"/>
                    <a:pt x="1" y="115"/>
                  </a:cubicBezTo>
                  <a:lnTo>
                    <a:pt x="1" y="6757"/>
                  </a:lnTo>
                  <a:cubicBezTo>
                    <a:pt x="1" y="6815"/>
                    <a:pt x="39" y="6872"/>
                    <a:pt x="116" y="6872"/>
                  </a:cubicBezTo>
                  <a:cubicBezTo>
                    <a:pt x="192" y="6872"/>
                    <a:pt x="230" y="6815"/>
                    <a:pt x="230" y="6757"/>
                  </a:cubicBezTo>
                  <a:lnTo>
                    <a:pt x="230" y="115"/>
                  </a:lnTo>
                  <a:cubicBezTo>
                    <a:pt x="230" y="58"/>
                    <a:pt x="192" y="1"/>
                    <a:pt x="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45"/>
            <p:cNvSpPr/>
            <p:nvPr/>
          </p:nvSpPr>
          <p:spPr>
            <a:xfrm>
              <a:off x="7651118" y="3497775"/>
              <a:ext cx="129282" cy="192092"/>
            </a:xfrm>
            <a:custGeom>
              <a:rect b="b" l="l" r="r" t="t"/>
              <a:pathLst>
                <a:path extrusionOk="0" h="4040" w="2719">
                  <a:moveTo>
                    <a:pt x="0" y="1"/>
                  </a:moveTo>
                  <a:lnTo>
                    <a:pt x="325" y="4020"/>
                  </a:lnTo>
                  <a:lnTo>
                    <a:pt x="2278" y="4040"/>
                  </a:lnTo>
                  <a:lnTo>
                    <a:pt x="2718" y="77"/>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45"/>
            <p:cNvSpPr/>
            <p:nvPr/>
          </p:nvSpPr>
          <p:spPr>
            <a:xfrm>
              <a:off x="7660199" y="3317236"/>
              <a:ext cx="92860" cy="88676"/>
            </a:xfrm>
            <a:custGeom>
              <a:rect b="b" l="l" r="r" t="t"/>
              <a:pathLst>
                <a:path extrusionOk="0" h="1865" w="1953">
                  <a:moveTo>
                    <a:pt x="112" y="1"/>
                  </a:moveTo>
                  <a:cubicBezTo>
                    <a:pt x="99" y="1"/>
                    <a:pt x="87" y="3"/>
                    <a:pt x="77" y="8"/>
                  </a:cubicBezTo>
                  <a:cubicBezTo>
                    <a:pt x="20" y="65"/>
                    <a:pt x="0" y="123"/>
                    <a:pt x="20" y="180"/>
                  </a:cubicBezTo>
                  <a:lnTo>
                    <a:pt x="785" y="1788"/>
                  </a:lnTo>
                  <a:cubicBezTo>
                    <a:pt x="804" y="1826"/>
                    <a:pt x="862" y="1865"/>
                    <a:pt x="900" y="1865"/>
                  </a:cubicBezTo>
                  <a:cubicBezTo>
                    <a:pt x="958" y="1865"/>
                    <a:pt x="996" y="1826"/>
                    <a:pt x="977" y="1788"/>
                  </a:cubicBezTo>
                  <a:lnTo>
                    <a:pt x="1915" y="448"/>
                  </a:lnTo>
                  <a:cubicBezTo>
                    <a:pt x="1953" y="391"/>
                    <a:pt x="1934" y="314"/>
                    <a:pt x="1876" y="276"/>
                  </a:cubicBezTo>
                  <a:cubicBezTo>
                    <a:pt x="1862" y="261"/>
                    <a:pt x="1841" y="255"/>
                    <a:pt x="1820" y="255"/>
                  </a:cubicBezTo>
                  <a:cubicBezTo>
                    <a:pt x="1785" y="255"/>
                    <a:pt x="1747" y="271"/>
                    <a:pt x="1723" y="295"/>
                  </a:cubicBezTo>
                  <a:lnTo>
                    <a:pt x="900" y="1482"/>
                  </a:lnTo>
                  <a:lnTo>
                    <a:pt x="230" y="65"/>
                  </a:lnTo>
                  <a:cubicBezTo>
                    <a:pt x="201" y="22"/>
                    <a:pt x="151" y="1"/>
                    <a:pt x="1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45"/>
            <p:cNvSpPr/>
            <p:nvPr/>
          </p:nvSpPr>
          <p:spPr>
            <a:xfrm>
              <a:off x="7656538" y="3380950"/>
              <a:ext cx="92908" cy="88676"/>
            </a:xfrm>
            <a:custGeom>
              <a:rect b="b" l="l" r="r" t="t"/>
              <a:pathLst>
                <a:path extrusionOk="0" h="1865" w="1954">
                  <a:moveTo>
                    <a:pt x="112" y="1"/>
                  </a:moveTo>
                  <a:cubicBezTo>
                    <a:pt x="99" y="1"/>
                    <a:pt x="87" y="3"/>
                    <a:pt x="77" y="8"/>
                  </a:cubicBezTo>
                  <a:cubicBezTo>
                    <a:pt x="20" y="65"/>
                    <a:pt x="1" y="142"/>
                    <a:pt x="20" y="180"/>
                  </a:cubicBezTo>
                  <a:lnTo>
                    <a:pt x="786" y="1788"/>
                  </a:lnTo>
                  <a:cubicBezTo>
                    <a:pt x="824" y="1826"/>
                    <a:pt x="862" y="1865"/>
                    <a:pt x="901" y="1865"/>
                  </a:cubicBezTo>
                  <a:cubicBezTo>
                    <a:pt x="958" y="1865"/>
                    <a:pt x="977" y="1865"/>
                    <a:pt x="977" y="1788"/>
                  </a:cubicBezTo>
                  <a:lnTo>
                    <a:pt x="1915" y="448"/>
                  </a:lnTo>
                  <a:cubicBezTo>
                    <a:pt x="1953" y="391"/>
                    <a:pt x="1934" y="314"/>
                    <a:pt x="1896" y="276"/>
                  </a:cubicBezTo>
                  <a:cubicBezTo>
                    <a:pt x="1874" y="261"/>
                    <a:pt x="1849" y="255"/>
                    <a:pt x="1825" y="255"/>
                  </a:cubicBezTo>
                  <a:cubicBezTo>
                    <a:pt x="1786" y="255"/>
                    <a:pt x="1747" y="271"/>
                    <a:pt x="1724" y="295"/>
                  </a:cubicBezTo>
                  <a:lnTo>
                    <a:pt x="901" y="1482"/>
                  </a:lnTo>
                  <a:lnTo>
                    <a:pt x="231" y="65"/>
                  </a:lnTo>
                  <a:cubicBezTo>
                    <a:pt x="202" y="22"/>
                    <a:pt x="152" y="1"/>
                    <a:pt x="1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45"/>
            <p:cNvSpPr/>
            <p:nvPr/>
          </p:nvSpPr>
          <p:spPr>
            <a:xfrm>
              <a:off x="5729001" y="3207115"/>
              <a:ext cx="326746" cy="290943"/>
            </a:xfrm>
            <a:custGeom>
              <a:rect b="b" l="l" r="r" t="t"/>
              <a:pathLst>
                <a:path extrusionOk="0" h="6119" w="6872">
                  <a:moveTo>
                    <a:pt x="3779" y="0"/>
                  </a:moveTo>
                  <a:cubicBezTo>
                    <a:pt x="3622" y="0"/>
                    <a:pt x="3470" y="80"/>
                    <a:pt x="3331" y="257"/>
                  </a:cubicBezTo>
                  <a:cubicBezTo>
                    <a:pt x="3331" y="257"/>
                    <a:pt x="0" y="5387"/>
                    <a:pt x="3216" y="6056"/>
                  </a:cubicBezTo>
                  <a:cubicBezTo>
                    <a:pt x="3423" y="6098"/>
                    <a:pt x="3614" y="6118"/>
                    <a:pt x="3789" y="6118"/>
                  </a:cubicBezTo>
                  <a:cubicBezTo>
                    <a:pt x="6872" y="6118"/>
                    <a:pt x="5151" y="0"/>
                    <a:pt x="37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45"/>
            <p:cNvSpPr/>
            <p:nvPr/>
          </p:nvSpPr>
          <p:spPr>
            <a:xfrm>
              <a:off x="5896417" y="3294841"/>
              <a:ext cx="11887" cy="326746"/>
            </a:xfrm>
            <a:custGeom>
              <a:rect b="b" l="l" r="r" t="t"/>
              <a:pathLst>
                <a:path extrusionOk="0" h="6872" w="250">
                  <a:moveTo>
                    <a:pt x="135" y="1"/>
                  </a:moveTo>
                  <a:cubicBezTo>
                    <a:pt x="58" y="1"/>
                    <a:pt x="1" y="58"/>
                    <a:pt x="1" y="115"/>
                  </a:cubicBezTo>
                  <a:lnTo>
                    <a:pt x="1" y="6757"/>
                  </a:lnTo>
                  <a:cubicBezTo>
                    <a:pt x="1" y="6815"/>
                    <a:pt x="58" y="6872"/>
                    <a:pt x="135" y="6872"/>
                  </a:cubicBezTo>
                  <a:cubicBezTo>
                    <a:pt x="192" y="6872"/>
                    <a:pt x="250" y="6815"/>
                    <a:pt x="250" y="6757"/>
                  </a:cubicBezTo>
                  <a:lnTo>
                    <a:pt x="250" y="115"/>
                  </a:lnTo>
                  <a:cubicBezTo>
                    <a:pt x="250" y="58"/>
                    <a:pt x="192" y="1"/>
                    <a:pt x="1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45"/>
            <p:cNvSpPr/>
            <p:nvPr/>
          </p:nvSpPr>
          <p:spPr>
            <a:xfrm>
              <a:off x="5848204" y="3497775"/>
              <a:ext cx="129282" cy="192092"/>
            </a:xfrm>
            <a:custGeom>
              <a:rect b="b" l="l" r="r" t="t"/>
              <a:pathLst>
                <a:path extrusionOk="0" h="4040" w="2719">
                  <a:moveTo>
                    <a:pt x="1" y="1"/>
                  </a:moveTo>
                  <a:lnTo>
                    <a:pt x="307" y="4020"/>
                  </a:lnTo>
                  <a:lnTo>
                    <a:pt x="2259" y="4040"/>
                  </a:lnTo>
                  <a:lnTo>
                    <a:pt x="2719" y="77"/>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45"/>
            <p:cNvSpPr/>
            <p:nvPr/>
          </p:nvSpPr>
          <p:spPr>
            <a:xfrm>
              <a:off x="5857285" y="3317236"/>
              <a:ext cx="92908" cy="88676"/>
            </a:xfrm>
            <a:custGeom>
              <a:rect b="b" l="l" r="r" t="t"/>
              <a:pathLst>
                <a:path extrusionOk="0" h="1865" w="1954">
                  <a:moveTo>
                    <a:pt x="104" y="1"/>
                  </a:moveTo>
                  <a:cubicBezTo>
                    <a:pt x="88" y="1"/>
                    <a:pt x="73" y="3"/>
                    <a:pt x="58" y="8"/>
                  </a:cubicBezTo>
                  <a:cubicBezTo>
                    <a:pt x="20" y="65"/>
                    <a:pt x="1" y="123"/>
                    <a:pt x="20" y="180"/>
                  </a:cubicBezTo>
                  <a:lnTo>
                    <a:pt x="786" y="1788"/>
                  </a:lnTo>
                  <a:cubicBezTo>
                    <a:pt x="805" y="1826"/>
                    <a:pt x="862" y="1865"/>
                    <a:pt x="901" y="1865"/>
                  </a:cubicBezTo>
                  <a:cubicBezTo>
                    <a:pt x="958" y="1865"/>
                    <a:pt x="977" y="1826"/>
                    <a:pt x="977" y="1788"/>
                  </a:cubicBezTo>
                  <a:lnTo>
                    <a:pt x="1896" y="448"/>
                  </a:lnTo>
                  <a:cubicBezTo>
                    <a:pt x="1953" y="391"/>
                    <a:pt x="1934" y="314"/>
                    <a:pt x="1877" y="276"/>
                  </a:cubicBezTo>
                  <a:cubicBezTo>
                    <a:pt x="1862" y="261"/>
                    <a:pt x="1842" y="255"/>
                    <a:pt x="1820" y="255"/>
                  </a:cubicBezTo>
                  <a:cubicBezTo>
                    <a:pt x="1786" y="255"/>
                    <a:pt x="1747" y="271"/>
                    <a:pt x="1724" y="295"/>
                  </a:cubicBezTo>
                  <a:lnTo>
                    <a:pt x="901" y="1482"/>
                  </a:lnTo>
                  <a:lnTo>
                    <a:pt x="231" y="65"/>
                  </a:lnTo>
                  <a:cubicBezTo>
                    <a:pt x="202" y="22"/>
                    <a:pt x="152" y="1"/>
                    <a:pt x="1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45"/>
            <p:cNvSpPr/>
            <p:nvPr/>
          </p:nvSpPr>
          <p:spPr>
            <a:xfrm>
              <a:off x="5853672" y="3380950"/>
              <a:ext cx="92860" cy="88676"/>
            </a:xfrm>
            <a:custGeom>
              <a:rect b="b" l="l" r="r" t="t"/>
              <a:pathLst>
                <a:path extrusionOk="0" h="1865" w="1953">
                  <a:moveTo>
                    <a:pt x="112" y="1"/>
                  </a:moveTo>
                  <a:cubicBezTo>
                    <a:pt x="98" y="1"/>
                    <a:pt x="87" y="3"/>
                    <a:pt x="77" y="8"/>
                  </a:cubicBezTo>
                  <a:cubicBezTo>
                    <a:pt x="20" y="65"/>
                    <a:pt x="0" y="142"/>
                    <a:pt x="20" y="180"/>
                  </a:cubicBezTo>
                  <a:lnTo>
                    <a:pt x="785" y="1788"/>
                  </a:lnTo>
                  <a:cubicBezTo>
                    <a:pt x="804" y="1826"/>
                    <a:pt x="862" y="1865"/>
                    <a:pt x="900" y="1865"/>
                  </a:cubicBezTo>
                  <a:cubicBezTo>
                    <a:pt x="957" y="1865"/>
                    <a:pt x="977" y="1865"/>
                    <a:pt x="977" y="1788"/>
                  </a:cubicBezTo>
                  <a:lnTo>
                    <a:pt x="1914" y="448"/>
                  </a:lnTo>
                  <a:cubicBezTo>
                    <a:pt x="1953" y="391"/>
                    <a:pt x="1934" y="314"/>
                    <a:pt x="1895" y="276"/>
                  </a:cubicBezTo>
                  <a:cubicBezTo>
                    <a:pt x="1873" y="261"/>
                    <a:pt x="1849" y="255"/>
                    <a:pt x="1824" y="255"/>
                  </a:cubicBezTo>
                  <a:cubicBezTo>
                    <a:pt x="1785" y="255"/>
                    <a:pt x="1747" y="271"/>
                    <a:pt x="1723" y="295"/>
                  </a:cubicBezTo>
                  <a:lnTo>
                    <a:pt x="900" y="1482"/>
                  </a:lnTo>
                  <a:lnTo>
                    <a:pt x="230" y="65"/>
                  </a:lnTo>
                  <a:cubicBezTo>
                    <a:pt x="201" y="22"/>
                    <a:pt x="151" y="1"/>
                    <a:pt x="1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6" name="Google Shape;4106;p45"/>
          <p:cNvGrpSpPr/>
          <p:nvPr/>
        </p:nvGrpSpPr>
        <p:grpSpPr>
          <a:xfrm>
            <a:off x="1087402" y="3822955"/>
            <a:ext cx="773154" cy="349422"/>
            <a:chOff x="6892614" y="3632855"/>
            <a:chExt cx="773154" cy="349422"/>
          </a:xfrm>
        </p:grpSpPr>
        <p:sp>
          <p:nvSpPr>
            <p:cNvPr id="4107" name="Google Shape;4107;p45"/>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45"/>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9" name="Google Shape;4109;p45"/>
          <p:cNvGrpSpPr/>
          <p:nvPr/>
        </p:nvGrpSpPr>
        <p:grpSpPr>
          <a:xfrm>
            <a:off x="575414" y="3387630"/>
            <a:ext cx="773154" cy="349422"/>
            <a:chOff x="6892614" y="3632855"/>
            <a:chExt cx="773154" cy="349422"/>
          </a:xfrm>
        </p:grpSpPr>
        <p:sp>
          <p:nvSpPr>
            <p:cNvPr id="4110" name="Google Shape;4110;p45"/>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45"/>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2" name="Google Shape;4112;p45"/>
          <p:cNvGrpSpPr/>
          <p:nvPr/>
        </p:nvGrpSpPr>
        <p:grpSpPr>
          <a:xfrm>
            <a:off x="4725977" y="4040617"/>
            <a:ext cx="773154" cy="349422"/>
            <a:chOff x="6892614" y="3632855"/>
            <a:chExt cx="773154" cy="349422"/>
          </a:xfrm>
        </p:grpSpPr>
        <p:sp>
          <p:nvSpPr>
            <p:cNvPr id="4113" name="Google Shape;4113;p45"/>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45"/>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5" name="Google Shape;4115;p45"/>
          <p:cNvGrpSpPr/>
          <p:nvPr/>
        </p:nvGrpSpPr>
        <p:grpSpPr>
          <a:xfrm>
            <a:off x="5090339" y="3614917"/>
            <a:ext cx="773154" cy="349422"/>
            <a:chOff x="6892614" y="3632855"/>
            <a:chExt cx="773154" cy="349422"/>
          </a:xfrm>
        </p:grpSpPr>
        <p:sp>
          <p:nvSpPr>
            <p:cNvPr id="4116" name="Google Shape;4116;p45"/>
            <p:cNvSpPr/>
            <p:nvPr/>
          </p:nvSpPr>
          <p:spPr>
            <a:xfrm>
              <a:off x="6892614" y="3632855"/>
              <a:ext cx="773154" cy="349422"/>
            </a:xfrm>
            <a:custGeom>
              <a:rect b="b" l="l" r="r" t="t"/>
              <a:pathLst>
                <a:path extrusionOk="0" h="4326" w="9572">
                  <a:moveTo>
                    <a:pt x="6011" y="0"/>
                  </a:moveTo>
                  <a:cubicBezTo>
                    <a:pt x="5667" y="0"/>
                    <a:pt x="5379" y="58"/>
                    <a:pt x="4920" y="957"/>
                  </a:cubicBezTo>
                  <a:cubicBezTo>
                    <a:pt x="4442" y="306"/>
                    <a:pt x="4212" y="230"/>
                    <a:pt x="4059" y="192"/>
                  </a:cubicBezTo>
                  <a:cubicBezTo>
                    <a:pt x="4059" y="153"/>
                    <a:pt x="4040" y="153"/>
                    <a:pt x="4020" y="153"/>
                  </a:cubicBezTo>
                  <a:cubicBezTo>
                    <a:pt x="3963" y="134"/>
                    <a:pt x="3906" y="134"/>
                    <a:pt x="3848" y="134"/>
                  </a:cubicBezTo>
                  <a:cubicBezTo>
                    <a:pt x="3370" y="134"/>
                    <a:pt x="3044" y="517"/>
                    <a:pt x="2795" y="1072"/>
                  </a:cubicBezTo>
                  <a:cubicBezTo>
                    <a:pt x="2661" y="900"/>
                    <a:pt x="2508" y="747"/>
                    <a:pt x="2393" y="689"/>
                  </a:cubicBezTo>
                  <a:cubicBezTo>
                    <a:pt x="2279" y="613"/>
                    <a:pt x="2125" y="555"/>
                    <a:pt x="1953" y="555"/>
                  </a:cubicBezTo>
                  <a:cubicBezTo>
                    <a:pt x="1666" y="555"/>
                    <a:pt x="1034" y="555"/>
                    <a:pt x="77" y="3273"/>
                  </a:cubicBezTo>
                  <a:cubicBezTo>
                    <a:pt x="1" y="3484"/>
                    <a:pt x="20" y="3733"/>
                    <a:pt x="135" y="3905"/>
                  </a:cubicBezTo>
                  <a:cubicBezTo>
                    <a:pt x="403" y="4307"/>
                    <a:pt x="843" y="4326"/>
                    <a:pt x="1953" y="4326"/>
                  </a:cubicBezTo>
                  <a:cubicBezTo>
                    <a:pt x="4212" y="4326"/>
                    <a:pt x="8729" y="4039"/>
                    <a:pt x="8882" y="4039"/>
                  </a:cubicBezTo>
                  <a:cubicBezTo>
                    <a:pt x="9093" y="4039"/>
                    <a:pt x="9284" y="3924"/>
                    <a:pt x="9399" y="3752"/>
                  </a:cubicBezTo>
                  <a:cubicBezTo>
                    <a:pt x="9514" y="3579"/>
                    <a:pt x="9571" y="3369"/>
                    <a:pt x="9514" y="3158"/>
                  </a:cubicBezTo>
                  <a:cubicBezTo>
                    <a:pt x="9322" y="2335"/>
                    <a:pt x="8940" y="919"/>
                    <a:pt x="8652" y="498"/>
                  </a:cubicBezTo>
                  <a:cubicBezTo>
                    <a:pt x="8652" y="479"/>
                    <a:pt x="8652" y="479"/>
                    <a:pt x="8633" y="440"/>
                  </a:cubicBezTo>
                  <a:cubicBezTo>
                    <a:pt x="8499" y="249"/>
                    <a:pt x="8250" y="134"/>
                    <a:pt x="7983" y="134"/>
                  </a:cubicBezTo>
                  <a:cubicBezTo>
                    <a:pt x="7657" y="134"/>
                    <a:pt x="7351" y="345"/>
                    <a:pt x="7025" y="823"/>
                  </a:cubicBezTo>
                  <a:cubicBezTo>
                    <a:pt x="6624" y="211"/>
                    <a:pt x="6451" y="115"/>
                    <a:pt x="6336" y="58"/>
                  </a:cubicBezTo>
                  <a:cubicBezTo>
                    <a:pt x="6241" y="19"/>
                    <a:pt x="6126" y="0"/>
                    <a:pt x="6011" y="0"/>
                  </a:cubicBezTo>
                  <a:close/>
                </a:path>
              </a:pathLst>
            </a:custGeom>
            <a:solidFill>
              <a:srgbClr val="FFFFFF"/>
            </a:solidFill>
            <a:ln>
              <a:noFill/>
            </a:ln>
            <a:effectLst>
              <a:outerShdw blurRad="71438" rotWithShape="0" algn="bl" dir="4920000" dist="9525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45"/>
            <p:cNvSpPr/>
            <p:nvPr/>
          </p:nvSpPr>
          <p:spPr>
            <a:xfrm>
              <a:off x="6948670" y="3687941"/>
              <a:ext cx="659831" cy="235936"/>
            </a:xfrm>
            <a:custGeom>
              <a:rect b="b" l="l" r="r" t="t"/>
              <a:pathLst>
                <a:path extrusionOk="0" h="2921" w="8169">
                  <a:moveTo>
                    <a:pt x="5309" y="0"/>
                  </a:moveTo>
                  <a:cubicBezTo>
                    <a:pt x="5036" y="0"/>
                    <a:pt x="4322" y="1768"/>
                    <a:pt x="4322" y="1768"/>
                  </a:cubicBezTo>
                  <a:cubicBezTo>
                    <a:pt x="4322" y="1768"/>
                    <a:pt x="3518" y="256"/>
                    <a:pt x="3173" y="160"/>
                  </a:cubicBezTo>
                  <a:cubicBezTo>
                    <a:pt x="3168" y="159"/>
                    <a:pt x="3163" y="159"/>
                    <a:pt x="3158" y="159"/>
                  </a:cubicBezTo>
                  <a:cubicBezTo>
                    <a:pt x="2815" y="159"/>
                    <a:pt x="2369" y="1979"/>
                    <a:pt x="2369" y="1979"/>
                  </a:cubicBezTo>
                  <a:cubicBezTo>
                    <a:pt x="2369" y="1979"/>
                    <a:pt x="1642" y="811"/>
                    <a:pt x="1317" y="601"/>
                  </a:cubicBezTo>
                  <a:cubicBezTo>
                    <a:pt x="1300" y="590"/>
                    <a:pt x="1283" y="586"/>
                    <a:pt x="1264" y="586"/>
                  </a:cubicBezTo>
                  <a:cubicBezTo>
                    <a:pt x="897" y="586"/>
                    <a:pt x="162" y="2492"/>
                    <a:pt x="34" y="2802"/>
                  </a:cubicBezTo>
                  <a:cubicBezTo>
                    <a:pt x="1" y="2888"/>
                    <a:pt x="492" y="2920"/>
                    <a:pt x="1249" y="2920"/>
                  </a:cubicBezTo>
                  <a:cubicBezTo>
                    <a:pt x="3518" y="2920"/>
                    <a:pt x="8169" y="2629"/>
                    <a:pt x="8169" y="2629"/>
                  </a:cubicBezTo>
                  <a:cubicBezTo>
                    <a:pt x="8169" y="2629"/>
                    <a:pt x="7671" y="601"/>
                    <a:pt x="7403" y="218"/>
                  </a:cubicBezTo>
                  <a:cubicBezTo>
                    <a:pt x="7374" y="181"/>
                    <a:pt x="7342" y="165"/>
                    <a:pt x="7307" y="165"/>
                  </a:cubicBezTo>
                  <a:cubicBezTo>
                    <a:pt x="6976" y="165"/>
                    <a:pt x="6427" y="1653"/>
                    <a:pt x="6427" y="1653"/>
                  </a:cubicBezTo>
                  <a:cubicBezTo>
                    <a:pt x="6427" y="1653"/>
                    <a:pt x="5566" y="122"/>
                    <a:pt x="5336" y="7"/>
                  </a:cubicBezTo>
                  <a:cubicBezTo>
                    <a:pt x="5328" y="3"/>
                    <a:pt x="5319" y="0"/>
                    <a:pt x="5309" y="0"/>
                  </a:cubicBezTo>
                  <a:close/>
                </a:path>
              </a:pathLst>
            </a:custGeom>
            <a:solidFill>
              <a:srgbClr val="819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ouse Doodle Stickers for MK Plan by Slides">
  <a:themeElements>
    <a:clrScheme name="Simple Light">
      <a:dk1>
        <a:srgbClr val="000000"/>
      </a:dk1>
      <a:lt1>
        <a:srgbClr val="FFFFFF"/>
      </a:lt1>
      <a:dk2>
        <a:srgbClr val="595959"/>
      </a:dk2>
      <a:lt2>
        <a:srgbClr val="F1EBD3"/>
      </a:lt2>
      <a:accent1>
        <a:srgbClr val="D65A41"/>
      </a:accent1>
      <a:accent2>
        <a:srgbClr val="B3739B"/>
      </a:accent2>
      <a:accent3>
        <a:srgbClr val="EB8423"/>
      </a:accent3>
      <a:accent4>
        <a:srgbClr val="E8BD1F"/>
      </a:accent4>
      <a:accent5>
        <a:srgbClr val="81993B"/>
      </a:accent5>
      <a:accent6>
        <a:srgbClr val="52AFA7"/>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